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2.xml" ContentType="application/vnd.openxmlformats-officedocument.theme+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 id="2147483684" r:id="rId2"/>
    <p:sldMasterId id="2147483700" r:id="rId3"/>
  </p:sldMasterIdLst>
  <p:notesMasterIdLst>
    <p:notesMasterId r:id="rId38"/>
  </p:notesMasterIdLst>
  <p:sldIdLst>
    <p:sldId id="281" r:id="rId4"/>
    <p:sldId id="282" r:id="rId5"/>
    <p:sldId id="283" r:id="rId6"/>
    <p:sldId id="284" r:id="rId7"/>
    <p:sldId id="285" r:id="rId8"/>
    <p:sldId id="258" r:id="rId9"/>
    <p:sldId id="291" r:id="rId10"/>
    <p:sldId id="292" r:id="rId11"/>
    <p:sldId id="268" r:id="rId12"/>
    <p:sldId id="293" r:id="rId13"/>
    <p:sldId id="259" r:id="rId14"/>
    <p:sldId id="294" r:id="rId15"/>
    <p:sldId id="270" r:id="rId16"/>
    <p:sldId id="271" r:id="rId17"/>
    <p:sldId id="295" r:id="rId18"/>
    <p:sldId id="260" r:id="rId19"/>
    <p:sldId id="272" r:id="rId20"/>
    <p:sldId id="273" r:id="rId21"/>
    <p:sldId id="274" r:id="rId22"/>
    <p:sldId id="261" r:id="rId23"/>
    <p:sldId id="275" r:id="rId24"/>
    <p:sldId id="276" r:id="rId25"/>
    <p:sldId id="277" r:id="rId26"/>
    <p:sldId id="278" r:id="rId27"/>
    <p:sldId id="279" r:id="rId28"/>
    <p:sldId id="262" r:id="rId29"/>
    <p:sldId id="263" r:id="rId30"/>
    <p:sldId id="265" r:id="rId31"/>
    <p:sldId id="280" r:id="rId32"/>
    <p:sldId id="266" r:id="rId33"/>
    <p:sldId id="286" r:id="rId34"/>
    <p:sldId id="287" r:id="rId35"/>
    <p:sldId id="288" r:id="rId36"/>
    <p:sldId id="289" r:id="rId37"/>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8" d="100"/>
          <a:sy n="68" d="100"/>
        </p:scale>
        <p:origin x="1446"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presProps" Target="presProps.xml"/><Relationship Id="rId3" Type="http://schemas.openxmlformats.org/officeDocument/2006/relationships/slideMaster" Target="slideMasters/slideMaster3.xml"/><Relationship Id="rId21" Type="http://schemas.openxmlformats.org/officeDocument/2006/relationships/slide" Target="slides/slide18.xml"/><Relationship Id="rId34" Type="http://schemas.openxmlformats.org/officeDocument/2006/relationships/slide" Target="slides/slide31.xml"/><Relationship Id="rId42" Type="http://schemas.openxmlformats.org/officeDocument/2006/relationships/tableStyles" Target="tableStyles.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notesMaster" Target="notesMasters/notesMaster1.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29" Type="http://schemas.openxmlformats.org/officeDocument/2006/relationships/slide" Target="slides/slide26.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viewProps" Target="viewProps.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slide" Target="slides/slide28.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C24F994-80A7-4982-BB69-542F960FE745}" type="datetimeFigureOut">
              <a:rPr lang="en-US" smtClean="0"/>
              <a:t>4/7/2020</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1FF114B-2F76-4505-B654-787E4005B6B5}" type="slidenum">
              <a:rPr lang="en-US" smtClean="0"/>
              <a:t>‹#›</a:t>
            </a:fld>
            <a:endParaRPr lang="en-US"/>
          </a:p>
        </p:txBody>
      </p:sp>
    </p:spTree>
    <p:extLst>
      <p:ext uri="{BB962C8B-B14F-4D97-AF65-F5344CB8AC3E}">
        <p14:creationId xmlns:p14="http://schemas.microsoft.com/office/powerpoint/2010/main" val="20077363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4219238" y="-11796713"/>
            <a:ext cx="16600488" cy="12452351"/>
          </a:xfrm>
        </p:spPr>
      </p:sp>
      <p:sp>
        <p:nvSpPr>
          <p:cNvPr id="3" name="Notes Placeholder 2"/>
          <p:cNvSpPr>
            <a:spLocks noGrp="1"/>
          </p:cNvSpPr>
          <p:nvPr>
            <p:ph type="body" idx="1"/>
          </p:nvPr>
        </p:nvSpPr>
        <p:spPr/>
        <p:txBody>
          <a:bodyPr>
            <a:normAutofit/>
          </a:bodyPr>
          <a:lstStyle/>
          <a:p>
            <a:endParaRPr lang="en-US" dirty="0"/>
          </a:p>
        </p:txBody>
      </p:sp>
    </p:spTree>
    <p:extLst>
      <p:ext uri="{BB962C8B-B14F-4D97-AF65-F5344CB8AC3E}">
        <p14:creationId xmlns:p14="http://schemas.microsoft.com/office/powerpoint/2010/main" val="225514457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4219238" y="-11796713"/>
            <a:ext cx="16600488" cy="12452351"/>
          </a:xfrm>
        </p:spPr>
      </p:sp>
      <p:sp>
        <p:nvSpPr>
          <p:cNvPr id="3" name="Notes Placeholder 2"/>
          <p:cNvSpPr>
            <a:spLocks noGrp="1"/>
          </p:cNvSpPr>
          <p:nvPr>
            <p:ph type="body" idx="1"/>
          </p:nvPr>
        </p:nvSpPr>
        <p:spPr/>
        <p:txBody>
          <a:bodyPr>
            <a:normAutofit/>
          </a:bodyPr>
          <a:lstStyle/>
          <a:p>
            <a:endParaRPr lang="en-US" dirty="0"/>
          </a:p>
        </p:txBody>
      </p:sp>
    </p:spTree>
    <p:extLst>
      <p:ext uri="{BB962C8B-B14F-4D97-AF65-F5344CB8AC3E}">
        <p14:creationId xmlns:p14="http://schemas.microsoft.com/office/powerpoint/2010/main" val="68483436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7" name="Title 1"/>
          <p:cNvSpPr>
            <a:spLocks noGrp="1"/>
          </p:cNvSpPr>
          <p:nvPr>
            <p:ph type="ctrTitle"/>
          </p:nvPr>
        </p:nvSpPr>
        <p:spPr>
          <a:xfrm>
            <a:off x="685800" y="2130425"/>
            <a:ext cx="7772400" cy="1470025"/>
          </a:xfrm>
          <a:prstGeom prst="rect">
            <a:avLst/>
          </a:prstGeom>
        </p:spPr>
        <p:txBody>
          <a:bodyPr/>
          <a:lstStyle/>
          <a:p>
            <a:r>
              <a:rPr lang="en-US"/>
              <a:t>Click to edit Master title style</a:t>
            </a:r>
            <a:endParaRPr lang="en-SG"/>
          </a:p>
        </p:txBody>
      </p:sp>
      <p:sp>
        <p:nvSpPr>
          <p:cNvPr id="8" name="Subtitle 2"/>
          <p:cNvSpPr>
            <a:spLocks noGrp="1"/>
          </p:cNvSpPr>
          <p:nvPr>
            <p:ph type="subTitle" idx="1"/>
          </p:nvPr>
        </p:nvSpPr>
        <p:spPr>
          <a:xfrm>
            <a:off x="1371600" y="3886200"/>
            <a:ext cx="6400800" cy="1752600"/>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endParaRPr lang="en-SG"/>
          </a:p>
        </p:txBody>
      </p:sp>
      <p:sp>
        <p:nvSpPr>
          <p:cNvPr id="9" name="Rectangle 3"/>
          <p:cNvSpPr>
            <a:spLocks noGrp="1" noChangeArrowheads="1"/>
          </p:cNvSpPr>
          <p:nvPr>
            <p:ph type="dt" idx="10"/>
          </p:nvPr>
        </p:nvSpPr>
        <p:spPr>
          <a:xfrm>
            <a:off x="457200" y="6353175"/>
            <a:ext cx="2092325" cy="371475"/>
          </a:xfrm>
          <a:prstGeom prst="rect">
            <a:avLst/>
          </a:prstGeom>
          <a:ln/>
        </p:spPr>
        <p:txBody>
          <a:bodyPr/>
          <a:lstStyle>
            <a:lvl1pPr>
              <a:defRPr/>
            </a:lvl1pPr>
          </a:lstStyle>
          <a:p>
            <a:pPr>
              <a:defRPr/>
            </a:pPr>
            <a:endParaRPr lang="en-US" dirty="0"/>
          </a:p>
        </p:txBody>
      </p:sp>
      <p:sp>
        <p:nvSpPr>
          <p:cNvPr id="10" name="Rectangle 5"/>
          <p:cNvSpPr>
            <a:spLocks noGrp="1" noChangeArrowheads="1"/>
          </p:cNvSpPr>
          <p:nvPr>
            <p:ph type="sldNum" idx="11"/>
          </p:nvPr>
        </p:nvSpPr>
        <p:spPr>
          <a:xfrm>
            <a:off x="6553200" y="6353175"/>
            <a:ext cx="2092325" cy="371475"/>
          </a:xfrm>
          <a:prstGeom prst="rect">
            <a:avLst/>
          </a:prstGeom>
          <a:ln/>
        </p:spPr>
        <p:txBody>
          <a:bodyPr/>
          <a:lstStyle>
            <a:lvl1pPr>
              <a:defRPr/>
            </a:lvl1pPr>
          </a:lstStyle>
          <a:p>
            <a:pPr>
              <a:defRPr/>
            </a:pPr>
            <a:fld id="{5503E7AE-D891-4742-9343-5EF205D83184}" type="slidenum">
              <a:rPr lang="en-SG"/>
              <a:pPr>
                <a:defRPr/>
              </a:pPr>
              <a:t>‹#›</a:t>
            </a:fld>
            <a:endParaRPr lang="en-SG" dirty="0"/>
          </a:p>
        </p:txBody>
      </p:sp>
    </p:spTree>
    <p:extLst>
      <p:ext uri="{BB962C8B-B14F-4D97-AF65-F5344CB8AC3E}">
        <p14:creationId xmlns:p14="http://schemas.microsoft.com/office/powerpoint/2010/main" val="37853198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iAcademy">
    <p:spTree>
      <p:nvGrpSpPr>
        <p:cNvPr id="1" name=""/>
        <p:cNvGrpSpPr/>
        <p:nvPr/>
      </p:nvGrpSpPr>
      <p:grpSpPr>
        <a:xfrm>
          <a:off x="0" y="0"/>
          <a:ext cx="0" cy="0"/>
          <a:chOff x="0" y="0"/>
          <a:chExt cx="0" cy="0"/>
        </a:xfrm>
      </p:grpSpPr>
      <p:sp>
        <p:nvSpPr>
          <p:cNvPr id="7" name="Title 1"/>
          <p:cNvSpPr>
            <a:spLocks noGrp="1"/>
          </p:cNvSpPr>
          <p:nvPr>
            <p:ph type="title"/>
          </p:nvPr>
        </p:nvSpPr>
        <p:spPr>
          <a:xfrm>
            <a:off x="285750" y="268288"/>
            <a:ext cx="8531225" cy="762000"/>
          </a:xfrm>
        </p:spPr>
        <p:txBody>
          <a:bodyPr/>
          <a:lstStyle>
            <a:lvl1pPr>
              <a:defRPr b="1"/>
            </a:lvl1pPr>
          </a:lstStyle>
          <a:p>
            <a:r>
              <a:rPr lang="en-US" dirty="0"/>
              <a:t>Click to edit Master title style</a:t>
            </a:r>
            <a:endParaRPr lang="en-SG" dirty="0"/>
          </a:p>
        </p:txBody>
      </p:sp>
      <p:sp>
        <p:nvSpPr>
          <p:cNvPr id="8" name="Content Placeholder 2"/>
          <p:cNvSpPr>
            <a:spLocks noGrp="1"/>
          </p:cNvSpPr>
          <p:nvPr>
            <p:ph idx="1"/>
          </p:nvPr>
        </p:nvSpPr>
        <p:spPr>
          <a:xfrm>
            <a:off x="285749" y="1030288"/>
            <a:ext cx="8531225" cy="487045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SG" dirty="0"/>
          </a:p>
        </p:txBody>
      </p:sp>
      <p:sp>
        <p:nvSpPr>
          <p:cNvPr id="9" name="Rectangle 3"/>
          <p:cNvSpPr>
            <a:spLocks noGrp="1" noChangeArrowheads="1"/>
          </p:cNvSpPr>
          <p:nvPr>
            <p:ph type="dt" idx="10"/>
          </p:nvPr>
        </p:nvSpPr>
        <p:spPr>
          <a:xfrm>
            <a:off x="457200" y="6353175"/>
            <a:ext cx="2092325" cy="371475"/>
          </a:xfrm>
          <a:ln/>
        </p:spPr>
        <p:txBody>
          <a:bodyPr/>
          <a:lstStyle>
            <a:lvl1pPr>
              <a:defRPr/>
            </a:lvl1pPr>
          </a:lstStyle>
          <a:p>
            <a:pPr>
              <a:defRPr/>
            </a:pPr>
            <a:endParaRPr lang="en-US" dirty="0"/>
          </a:p>
        </p:txBody>
      </p:sp>
      <p:sp>
        <p:nvSpPr>
          <p:cNvPr id="10" name="Rectangle 5"/>
          <p:cNvSpPr>
            <a:spLocks noGrp="1" noChangeArrowheads="1"/>
          </p:cNvSpPr>
          <p:nvPr>
            <p:ph type="sldNum" idx="11"/>
          </p:nvPr>
        </p:nvSpPr>
        <p:spPr>
          <a:xfrm>
            <a:off x="6553200" y="6353175"/>
            <a:ext cx="2092325" cy="371475"/>
          </a:xfrm>
          <a:ln/>
        </p:spPr>
        <p:txBody>
          <a:bodyPr/>
          <a:lstStyle>
            <a:lvl1pPr>
              <a:defRPr/>
            </a:lvl1pPr>
          </a:lstStyle>
          <a:p>
            <a:pPr>
              <a:defRPr/>
            </a:pPr>
            <a:fld id="{D5741C6D-44DB-4C04-9CB5-747DFD8034D5}" type="slidenum">
              <a:rPr lang="en-SG"/>
              <a:pPr>
                <a:defRPr/>
              </a:pPr>
              <a:t>‹#›</a:t>
            </a:fld>
            <a:endParaRPr lang="en-SG" dirty="0"/>
          </a:p>
        </p:txBody>
      </p:sp>
    </p:spTree>
    <p:extLst>
      <p:ext uri="{BB962C8B-B14F-4D97-AF65-F5344CB8AC3E}">
        <p14:creationId xmlns:p14="http://schemas.microsoft.com/office/powerpoint/2010/main" val="61341052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7"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SG"/>
          </a:p>
        </p:txBody>
      </p:sp>
      <p:sp>
        <p:nvSpPr>
          <p:cNvPr id="8"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9" name="Rectangle 3"/>
          <p:cNvSpPr>
            <a:spLocks noGrp="1" noChangeArrowheads="1"/>
          </p:cNvSpPr>
          <p:nvPr>
            <p:ph type="dt" idx="10"/>
          </p:nvPr>
        </p:nvSpPr>
        <p:spPr>
          <a:xfrm>
            <a:off x="457200" y="6353175"/>
            <a:ext cx="2092325" cy="371475"/>
          </a:xfrm>
          <a:ln/>
        </p:spPr>
        <p:txBody>
          <a:bodyPr/>
          <a:lstStyle>
            <a:lvl1pPr>
              <a:defRPr/>
            </a:lvl1pPr>
          </a:lstStyle>
          <a:p>
            <a:pPr>
              <a:defRPr/>
            </a:pPr>
            <a:endParaRPr lang="en-US" dirty="0"/>
          </a:p>
        </p:txBody>
      </p:sp>
      <p:sp>
        <p:nvSpPr>
          <p:cNvPr id="10" name="Rectangle 5"/>
          <p:cNvSpPr>
            <a:spLocks noGrp="1" noChangeArrowheads="1"/>
          </p:cNvSpPr>
          <p:nvPr>
            <p:ph type="sldNum" idx="11"/>
          </p:nvPr>
        </p:nvSpPr>
        <p:spPr>
          <a:xfrm>
            <a:off x="6553200" y="6353175"/>
            <a:ext cx="2092325" cy="371475"/>
          </a:xfrm>
          <a:ln/>
        </p:spPr>
        <p:txBody>
          <a:bodyPr/>
          <a:lstStyle>
            <a:lvl1pPr>
              <a:defRPr/>
            </a:lvl1pPr>
          </a:lstStyle>
          <a:p>
            <a:pPr>
              <a:defRPr/>
            </a:pPr>
            <a:fld id="{389AF2F3-A1D1-4097-8ADA-9467C774BABF}" type="slidenum">
              <a:rPr lang="en-SG"/>
              <a:pPr>
                <a:defRPr/>
              </a:pPr>
              <a:t>‹#›</a:t>
            </a:fld>
            <a:endParaRPr lang="en-SG" dirty="0"/>
          </a:p>
        </p:txBody>
      </p:sp>
    </p:spTree>
    <p:extLst>
      <p:ext uri="{BB962C8B-B14F-4D97-AF65-F5344CB8AC3E}">
        <p14:creationId xmlns:p14="http://schemas.microsoft.com/office/powerpoint/2010/main" val="133076228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8" name="Title 1"/>
          <p:cNvSpPr>
            <a:spLocks noGrp="1"/>
          </p:cNvSpPr>
          <p:nvPr>
            <p:ph type="title"/>
          </p:nvPr>
        </p:nvSpPr>
        <p:spPr>
          <a:xfrm>
            <a:off x="285750" y="268288"/>
            <a:ext cx="8531225" cy="762000"/>
          </a:xfrm>
        </p:spPr>
        <p:txBody>
          <a:bodyPr/>
          <a:lstStyle/>
          <a:p>
            <a:r>
              <a:rPr lang="en-US" dirty="0"/>
              <a:t>Click to edit Master title style</a:t>
            </a:r>
            <a:endParaRPr lang="en-SG" dirty="0"/>
          </a:p>
        </p:txBody>
      </p:sp>
      <p:sp>
        <p:nvSpPr>
          <p:cNvPr id="9" name="Content Placeholder 2"/>
          <p:cNvSpPr>
            <a:spLocks noGrp="1"/>
          </p:cNvSpPr>
          <p:nvPr>
            <p:ph sz="half" idx="1"/>
          </p:nvPr>
        </p:nvSpPr>
        <p:spPr>
          <a:xfrm>
            <a:off x="285750" y="1214438"/>
            <a:ext cx="4189413" cy="487045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10" name="Content Placeholder 3"/>
          <p:cNvSpPr>
            <a:spLocks noGrp="1"/>
          </p:cNvSpPr>
          <p:nvPr>
            <p:ph sz="half" idx="2"/>
          </p:nvPr>
        </p:nvSpPr>
        <p:spPr>
          <a:xfrm>
            <a:off x="4627563" y="1214438"/>
            <a:ext cx="4189412" cy="487045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11" name="Rectangle 3"/>
          <p:cNvSpPr>
            <a:spLocks noGrp="1" noChangeArrowheads="1"/>
          </p:cNvSpPr>
          <p:nvPr>
            <p:ph type="dt" idx="10"/>
          </p:nvPr>
        </p:nvSpPr>
        <p:spPr>
          <a:xfrm>
            <a:off x="457200" y="6353175"/>
            <a:ext cx="2092325" cy="371475"/>
          </a:xfrm>
          <a:ln/>
        </p:spPr>
        <p:txBody>
          <a:bodyPr/>
          <a:lstStyle>
            <a:lvl1pPr>
              <a:defRPr/>
            </a:lvl1pPr>
          </a:lstStyle>
          <a:p>
            <a:pPr>
              <a:defRPr/>
            </a:pPr>
            <a:endParaRPr lang="en-US" dirty="0"/>
          </a:p>
        </p:txBody>
      </p:sp>
      <p:sp>
        <p:nvSpPr>
          <p:cNvPr id="12" name="Rectangle 5"/>
          <p:cNvSpPr>
            <a:spLocks noGrp="1" noChangeArrowheads="1"/>
          </p:cNvSpPr>
          <p:nvPr>
            <p:ph type="sldNum" idx="11"/>
          </p:nvPr>
        </p:nvSpPr>
        <p:spPr>
          <a:xfrm>
            <a:off x="6553200" y="6353175"/>
            <a:ext cx="2092325" cy="371475"/>
          </a:xfrm>
          <a:ln/>
        </p:spPr>
        <p:txBody>
          <a:bodyPr/>
          <a:lstStyle>
            <a:lvl1pPr>
              <a:defRPr/>
            </a:lvl1pPr>
          </a:lstStyle>
          <a:p>
            <a:pPr>
              <a:defRPr/>
            </a:pPr>
            <a:fld id="{389D06B8-A366-4D7D-8D93-3C162260D047}" type="slidenum">
              <a:rPr lang="en-SG"/>
              <a:pPr>
                <a:defRPr/>
              </a:pPr>
              <a:t>‹#›</a:t>
            </a:fld>
            <a:endParaRPr lang="en-SG" dirty="0"/>
          </a:p>
        </p:txBody>
      </p:sp>
    </p:spTree>
    <p:extLst>
      <p:ext uri="{BB962C8B-B14F-4D97-AF65-F5344CB8AC3E}">
        <p14:creationId xmlns:p14="http://schemas.microsoft.com/office/powerpoint/2010/main" val="11282334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a:prstGeom prst="rect">
            <a:avLst/>
          </a:prstGeo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681163"/>
            <a:ext cx="3868340"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629842" y="2505075"/>
            <a:ext cx="3868340" cy="3684588"/>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681163"/>
            <a:ext cx="3887391"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4629150" y="2505075"/>
            <a:ext cx="3887391" cy="3684588"/>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a:xfrm>
            <a:off x="628650" y="6356351"/>
            <a:ext cx="2057400" cy="365125"/>
          </a:xfrm>
          <a:prstGeom prst="rect">
            <a:avLst/>
          </a:prstGeom>
        </p:spPr>
        <p:txBody>
          <a:bodyPr/>
          <a:lstStyle/>
          <a:p>
            <a:fld id="{57D8B09C-13EB-4CA6-8318-C71FFF147362}" type="datetimeFigureOut">
              <a:rPr lang="en-GB" smtClean="0"/>
              <a:pPr/>
              <a:t>07/04/2020</a:t>
            </a:fld>
            <a:endParaRPr lang="en-GB"/>
          </a:p>
        </p:txBody>
      </p:sp>
      <p:sp>
        <p:nvSpPr>
          <p:cNvPr id="8" name="Footer Placeholder 7"/>
          <p:cNvSpPr>
            <a:spLocks noGrp="1"/>
          </p:cNvSpPr>
          <p:nvPr>
            <p:ph type="ftr" sz="quarter" idx="11"/>
          </p:nvPr>
        </p:nvSpPr>
        <p:spPr>
          <a:xfrm>
            <a:off x="3028950" y="6356351"/>
            <a:ext cx="3086100" cy="365125"/>
          </a:xfrm>
          <a:prstGeom prst="rect">
            <a:avLst/>
          </a:prstGeom>
        </p:spPr>
        <p:txBody>
          <a:bodyPr/>
          <a:lstStyle/>
          <a:p>
            <a:pPr defTabSz="457200"/>
            <a:endParaRPr lang="en-GB">
              <a:solidFill>
                <a:prstClr val="black"/>
              </a:solidFill>
            </a:endParaRPr>
          </a:p>
        </p:txBody>
      </p:sp>
      <p:sp>
        <p:nvSpPr>
          <p:cNvPr id="9" name="Slide Number Placeholder 8"/>
          <p:cNvSpPr>
            <a:spLocks noGrp="1"/>
          </p:cNvSpPr>
          <p:nvPr>
            <p:ph type="sldNum" sz="quarter" idx="12"/>
          </p:nvPr>
        </p:nvSpPr>
        <p:spPr>
          <a:xfrm>
            <a:off x="6457950" y="6356351"/>
            <a:ext cx="2057400" cy="365125"/>
          </a:xfrm>
          <a:prstGeom prst="rect">
            <a:avLst/>
          </a:prstGeom>
        </p:spPr>
        <p:txBody>
          <a:bodyPr/>
          <a:lstStyle/>
          <a:p>
            <a:fld id="{C046ACBB-F916-485C-B55C-4C7F5486AD85}" type="slidenum">
              <a:rPr lang="en-GB" smtClean="0"/>
              <a:pPr/>
              <a:t>‹#›</a:t>
            </a:fld>
            <a:endParaRPr lang="en-GB"/>
          </a:p>
        </p:txBody>
      </p:sp>
    </p:spTree>
    <p:extLst>
      <p:ext uri="{BB962C8B-B14F-4D97-AF65-F5344CB8AC3E}">
        <p14:creationId xmlns:p14="http://schemas.microsoft.com/office/powerpoint/2010/main" val="181962481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6"/>
            <a:ext cx="7886700" cy="1325563"/>
          </a:xfrm>
          <a:prstGeom prst="rect">
            <a:avLst/>
          </a:prstGeom>
        </p:spPr>
        <p:txBody>
          <a:bodyPr/>
          <a:lstStyle/>
          <a:p>
            <a:r>
              <a:rPr lang="en-US"/>
              <a:t>Click to edit Master title style</a:t>
            </a:r>
            <a:endParaRPr lang="en-US" dirty="0"/>
          </a:p>
        </p:txBody>
      </p:sp>
      <p:sp>
        <p:nvSpPr>
          <p:cNvPr id="3" name="Date Placeholder 2"/>
          <p:cNvSpPr>
            <a:spLocks noGrp="1"/>
          </p:cNvSpPr>
          <p:nvPr>
            <p:ph type="dt" sz="half" idx="10"/>
          </p:nvPr>
        </p:nvSpPr>
        <p:spPr>
          <a:xfrm>
            <a:off x="628650" y="6356351"/>
            <a:ext cx="2057400" cy="365125"/>
          </a:xfrm>
          <a:prstGeom prst="rect">
            <a:avLst/>
          </a:prstGeom>
        </p:spPr>
        <p:txBody>
          <a:bodyPr/>
          <a:lstStyle/>
          <a:p>
            <a:fld id="{57D8B09C-13EB-4CA6-8318-C71FFF147362}" type="datetimeFigureOut">
              <a:rPr lang="en-GB" smtClean="0"/>
              <a:pPr/>
              <a:t>07/04/2020</a:t>
            </a:fld>
            <a:endParaRPr lang="en-GB"/>
          </a:p>
        </p:txBody>
      </p:sp>
      <p:sp>
        <p:nvSpPr>
          <p:cNvPr id="4" name="Footer Placeholder 3"/>
          <p:cNvSpPr>
            <a:spLocks noGrp="1"/>
          </p:cNvSpPr>
          <p:nvPr>
            <p:ph type="ftr" sz="quarter" idx="11"/>
          </p:nvPr>
        </p:nvSpPr>
        <p:spPr>
          <a:xfrm>
            <a:off x="3028950" y="6356351"/>
            <a:ext cx="3086100" cy="365125"/>
          </a:xfrm>
          <a:prstGeom prst="rect">
            <a:avLst/>
          </a:prstGeom>
        </p:spPr>
        <p:txBody>
          <a:bodyPr/>
          <a:lstStyle/>
          <a:p>
            <a:pPr defTabSz="457200"/>
            <a:endParaRPr lang="en-GB">
              <a:solidFill>
                <a:prstClr val="black"/>
              </a:solidFill>
            </a:endParaRPr>
          </a:p>
        </p:txBody>
      </p:sp>
      <p:sp>
        <p:nvSpPr>
          <p:cNvPr id="5" name="Slide Number Placeholder 4"/>
          <p:cNvSpPr>
            <a:spLocks noGrp="1"/>
          </p:cNvSpPr>
          <p:nvPr>
            <p:ph type="sldNum" sz="quarter" idx="12"/>
          </p:nvPr>
        </p:nvSpPr>
        <p:spPr>
          <a:xfrm>
            <a:off x="6457950" y="6356351"/>
            <a:ext cx="2057400" cy="365125"/>
          </a:xfrm>
          <a:prstGeom prst="rect">
            <a:avLst/>
          </a:prstGeom>
        </p:spPr>
        <p:txBody>
          <a:bodyPr/>
          <a:lstStyle/>
          <a:p>
            <a:fld id="{C046ACBB-F916-485C-B55C-4C7F5486AD85}" type="slidenum">
              <a:rPr lang="en-GB" smtClean="0"/>
              <a:pPr/>
              <a:t>‹#›</a:t>
            </a:fld>
            <a:endParaRPr lang="en-GB"/>
          </a:p>
        </p:txBody>
      </p:sp>
    </p:spTree>
    <p:extLst>
      <p:ext uri="{BB962C8B-B14F-4D97-AF65-F5344CB8AC3E}">
        <p14:creationId xmlns:p14="http://schemas.microsoft.com/office/powerpoint/2010/main" val="2836713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628650" y="6356351"/>
            <a:ext cx="2057400" cy="365125"/>
          </a:xfrm>
          <a:prstGeom prst="rect">
            <a:avLst/>
          </a:prstGeom>
        </p:spPr>
        <p:txBody>
          <a:bodyPr/>
          <a:lstStyle/>
          <a:p>
            <a:fld id="{57D8B09C-13EB-4CA6-8318-C71FFF147362}" type="datetimeFigureOut">
              <a:rPr lang="en-GB" smtClean="0"/>
              <a:pPr/>
              <a:t>07/04/2020</a:t>
            </a:fld>
            <a:endParaRPr lang="en-GB"/>
          </a:p>
        </p:txBody>
      </p:sp>
      <p:sp>
        <p:nvSpPr>
          <p:cNvPr id="3" name="Footer Placeholder 2"/>
          <p:cNvSpPr>
            <a:spLocks noGrp="1"/>
          </p:cNvSpPr>
          <p:nvPr>
            <p:ph type="ftr" sz="quarter" idx="11"/>
          </p:nvPr>
        </p:nvSpPr>
        <p:spPr>
          <a:xfrm>
            <a:off x="3028950" y="6356351"/>
            <a:ext cx="3086100" cy="365125"/>
          </a:xfrm>
          <a:prstGeom prst="rect">
            <a:avLst/>
          </a:prstGeom>
        </p:spPr>
        <p:txBody>
          <a:bodyPr/>
          <a:lstStyle/>
          <a:p>
            <a:pPr defTabSz="457200"/>
            <a:endParaRPr lang="en-GB">
              <a:solidFill>
                <a:prstClr val="black"/>
              </a:solidFill>
            </a:endParaRPr>
          </a:p>
        </p:txBody>
      </p:sp>
      <p:sp>
        <p:nvSpPr>
          <p:cNvPr id="4" name="Slide Number Placeholder 3"/>
          <p:cNvSpPr>
            <a:spLocks noGrp="1"/>
          </p:cNvSpPr>
          <p:nvPr>
            <p:ph type="sldNum" sz="quarter" idx="12"/>
          </p:nvPr>
        </p:nvSpPr>
        <p:spPr>
          <a:xfrm>
            <a:off x="6457950" y="6356351"/>
            <a:ext cx="2057400" cy="365125"/>
          </a:xfrm>
          <a:prstGeom prst="rect">
            <a:avLst/>
          </a:prstGeom>
        </p:spPr>
        <p:txBody>
          <a:bodyPr/>
          <a:lstStyle/>
          <a:p>
            <a:fld id="{C046ACBB-F916-485C-B55C-4C7F5486AD85}" type="slidenum">
              <a:rPr lang="en-GB" smtClean="0"/>
              <a:pPr/>
              <a:t>‹#›</a:t>
            </a:fld>
            <a:endParaRPr lang="en-GB"/>
          </a:p>
        </p:txBody>
      </p:sp>
    </p:spTree>
    <p:extLst>
      <p:ext uri="{BB962C8B-B14F-4D97-AF65-F5344CB8AC3E}">
        <p14:creationId xmlns:p14="http://schemas.microsoft.com/office/powerpoint/2010/main" val="55341331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a:prstGeom prst="rect">
            <a:avLst/>
          </a:prstGeo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3887391" y="987426"/>
            <a:ext cx="462915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2057400"/>
            <a:ext cx="2949178"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a:xfrm>
            <a:off x="628650" y="6356351"/>
            <a:ext cx="2057400" cy="365125"/>
          </a:xfrm>
          <a:prstGeom prst="rect">
            <a:avLst/>
          </a:prstGeom>
        </p:spPr>
        <p:txBody>
          <a:bodyPr/>
          <a:lstStyle/>
          <a:p>
            <a:fld id="{57D8B09C-13EB-4CA6-8318-C71FFF147362}" type="datetimeFigureOut">
              <a:rPr lang="en-GB" smtClean="0"/>
              <a:pPr/>
              <a:t>07/04/2020</a:t>
            </a:fld>
            <a:endParaRPr lang="en-GB"/>
          </a:p>
        </p:txBody>
      </p:sp>
      <p:sp>
        <p:nvSpPr>
          <p:cNvPr id="6" name="Footer Placeholder 5"/>
          <p:cNvSpPr>
            <a:spLocks noGrp="1"/>
          </p:cNvSpPr>
          <p:nvPr>
            <p:ph type="ftr" sz="quarter" idx="11"/>
          </p:nvPr>
        </p:nvSpPr>
        <p:spPr>
          <a:xfrm>
            <a:off x="3028950" y="6356351"/>
            <a:ext cx="3086100" cy="365125"/>
          </a:xfrm>
          <a:prstGeom prst="rect">
            <a:avLst/>
          </a:prstGeom>
        </p:spPr>
        <p:txBody>
          <a:bodyPr/>
          <a:lstStyle/>
          <a:p>
            <a:pPr defTabSz="457200"/>
            <a:endParaRPr lang="en-GB">
              <a:solidFill>
                <a:prstClr val="black"/>
              </a:solidFill>
            </a:endParaRPr>
          </a:p>
        </p:txBody>
      </p:sp>
      <p:sp>
        <p:nvSpPr>
          <p:cNvPr id="7" name="Slide Number Placeholder 6"/>
          <p:cNvSpPr>
            <a:spLocks noGrp="1"/>
          </p:cNvSpPr>
          <p:nvPr>
            <p:ph type="sldNum" sz="quarter" idx="12"/>
          </p:nvPr>
        </p:nvSpPr>
        <p:spPr>
          <a:xfrm>
            <a:off x="6457950" y="6356351"/>
            <a:ext cx="2057400" cy="365125"/>
          </a:xfrm>
          <a:prstGeom prst="rect">
            <a:avLst/>
          </a:prstGeom>
        </p:spPr>
        <p:txBody>
          <a:bodyPr/>
          <a:lstStyle/>
          <a:p>
            <a:fld id="{C046ACBB-F916-485C-B55C-4C7F5486AD85}" type="slidenum">
              <a:rPr lang="en-GB" smtClean="0"/>
              <a:pPr/>
              <a:t>‹#›</a:t>
            </a:fld>
            <a:endParaRPr lang="en-GB"/>
          </a:p>
        </p:txBody>
      </p:sp>
    </p:spTree>
    <p:extLst>
      <p:ext uri="{BB962C8B-B14F-4D97-AF65-F5344CB8AC3E}">
        <p14:creationId xmlns:p14="http://schemas.microsoft.com/office/powerpoint/2010/main" val="345480806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a:prstGeom prst="rect">
            <a:avLst/>
          </a:prstGeo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a:prstGeom prst="rect">
            <a:avLst/>
          </a:prstGeo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29841" y="2057400"/>
            <a:ext cx="2949178"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a:xfrm>
            <a:off x="628650" y="6356351"/>
            <a:ext cx="2057400" cy="365125"/>
          </a:xfrm>
          <a:prstGeom prst="rect">
            <a:avLst/>
          </a:prstGeom>
        </p:spPr>
        <p:txBody>
          <a:bodyPr/>
          <a:lstStyle/>
          <a:p>
            <a:fld id="{57D8B09C-13EB-4CA6-8318-C71FFF147362}" type="datetimeFigureOut">
              <a:rPr lang="en-GB" smtClean="0"/>
              <a:pPr/>
              <a:t>07/04/2020</a:t>
            </a:fld>
            <a:endParaRPr lang="en-GB"/>
          </a:p>
        </p:txBody>
      </p:sp>
      <p:sp>
        <p:nvSpPr>
          <p:cNvPr id="6" name="Footer Placeholder 5"/>
          <p:cNvSpPr>
            <a:spLocks noGrp="1"/>
          </p:cNvSpPr>
          <p:nvPr>
            <p:ph type="ftr" sz="quarter" idx="11"/>
          </p:nvPr>
        </p:nvSpPr>
        <p:spPr>
          <a:xfrm>
            <a:off x="3028950" y="6356351"/>
            <a:ext cx="3086100" cy="365125"/>
          </a:xfrm>
          <a:prstGeom prst="rect">
            <a:avLst/>
          </a:prstGeom>
        </p:spPr>
        <p:txBody>
          <a:bodyPr/>
          <a:lstStyle/>
          <a:p>
            <a:pPr defTabSz="457200"/>
            <a:endParaRPr lang="en-GB">
              <a:solidFill>
                <a:prstClr val="black"/>
              </a:solidFill>
            </a:endParaRPr>
          </a:p>
        </p:txBody>
      </p:sp>
      <p:sp>
        <p:nvSpPr>
          <p:cNvPr id="7" name="Slide Number Placeholder 6"/>
          <p:cNvSpPr>
            <a:spLocks noGrp="1"/>
          </p:cNvSpPr>
          <p:nvPr>
            <p:ph type="sldNum" sz="quarter" idx="12"/>
          </p:nvPr>
        </p:nvSpPr>
        <p:spPr>
          <a:xfrm>
            <a:off x="6457950" y="6356351"/>
            <a:ext cx="2057400" cy="365125"/>
          </a:xfrm>
          <a:prstGeom prst="rect">
            <a:avLst/>
          </a:prstGeom>
        </p:spPr>
        <p:txBody>
          <a:bodyPr/>
          <a:lstStyle/>
          <a:p>
            <a:fld id="{C046ACBB-F916-485C-B55C-4C7F5486AD85}" type="slidenum">
              <a:rPr lang="en-GB" smtClean="0"/>
              <a:pPr/>
              <a:t>‹#›</a:t>
            </a:fld>
            <a:endParaRPr lang="en-GB"/>
          </a:p>
        </p:txBody>
      </p:sp>
    </p:spTree>
    <p:extLst>
      <p:ext uri="{BB962C8B-B14F-4D97-AF65-F5344CB8AC3E}">
        <p14:creationId xmlns:p14="http://schemas.microsoft.com/office/powerpoint/2010/main" val="2946066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6"/>
            <a:ext cx="7886700" cy="1325563"/>
          </a:xfrm>
          <a:prstGeom prst="rect">
            <a:avLst/>
          </a:prstGeo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628650" y="1825625"/>
            <a:ext cx="7886700" cy="4351338"/>
          </a:xfrm>
          <a:prstGeom prst="rect">
            <a:avLst/>
          </a:prstGeo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628650" y="6356351"/>
            <a:ext cx="2057400" cy="365125"/>
          </a:xfrm>
          <a:prstGeom prst="rect">
            <a:avLst/>
          </a:prstGeom>
        </p:spPr>
        <p:txBody>
          <a:bodyPr/>
          <a:lstStyle/>
          <a:p>
            <a:fld id="{57D8B09C-13EB-4CA6-8318-C71FFF147362}" type="datetimeFigureOut">
              <a:rPr lang="en-GB" smtClean="0"/>
              <a:pPr/>
              <a:t>07/04/2020</a:t>
            </a:fld>
            <a:endParaRPr lang="en-GB"/>
          </a:p>
        </p:txBody>
      </p:sp>
      <p:sp>
        <p:nvSpPr>
          <p:cNvPr id="5" name="Footer Placeholder 4"/>
          <p:cNvSpPr>
            <a:spLocks noGrp="1"/>
          </p:cNvSpPr>
          <p:nvPr>
            <p:ph type="ftr" sz="quarter" idx="11"/>
          </p:nvPr>
        </p:nvSpPr>
        <p:spPr>
          <a:xfrm>
            <a:off x="3028950" y="6356351"/>
            <a:ext cx="3086100" cy="365125"/>
          </a:xfrm>
          <a:prstGeom prst="rect">
            <a:avLst/>
          </a:prstGeom>
        </p:spPr>
        <p:txBody>
          <a:bodyPr/>
          <a:lstStyle/>
          <a:p>
            <a:pPr defTabSz="457200"/>
            <a:endParaRPr lang="en-GB">
              <a:solidFill>
                <a:prstClr val="black"/>
              </a:solidFill>
            </a:endParaRPr>
          </a:p>
        </p:txBody>
      </p:sp>
      <p:sp>
        <p:nvSpPr>
          <p:cNvPr id="6" name="Slide Number Placeholder 5"/>
          <p:cNvSpPr>
            <a:spLocks noGrp="1"/>
          </p:cNvSpPr>
          <p:nvPr>
            <p:ph type="sldNum" sz="quarter" idx="12"/>
          </p:nvPr>
        </p:nvSpPr>
        <p:spPr>
          <a:xfrm>
            <a:off x="6457950" y="6356351"/>
            <a:ext cx="2057400" cy="365125"/>
          </a:xfrm>
          <a:prstGeom prst="rect">
            <a:avLst/>
          </a:prstGeom>
        </p:spPr>
        <p:txBody>
          <a:bodyPr/>
          <a:lstStyle/>
          <a:p>
            <a:fld id="{C046ACBB-F916-485C-B55C-4C7F5486AD85}" type="slidenum">
              <a:rPr lang="en-GB" smtClean="0"/>
              <a:pPr/>
              <a:t>‹#›</a:t>
            </a:fld>
            <a:endParaRPr lang="en-GB"/>
          </a:p>
        </p:txBody>
      </p:sp>
    </p:spTree>
    <p:extLst>
      <p:ext uri="{BB962C8B-B14F-4D97-AF65-F5344CB8AC3E}">
        <p14:creationId xmlns:p14="http://schemas.microsoft.com/office/powerpoint/2010/main" val="168823524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a:prstGeom prst="rect">
            <a:avLst/>
          </a:prstGeo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a:prstGeom prst="rect">
            <a:avLst/>
          </a:prstGeo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628650" y="6356351"/>
            <a:ext cx="2057400" cy="365125"/>
          </a:xfrm>
          <a:prstGeom prst="rect">
            <a:avLst/>
          </a:prstGeom>
        </p:spPr>
        <p:txBody>
          <a:bodyPr/>
          <a:lstStyle/>
          <a:p>
            <a:fld id="{57D8B09C-13EB-4CA6-8318-C71FFF147362}" type="datetimeFigureOut">
              <a:rPr lang="en-GB" smtClean="0"/>
              <a:pPr/>
              <a:t>07/04/2020</a:t>
            </a:fld>
            <a:endParaRPr lang="en-GB"/>
          </a:p>
        </p:txBody>
      </p:sp>
      <p:sp>
        <p:nvSpPr>
          <p:cNvPr id="5" name="Footer Placeholder 4"/>
          <p:cNvSpPr>
            <a:spLocks noGrp="1"/>
          </p:cNvSpPr>
          <p:nvPr>
            <p:ph type="ftr" sz="quarter" idx="11"/>
          </p:nvPr>
        </p:nvSpPr>
        <p:spPr>
          <a:xfrm>
            <a:off x="3028950" y="6356351"/>
            <a:ext cx="3086100" cy="365125"/>
          </a:xfrm>
          <a:prstGeom prst="rect">
            <a:avLst/>
          </a:prstGeom>
        </p:spPr>
        <p:txBody>
          <a:bodyPr/>
          <a:lstStyle/>
          <a:p>
            <a:pPr defTabSz="457200"/>
            <a:endParaRPr lang="en-GB">
              <a:solidFill>
                <a:prstClr val="black"/>
              </a:solidFill>
            </a:endParaRPr>
          </a:p>
        </p:txBody>
      </p:sp>
      <p:sp>
        <p:nvSpPr>
          <p:cNvPr id="6" name="Slide Number Placeholder 5"/>
          <p:cNvSpPr>
            <a:spLocks noGrp="1"/>
          </p:cNvSpPr>
          <p:nvPr>
            <p:ph type="sldNum" sz="quarter" idx="12"/>
          </p:nvPr>
        </p:nvSpPr>
        <p:spPr>
          <a:xfrm>
            <a:off x="6457950" y="6356351"/>
            <a:ext cx="2057400" cy="365125"/>
          </a:xfrm>
          <a:prstGeom prst="rect">
            <a:avLst/>
          </a:prstGeom>
        </p:spPr>
        <p:txBody>
          <a:bodyPr/>
          <a:lstStyle/>
          <a:p>
            <a:fld id="{C046ACBB-F916-485C-B55C-4C7F5486AD85}" type="slidenum">
              <a:rPr lang="en-GB" smtClean="0"/>
              <a:pPr/>
              <a:t>‹#›</a:t>
            </a:fld>
            <a:endParaRPr lang="en-GB"/>
          </a:p>
        </p:txBody>
      </p:sp>
    </p:spTree>
    <p:extLst>
      <p:ext uri="{BB962C8B-B14F-4D97-AF65-F5344CB8AC3E}">
        <p14:creationId xmlns:p14="http://schemas.microsoft.com/office/powerpoint/2010/main" val="206918518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pPr>
              <a:defRPr/>
            </a:pPr>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pPr>
              <a:defRPr/>
            </a:pPr>
            <a:fld id="{5503E7AE-D891-4742-9343-5EF205D83184}" type="slidenum">
              <a:rPr lang="en-SG" smtClean="0">
                <a:solidFill>
                  <a:prstClr val="black">
                    <a:tint val="75000"/>
                  </a:prstClr>
                </a:solidFill>
              </a:rPr>
              <a:pPr>
                <a:defRPr/>
              </a:pPr>
              <a:t>‹#›</a:t>
            </a:fld>
            <a:endParaRPr lang="en-SG" dirty="0">
              <a:solidFill>
                <a:prstClr val="black">
                  <a:tint val="75000"/>
                </a:prstClr>
              </a:solidFill>
            </a:endParaRPr>
          </a:p>
        </p:txBody>
      </p:sp>
    </p:spTree>
    <p:extLst>
      <p:ext uri="{BB962C8B-B14F-4D97-AF65-F5344CB8AC3E}">
        <p14:creationId xmlns:p14="http://schemas.microsoft.com/office/powerpoint/2010/main" val="69221899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6"/>
            <a:ext cx="7886700" cy="787813"/>
          </a:xfrm>
        </p:spPr>
        <p:txBody>
          <a:bodyPr>
            <a:normAutofit/>
          </a:bodyPr>
          <a:lstStyle>
            <a:lvl1pPr>
              <a:defRPr sz="4400"/>
            </a:lvl1pPr>
          </a:lstStyle>
          <a:p>
            <a:r>
              <a:rPr lang="en-US" dirty="0"/>
              <a:t>Click to edit Master title style</a:t>
            </a:r>
          </a:p>
        </p:txBody>
      </p:sp>
      <p:sp>
        <p:nvSpPr>
          <p:cNvPr id="3" name="Content Placeholder 2"/>
          <p:cNvSpPr>
            <a:spLocks noGrp="1"/>
          </p:cNvSpPr>
          <p:nvPr>
            <p:ph idx="1"/>
          </p:nvPr>
        </p:nvSpPr>
        <p:spPr>
          <a:xfrm>
            <a:off x="628650" y="1285461"/>
            <a:ext cx="7886700" cy="4891502"/>
          </a:xfrm>
        </p:spPr>
        <p:txBody>
          <a:bodyPr/>
          <a:lstStyle>
            <a:lvl1pPr>
              <a:defRPr sz="3200"/>
            </a:lvl1pPr>
            <a:lvl2pPr>
              <a:defRPr sz="2800"/>
            </a:lvl2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pPr>
              <a:defRPr/>
            </a:pPr>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pPr>
              <a:defRPr/>
            </a:pPr>
            <a:fld id="{D5741C6D-44DB-4C04-9CB5-747DFD8034D5}" type="slidenum">
              <a:rPr lang="en-SG" smtClean="0">
                <a:solidFill>
                  <a:prstClr val="black">
                    <a:tint val="75000"/>
                  </a:prstClr>
                </a:solidFill>
              </a:rPr>
              <a:pPr>
                <a:defRPr/>
              </a:pPr>
              <a:t>‹#›</a:t>
            </a:fld>
            <a:endParaRPr lang="en-SG" dirty="0">
              <a:solidFill>
                <a:prstClr val="black">
                  <a:tint val="75000"/>
                </a:prstClr>
              </a:solidFill>
            </a:endParaRPr>
          </a:p>
        </p:txBody>
      </p:sp>
    </p:spTree>
    <p:extLst>
      <p:ext uri="{BB962C8B-B14F-4D97-AF65-F5344CB8AC3E}">
        <p14:creationId xmlns:p14="http://schemas.microsoft.com/office/powerpoint/2010/main" val="249707016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pPr>
              <a:defRPr/>
            </a:pPr>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pPr>
              <a:defRPr/>
            </a:pPr>
            <a:fld id="{389AF2F3-A1D1-4097-8ADA-9467C774BABF}" type="slidenum">
              <a:rPr lang="en-SG" smtClean="0">
                <a:solidFill>
                  <a:prstClr val="black">
                    <a:tint val="75000"/>
                  </a:prstClr>
                </a:solidFill>
              </a:rPr>
              <a:pPr>
                <a:defRPr/>
              </a:pPr>
              <a:t>‹#›</a:t>
            </a:fld>
            <a:endParaRPr lang="en-SG" dirty="0">
              <a:solidFill>
                <a:prstClr val="black">
                  <a:tint val="75000"/>
                </a:prstClr>
              </a:solidFill>
            </a:endParaRPr>
          </a:p>
        </p:txBody>
      </p:sp>
    </p:spTree>
    <p:extLst>
      <p:ext uri="{BB962C8B-B14F-4D97-AF65-F5344CB8AC3E}">
        <p14:creationId xmlns:p14="http://schemas.microsoft.com/office/powerpoint/2010/main" val="31323355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pPr>
              <a:defRPr/>
            </a:pPr>
            <a:endParaRPr lang="en-US" dirty="0">
              <a:solidFill>
                <a:prstClr val="black">
                  <a:tint val="75000"/>
                </a:prstClr>
              </a:solidFill>
            </a:endParaRPr>
          </a:p>
        </p:txBody>
      </p:sp>
      <p:sp>
        <p:nvSpPr>
          <p:cNvPr id="6" name="Footer Placeholder 5"/>
          <p:cNvSpPr>
            <a:spLocks noGrp="1"/>
          </p:cNvSpPr>
          <p:nvPr>
            <p:ph type="ftr" sz="quarter" idx="11"/>
          </p:nvPr>
        </p:nvSpPr>
        <p:spPr/>
        <p:txBody>
          <a:bodyPr/>
          <a:lstStyle/>
          <a:p>
            <a:endParaRPr lang="en-US" dirty="0">
              <a:solidFill>
                <a:prstClr val="black">
                  <a:tint val="75000"/>
                </a:prstClr>
              </a:solidFill>
            </a:endParaRPr>
          </a:p>
        </p:txBody>
      </p:sp>
      <p:sp>
        <p:nvSpPr>
          <p:cNvPr id="7" name="Slide Number Placeholder 6"/>
          <p:cNvSpPr>
            <a:spLocks noGrp="1"/>
          </p:cNvSpPr>
          <p:nvPr>
            <p:ph type="sldNum" sz="quarter" idx="12"/>
          </p:nvPr>
        </p:nvSpPr>
        <p:spPr/>
        <p:txBody>
          <a:bodyPr/>
          <a:lstStyle/>
          <a:p>
            <a:pPr>
              <a:defRPr/>
            </a:pPr>
            <a:fld id="{389D06B8-A366-4D7D-8D93-3C162260D047}" type="slidenum">
              <a:rPr lang="en-SG" smtClean="0">
                <a:solidFill>
                  <a:prstClr val="black">
                    <a:tint val="75000"/>
                  </a:prstClr>
                </a:solidFill>
              </a:rPr>
              <a:pPr>
                <a:defRPr/>
              </a:pPr>
              <a:t>‹#›</a:t>
            </a:fld>
            <a:endParaRPr lang="en-SG" dirty="0">
              <a:solidFill>
                <a:prstClr val="black">
                  <a:tint val="75000"/>
                </a:prstClr>
              </a:solidFill>
            </a:endParaRPr>
          </a:p>
        </p:txBody>
      </p:sp>
    </p:spTree>
    <p:extLst>
      <p:ext uri="{BB962C8B-B14F-4D97-AF65-F5344CB8AC3E}">
        <p14:creationId xmlns:p14="http://schemas.microsoft.com/office/powerpoint/2010/main" val="208094575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7D8B09C-13EB-4CA6-8318-C71FFF147362}" type="datetimeFigureOut">
              <a:rPr lang="en-GB" smtClean="0">
                <a:solidFill>
                  <a:prstClr val="black">
                    <a:tint val="75000"/>
                  </a:prstClr>
                </a:solidFill>
              </a:rPr>
              <a:pPr/>
              <a:t>07/04/2020</a:t>
            </a:fld>
            <a:endParaRPr lang="en-GB">
              <a:solidFill>
                <a:prstClr val="black">
                  <a:tint val="75000"/>
                </a:prstClr>
              </a:solidFill>
            </a:endParaRPr>
          </a:p>
        </p:txBody>
      </p:sp>
      <p:sp>
        <p:nvSpPr>
          <p:cNvPr id="8" name="Footer Placeholder 7"/>
          <p:cNvSpPr>
            <a:spLocks noGrp="1"/>
          </p:cNvSpPr>
          <p:nvPr>
            <p:ph type="ftr" sz="quarter" idx="11"/>
          </p:nvPr>
        </p:nvSpPr>
        <p:spPr/>
        <p:txBody>
          <a:bodyPr/>
          <a:lstStyle/>
          <a:p>
            <a:pPr defTabSz="342900"/>
            <a:endParaRPr lang="en-GB">
              <a:solidFill>
                <a:prstClr val="black"/>
              </a:solidFill>
            </a:endParaRPr>
          </a:p>
        </p:txBody>
      </p:sp>
      <p:sp>
        <p:nvSpPr>
          <p:cNvPr id="9" name="Slide Number Placeholder 8"/>
          <p:cNvSpPr>
            <a:spLocks noGrp="1"/>
          </p:cNvSpPr>
          <p:nvPr>
            <p:ph type="sldNum" sz="quarter" idx="12"/>
          </p:nvPr>
        </p:nvSpPr>
        <p:spPr/>
        <p:txBody>
          <a:bodyPr/>
          <a:lstStyle/>
          <a:p>
            <a:fld id="{C046ACBB-F916-485C-B55C-4C7F5486AD85}" type="slidenum">
              <a:rPr lang="en-GB" smtClean="0">
                <a:solidFill>
                  <a:prstClr val="black">
                    <a:tint val="75000"/>
                  </a:prstClr>
                </a:solidFill>
              </a:rPr>
              <a:pPr/>
              <a:t>‹#›</a:t>
            </a:fld>
            <a:endParaRPr lang="en-GB">
              <a:solidFill>
                <a:prstClr val="black">
                  <a:tint val="75000"/>
                </a:prstClr>
              </a:solidFill>
            </a:endParaRPr>
          </a:p>
        </p:txBody>
      </p:sp>
    </p:spTree>
    <p:extLst>
      <p:ext uri="{BB962C8B-B14F-4D97-AF65-F5344CB8AC3E}">
        <p14:creationId xmlns:p14="http://schemas.microsoft.com/office/powerpoint/2010/main" val="196543477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7D8B09C-13EB-4CA6-8318-C71FFF147362}" type="datetimeFigureOut">
              <a:rPr lang="en-GB" smtClean="0">
                <a:solidFill>
                  <a:prstClr val="black">
                    <a:tint val="75000"/>
                  </a:prstClr>
                </a:solidFill>
              </a:rPr>
              <a:pPr/>
              <a:t>07/04/2020</a:t>
            </a:fld>
            <a:endParaRPr lang="en-GB">
              <a:solidFill>
                <a:prstClr val="black">
                  <a:tint val="75000"/>
                </a:prstClr>
              </a:solidFill>
            </a:endParaRPr>
          </a:p>
        </p:txBody>
      </p:sp>
      <p:sp>
        <p:nvSpPr>
          <p:cNvPr id="4" name="Footer Placeholder 3"/>
          <p:cNvSpPr>
            <a:spLocks noGrp="1"/>
          </p:cNvSpPr>
          <p:nvPr>
            <p:ph type="ftr" sz="quarter" idx="11"/>
          </p:nvPr>
        </p:nvSpPr>
        <p:spPr/>
        <p:txBody>
          <a:bodyPr/>
          <a:lstStyle/>
          <a:p>
            <a:pPr defTabSz="342900"/>
            <a:endParaRPr lang="en-GB">
              <a:solidFill>
                <a:prstClr val="black"/>
              </a:solidFill>
            </a:endParaRPr>
          </a:p>
        </p:txBody>
      </p:sp>
      <p:sp>
        <p:nvSpPr>
          <p:cNvPr id="5" name="Slide Number Placeholder 4"/>
          <p:cNvSpPr>
            <a:spLocks noGrp="1"/>
          </p:cNvSpPr>
          <p:nvPr>
            <p:ph type="sldNum" sz="quarter" idx="12"/>
          </p:nvPr>
        </p:nvSpPr>
        <p:spPr/>
        <p:txBody>
          <a:bodyPr/>
          <a:lstStyle/>
          <a:p>
            <a:fld id="{C046ACBB-F916-485C-B55C-4C7F5486AD85}" type="slidenum">
              <a:rPr lang="en-GB" smtClean="0">
                <a:solidFill>
                  <a:prstClr val="black">
                    <a:tint val="75000"/>
                  </a:prstClr>
                </a:solidFill>
              </a:rPr>
              <a:pPr/>
              <a:t>‹#›</a:t>
            </a:fld>
            <a:endParaRPr lang="en-GB">
              <a:solidFill>
                <a:prstClr val="black">
                  <a:tint val="75000"/>
                </a:prstClr>
              </a:solidFill>
            </a:endParaRPr>
          </a:p>
        </p:txBody>
      </p:sp>
    </p:spTree>
    <p:extLst>
      <p:ext uri="{BB962C8B-B14F-4D97-AF65-F5344CB8AC3E}">
        <p14:creationId xmlns:p14="http://schemas.microsoft.com/office/powerpoint/2010/main" val="108379732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7D8B09C-13EB-4CA6-8318-C71FFF147362}" type="datetimeFigureOut">
              <a:rPr lang="en-GB" smtClean="0">
                <a:solidFill>
                  <a:prstClr val="black">
                    <a:tint val="75000"/>
                  </a:prstClr>
                </a:solidFill>
              </a:rPr>
              <a:pPr/>
              <a:t>07/04/2020</a:t>
            </a:fld>
            <a:endParaRPr lang="en-GB">
              <a:solidFill>
                <a:prstClr val="black">
                  <a:tint val="75000"/>
                </a:prstClr>
              </a:solidFill>
            </a:endParaRPr>
          </a:p>
        </p:txBody>
      </p:sp>
      <p:sp>
        <p:nvSpPr>
          <p:cNvPr id="3" name="Footer Placeholder 2"/>
          <p:cNvSpPr>
            <a:spLocks noGrp="1"/>
          </p:cNvSpPr>
          <p:nvPr>
            <p:ph type="ftr" sz="quarter" idx="11"/>
          </p:nvPr>
        </p:nvSpPr>
        <p:spPr/>
        <p:txBody>
          <a:bodyPr/>
          <a:lstStyle/>
          <a:p>
            <a:pPr defTabSz="342900"/>
            <a:endParaRPr lang="en-GB">
              <a:solidFill>
                <a:prstClr val="black"/>
              </a:solidFill>
            </a:endParaRPr>
          </a:p>
        </p:txBody>
      </p:sp>
      <p:sp>
        <p:nvSpPr>
          <p:cNvPr id="4" name="Slide Number Placeholder 3"/>
          <p:cNvSpPr>
            <a:spLocks noGrp="1"/>
          </p:cNvSpPr>
          <p:nvPr>
            <p:ph type="sldNum" sz="quarter" idx="12"/>
          </p:nvPr>
        </p:nvSpPr>
        <p:spPr/>
        <p:txBody>
          <a:bodyPr/>
          <a:lstStyle/>
          <a:p>
            <a:fld id="{C046ACBB-F916-485C-B55C-4C7F5486AD85}" type="slidenum">
              <a:rPr lang="en-GB" smtClean="0">
                <a:solidFill>
                  <a:prstClr val="black">
                    <a:tint val="75000"/>
                  </a:prstClr>
                </a:solidFill>
              </a:rPr>
              <a:pPr/>
              <a:t>‹#›</a:t>
            </a:fld>
            <a:endParaRPr lang="en-GB">
              <a:solidFill>
                <a:prstClr val="black">
                  <a:tint val="75000"/>
                </a:prstClr>
              </a:solidFill>
            </a:endParaRPr>
          </a:p>
        </p:txBody>
      </p:sp>
    </p:spTree>
    <p:extLst>
      <p:ext uri="{BB962C8B-B14F-4D97-AF65-F5344CB8AC3E}">
        <p14:creationId xmlns:p14="http://schemas.microsoft.com/office/powerpoint/2010/main" val="262744618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7D8B09C-13EB-4CA6-8318-C71FFF147362}" type="datetimeFigureOut">
              <a:rPr lang="en-GB" smtClean="0">
                <a:solidFill>
                  <a:prstClr val="black">
                    <a:tint val="75000"/>
                  </a:prstClr>
                </a:solidFill>
              </a:rPr>
              <a:pPr/>
              <a:t>07/04/2020</a:t>
            </a:fld>
            <a:endParaRPr lang="en-GB">
              <a:solidFill>
                <a:prstClr val="black">
                  <a:tint val="75000"/>
                </a:prstClr>
              </a:solidFill>
            </a:endParaRPr>
          </a:p>
        </p:txBody>
      </p:sp>
      <p:sp>
        <p:nvSpPr>
          <p:cNvPr id="6" name="Footer Placeholder 5"/>
          <p:cNvSpPr>
            <a:spLocks noGrp="1"/>
          </p:cNvSpPr>
          <p:nvPr>
            <p:ph type="ftr" sz="quarter" idx="11"/>
          </p:nvPr>
        </p:nvSpPr>
        <p:spPr/>
        <p:txBody>
          <a:bodyPr/>
          <a:lstStyle/>
          <a:p>
            <a:pPr defTabSz="342900"/>
            <a:endParaRPr lang="en-GB">
              <a:solidFill>
                <a:prstClr val="black"/>
              </a:solidFill>
            </a:endParaRPr>
          </a:p>
        </p:txBody>
      </p:sp>
      <p:sp>
        <p:nvSpPr>
          <p:cNvPr id="7" name="Slide Number Placeholder 6"/>
          <p:cNvSpPr>
            <a:spLocks noGrp="1"/>
          </p:cNvSpPr>
          <p:nvPr>
            <p:ph type="sldNum" sz="quarter" idx="12"/>
          </p:nvPr>
        </p:nvSpPr>
        <p:spPr/>
        <p:txBody>
          <a:bodyPr/>
          <a:lstStyle/>
          <a:p>
            <a:fld id="{C046ACBB-F916-485C-B55C-4C7F5486AD85}" type="slidenum">
              <a:rPr lang="en-GB" smtClean="0">
                <a:solidFill>
                  <a:prstClr val="black">
                    <a:tint val="75000"/>
                  </a:prstClr>
                </a:solidFill>
              </a:rPr>
              <a:pPr/>
              <a:t>‹#›</a:t>
            </a:fld>
            <a:endParaRPr lang="en-GB">
              <a:solidFill>
                <a:prstClr val="black">
                  <a:tint val="75000"/>
                </a:prstClr>
              </a:solidFill>
            </a:endParaRPr>
          </a:p>
        </p:txBody>
      </p:sp>
    </p:spTree>
    <p:extLst>
      <p:ext uri="{BB962C8B-B14F-4D97-AF65-F5344CB8AC3E}">
        <p14:creationId xmlns:p14="http://schemas.microsoft.com/office/powerpoint/2010/main" val="80916113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7D8B09C-13EB-4CA6-8318-C71FFF147362}" type="datetimeFigureOut">
              <a:rPr lang="en-GB" smtClean="0">
                <a:solidFill>
                  <a:prstClr val="black">
                    <a:tint val="75000"/>
                  </a:prstClr>
                </a:solidFill>
              </a:rPr>
              <a:pPr/>
              <a:t>07/04/2020</a:t>
            </a:fld>
            <a:endParaRPr lang="en-GB">
              <a:solidFill>
                <a:prstClr val="black">
                  <a:tint val="75000"/>
                </a:prstClr>
              </a:solidFill>
            </a:endParaRPr>
          </a:p>
        </p:txBody>
      </p:sp>
      <p:sp>
        <p:nvSpPr>
          <p:cNvPr id="6" name="Footer Placeholder 5"/>
          <p:cNvSpPr>
            <a:spLocks noGrp="1"/>
          </p:cNvSpPr>
          <p:nvPr>
            <p:ph type="ftr" sz="quarter" idx="11"/>
          </p:nvPr>
        </p:nvSpPr>
        <p:spPr/>
        <p:txBody>
          <a:bodyPr/>
          <a:lstStyle/>
          <a:p>
            <a:pPr defTabSz="342900"/>
            <a:endParaRPr lang="en-GB">
              <a:solidFill>
                <a:prstClr val="black"/>
              </a:solidFill>
            </a:endParaRPr>
          </a:p>
        </p:txBody>
      </p:sp>
      <p:sp>
        <p:nvSpPr>
          <p:cNvPr id="7" name="Slide Number Placeholder 6"/>
          <p:cNvSpPr>
            <a:spLocks noGrp="1"/>
          </p:cNvSpPr>
          <p:nvPr>
            <p:ph type="sldNum" sz="quarter" idx="12"/>
          </p:nvPr>
        </p:nvSpPr>
        <p:spPr/>
        <p:txBody>
          <a:bodyPr/>
          <a:lstStyle/>
          <a:p>
            <a:fld id="{C046ACBB-F916-485C-B55C-4C7F5486AD85}" type="slidenum">
              <a:rPr lang="en-GB" smtClean="0">
                <a:solidFill>
                  <a:prstClr val="black">
                    <a:tint val="75000"/>
                  </a:prstClr>
                </a:solidFill>
              </a:rPr>
              <a:pPr/>
              <a:t>‹#›</a:t>
            </a:fld>
            <a:endParaRPr lang="en-GB">
              <a:solidFill>
                <a:prstClr val="black">
                  <a:tint val="75000"/>
                </a:prstClr>
              </a:solidFill>
            </a:endParaRPr>
          </a:p>
        </p:txBody>
      </p:sp>
    </p:spTree>
    <p:extLst>
      <p:ext uri="{BB962C8B-B14F-4D97-AF65-F5344CB8AC3E}">
        <p14:creationId xmlns:p14="http://schemas.microsoft.com/office/powerpoint/2010/main" val="296453565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7D8B09C-13EB-4CA6-8318-C71FFF147362}" type="datetimeFigureOut">
              <a:rPr lang="en-GB" smtClean="0">
                <a:solidFill>
                  <a:prstClr val="black">
                    <a:tint val="75000"/>
                  </a:prstClr>
                </a:solidFill>
              </a:rPr>
              <a:pPr/>
              <a:t>07/04/2020</a:t>
            </a:fld>
            <a:endParaRPr lang="en-GB">
              <a:solidFill>
                <a:prstClr val="black">
                  <a:tint val="75000"/>
                </a:prstClr>
              </a:solidFill>
            </a:endParaRPr>
          </a:p>
        </p:txBody>
      </p:sp>
      <p:sp>
        <p:nvSpPr>
          <p:cNvPr id="5" name="Footer Placeholder 4"/>
          <p:cNvSpPr>
            <a:spLocks noGrp="1"/>
          </p:cNvSpPr>
          <p:nvPr>
            <p:ph type="ftr" sz="quarter" idx="11"/>
          </p:nvPr>
        </p:nvSpPr>
        <p:spPr/>
        <p:txBody>
          <a:bodyPr/>
          <a:lstStyle/>
          <a:p>
            <a:pPr defTabSz="342900"/>
            <a:endParaRPr lang="en-GB">
              <a:solidFill>
                <a:prstClr val="black"/>
              </a:solidFill>
            </a:endParaRPr>
          </a:p>
        </p:txBody>
      </p:sp>
      <p:sp>
        <p:nvSpPr>
          <p:cNvPr id="6" name="Slide Number Placeholder 5"/>
          <p:cNvSpPr>
            <a:spLocks noGrp="1"/>
          </p:cNvSpPr>
          <p:nvPr>
            <p:ph type="sldNum" sz="quarter" idx="12"/>
          </p:nvPr>
        </p:nvSpPr>
        <p:spPr/>
        <p:txBody>
          <a:bodyPr/>
          <a:lstStyle/>
          <a:p>
            <a:fld id="{C046ACBB-F916-485C-B55C-4C7F5486AD85}" type="slidenum">
              <a:rPr lang="en-GB" smtClean="0">
                <a:solidFill>
                  <a:prstClr val="black">
                    <a:tint val="75000"/>
                  </a:prstClr>
                </a:solidFill>
              </a:rPr>
              <a:pPr/>
              <a:t>‹#›</a:t>
            </a:fld>
            <a:endParaRPr lang="en-GB">
              <a:solidFill>
                <a:prstClr val="black">
                  <a:tint val="75000"/>
                </a:prstClr>
              </a:solidFill>
            </a:endParaRPr>
          </a:p>
        </p:txBody>
      </p:sp>
    </p:spTree>
    <p:extLst>
      <p:ext uri="{BB962C8B-B14F-4D97-AF65-F5344CB8AC3E}">
        <p14:creationId xmlns:p14="http://schemas.microsoft.com/office/powerpoint/2010/main" val="203631579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7D8B09C-13EB-4CA6-8318-C71FFF147362}" type="datetimeFigureOut">
              <a:rPr lang="en-GB" smtClean="0">
                <a:solidFill>
                  <a:prstClr val="black">
                    <a:tint val="75000"/>
                  </a:prstClr>
                </a:solidFill>
              </a:rPr>
              <a:pPr/>
              <a:t>07/04/2020</a:t>
            </a:fld>
            <a:endParaRPr lang="en-GB">
              <a:solidFill>
                <a:prstClr val="black">
                  <a:tint val="75000"/>
                </a:prstClr>
              </a:solidFill>
            </a:endParaRPr>
          </a:p>
        </p:txBody>
      </p:sp>
      <p:sp>
        <p:nvSpPr>
          <p:cNvPr id="5" name="Footer Placeholder 4"/>
          <p:cNvSpPr>
            <a:spLocks noGrp="1"/>
          </p:cNvSpPr>
          <p:nvPr>
            <p:ph type="ftr" sz="quarter" idx="11"/>
          </p:nvPr>
        </p:nvSpPr>
        <p:spPr/>
        <p:txBody>
          <a:bodyPr/>
          <a:lstStyle/>
          <a:p>
            <a:pPr defTabSz="342900"/>
            <a:endParaRPr lang="en-GB">
              <a:solidFill>
                <a:prstClr val="black"/>
              </a:solidFill>
            </a:endParaRPr>
          </a:p>
        </p:txBody>
      </p:sp>
      <p:sp>
        <p:nvSpPr>
          <p:cNvPr id="6" name="Slide Number Placeholder 5"/>
          <p:cNvSpPr>
            <a:spLocks noGrp="1"/>
          </p:cNvSpPr>
          <p:nvPr>
            <p:ph type="sldNum" sz="quarter" idx="12"/>
          </p:nvPr>
        </p:nvSpPr>
        <p:spPr/>
        <p:txBody>
          <a:bodyPr/>
          <a:lstStyle/>
          <a:p>
            <a:fld id="{C046ACBB-F916-485C-B55C-4C7F5486AD85}" type="slidenum">
              <a:rPr lang="en-GB" smtClean="0">
                <a:solidFill>
                  <a:prstClr val="black">
                    <a:tint val="75000"/>
                  </a:prstClr>
                </a:solidFill>
              </a:rPr>
              <a:pPr/>
              <a:t>‹#›</a:t>
            </a:fld>
            <a:endParaRPr lang="en-GB">
              <a:solidFill>
                <a:prstClr val="black">
                  <a:tint val="75000"/>
                </a:prstClr>
              </a:solidFill>
            </a:endParaRPr>
          </a:p>
        </p:txBody>
      </p:sp>
    </p:spTree>
    <p:extLst>
      <p:ext uri="{BB962C8B-B14F-4D97-AF65-F5344CB8AC3E}">
        <p14:creationId xmlns:p14="http://schemas.microsoft.com/office/powerpoint/2010/main" val="367015414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sp>
        <p:nvSpPr>
          <p:cNvPr id="7" name="Title 1"/>
          <p:cNvSpPr>
            <a:spLocks noGrp="1"/>
          </p:cNvSpPr>
          <p:nvPr>
            <p:ph type="ctrTitle"/>
          </p:nvPr>
        </p:nvSpPr>
        <p:spPr>
          <a:xfrm>
            <a:off x="685800" y="2130427"/>
            <a:ext cx="7772400" cy="1470025"/>
          </a:xfrm>
          <a:prstGeom prst="rect">
            <a:avLst/>
          </a:prstGeom>
        </p:spPr>
        <p:txBody>
          <a:bodyPr/>
          <a:lstStyle/>
          <a:p>
            <a:r>
              <a:rPr lang="en-US"/>
              <a:t>Click to edit Master title style</a:t>
            </a:r>
            <a:endParaRPr lang="en-SG"/>
          </a:p>
        </p:txBody>
      </p:sp>
      <p:sp>
        <p:nvSpPr>
          <p:cNvPr id="8" name="Subtitle 2"/>
          <p:cNvSpPr>
            <a:spLocks noGrp="1"/>
          </p:cNvSpPr>
          <p:nvPr>
            <p:ph type="subTitle" idx="1"/>
          </p:nvPr>
        </p:nvSpPr>
        <p:spPr>
          <a:xfrm>
            <a:off x="1371600" y="3886200"/>
            <a:ext cx="6400800" cy="1752600"/>
          </a:xfrm>
          <a:prstGeom prst="rect">
            <a:avLst/>
          </a:prstGeom>
        </p:spPr>
        <p:txBody>
          <a:bodyPr/>
          <a:lstStyle>
            <a:lvl1pPr marL="0" indent="0" algn="ctr">
              <a:buNone/>
              <a:defRPr/>
            </a:lvl1pPr>
            <a:lvl2pPr marL="342900" indent="0" algn="ctr">
              <a:buNone/>
              <a:defRPr/>
            </a:lvl2pPr>
            <a:lvl3pPr marL="685800" indent="0" algn="ctr">
              <a:buNone/>
              <a:defRPr/>
            </a:lvl3pPr>
            <a:lvl4pPr marL="1028700" indent="0" algn="ctr">
              <a:buNone/>
              <a:defRPr/>
            </a:lvl4pPr>
            <a:lvl5pPr marL="1371600" indent="0" algn="ctr">
              <a:buNone/>
              <a:defRPr/>
            </a:lvl5pPr>
            <a:lvl6pPr marL="1714500" indent="0" algn="ctr">
              <a:buNone/>
              <a:defRPr/>
            </a:lvl6pPr>
            <a:lvl7pPr marL="2057400" indent="0" algn="ctr">
              <a:buNone/>
              <a:defRPr/>
            </a:lvl7pPr>
            <a:lvl8pPr marL="2400300" indent="0" algn="ctr">
              <a:buNone/>
              <a:defRPr/>
            </a:lvl8pPr>
            <a:lvl9pPr marL="2743200" indent="0" algn="ctr">
              <a:buNone/>
              <a:defRPr/>
            </a:lvl9pPr>
          </a:lstStyle>
          <a:p>
            <a:r>
              <a:rPr lang="en-US"/>
              <a:t>Click to edit Master subtitle style</a:t>
            </a:r>
            <a:endParaRPr lang="en-SG"/>
          </a:p>
        </p:txBody>
      </p:sp>
      <p:sp>
        <p:nvSpPr>
          <p:cNvPr id="9" name="Rectangle 3"/>
          <p:cNvSpPr>
            <a:spLocks noGrp="1" noChangeArrowheads="1"/>
          </p:cNvSpPr>
          <p:nvPr>
            <p:ph type="dt" idx="10"/>
          </p:nvPr>
        </p:nvSpPr>
        <p:spPr>
          <a:xfrm>
            <a:off x="457201" y="6353177"/>
            <a:ext cx="2092325" cy="371475"/>
          </a:xfrm>
          <a:prstGeom prst="rect">
            <a:avLst/>
          </a:prstGeom>
          <a:ln/>
        </p:spPr>
        <p:txBody>
          <a:bodyPr/>
          <a:lstStyle>
            <a:lvl1pPr>
              <a:defRPr/>
            </a:lvl1pPr>
          </a:lstStyle>
          <a:p>
            <a:pPr>
              <a:defRPr/>
            </a:pPr>
            <a:endParaRPr lang="en-US" dirty="0">
              <a:solidFill>
                <a:prstClr val="black">
                  <a:tint val="75000"/>
                </a:prstClr>
              </a:solidFill>
            </a:endParaRPr>
          </a:p>
        </p:txBody>
      </p:sp>
      <p:sp>
        <p:nvSpPr>
          <p:cNvPr id="10" name="Rectangle 5"/>
          <p:cNvSpPr>
            <a:spLocks noGrp="1" noChangeArrowheads="1"/>
          </p:cNvSpPr>
          <p:nvPr>
            <p:ph type="sldNum" idx="11"/>
          </p:nvPr>
        </p:nvSpPr>
        <p:spPr>
          <a:xfrm>
            <a:off x="6553201" y="6353177"/>
            <a:ext cx="2092325" cy="371475"/>
          </a:xfrm>
          <a:prstGeom prst="rect">
            <a:avLst/>
          </a:prstGeom>
          <a:ln/>
        </p:spPr>
        <p:txBody>
          <a:bodyPr/>
          <a:lstStyle>
            <a:lvl1pPr>
              <a:defRPr/>
            </a:lvl1pPr>
          </a:lstStyle>
          <a:p>
            <a:pPr>
              <a:defRPr/>
            </a:pPr>
            <a:fld id="{5503E7AE-D891-4742-9343-5EF205D83184}" type="slidenum">
              <a:rPr lang="en-SG">
                <a:solidFill>
                  <a:prstClr val="black">
                    <a:tint val="75000"/>
                  </a:prstClr>
                </a:solidFill>
              </a:rPr>
              <a:pPr>
                <a:defRPr/>
              </a:pPr>
              <a:t>‹#›</a:t>
            </a:fld>
            <a:endParaRPr lang="en-SG" dirty="0">
              <a:solidFill>
                <a:prstClr val="black">
                  <a:tint val="75000"/>
                </a:prstClr>
              </a:solidFill>
            </a:endParaRPr>
          </a:p>
        </p:txBody>
      </p:sp>
    </p:spTree>
    <p:extLst>
      <p:ext uri="{BB962C8B-B14F-4D97-AF65-F5344CB8AC3E}">
        <p14:creationId xmlns:p14="http://schemas.microsoft.com/office/powerpoint/2010/main" val="72928376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7" name="Title 1"/>
          <p:cNvSpPr>
            <a:spLocks noGrp="1"/>
          </p:cNvSpPr>
          <p:nvPr>
            <p:ph type="title"/>
          </p:nvPr>
        </p:nvSpPr>
        <p:spPr>
          <a:xfrm>
            <a:off x="285751" y="268288"/>
            <a:ext cx="8531225" cy="762000"/>
          </a:xfrm>
        </p:spPr>
        <p:txBody>
          <a:bodyPr/>
          <a:lstStyle/>
          <a:p>
            <a:r>
              <a:rPr lang="en-US" dirty="0"/>
              <a:t>Click to edit Master title style</a:t>
            </a:r>
            <a:endParaRPr lang="en-SG" dirty="0"/>
          </a:p>
        </p:txBody>
      </p:sp>
      <p:sp>
        <p:nvSpPr>
          <p:cNvPr id="8" name="Content Placeholder 2"/>
          <p:cNvSpPr>
            <a:spLocks noGrp="1"/>
          </p:cNvSpPr>
          <p:nvPr>
            <p:ph idx="1"/>
          </p:nvPr>
        </p:nvSpPr>
        <p:spPr>
          <a:xfrm>
            <a:off x="285751" y="1214438"/>
            <a:ext cx="8531225" cy="48704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9" name="Rectangle 3"/>
          <p:cNvSpPr>
            <a:spLocks noGrp="1" noChangeArrowheads="1"/>
          </p:cNvSpPr>
          <p:nvPr>
            <p:ph type="dt" idx="10"/>
          </p:nvPr>
        </p:nvSpPr>
        <p:spPr>
          <a:xfrm>
            <a:off x="457201" y="6353177"/>
            <a:ext cx="2092325" cy="371475"/>
          </a:xfrm>
          <a:ln/>
        </p:spPr>
        <p:txBody>
          <a:bodyPr/>
          <a:lstStyle>
            <a:lvl1pPr>
              <a:defRPr/>
            </a:lvl1pPr>
          </a:lstStyle>
          <a:p>
            <a:pPr>
              <a:defRPr/>
            </a:pPr>
            <a:endParaRPr lang="en-US" dirty="0">
              <a:solidFill>
                <a:prstClr val="black">
                  <a:tint val="75000"/>
                </a:prstClr>
              </a:solidFill>
            </a:endParaRPr>
          </a:p>
        </p:txBody>
      </p:sp>
      <p:sp>
        <p:nvSpPr>
          <p:cNvPr id="10" name="Rectangle 5"/>
          <p:cNvSpPr>
            <a:spLocks noGrp="1" noChangeArrowheads="1"/>
          </p:cNvSpPr>
          <p:nvPr>
            <p:ph type="sldNum" idx="11"/>
          </p:nvPr>
        </p:nvSpPr>
        <p:spPr>
          <a:xfrm>
            <a:off x="6553201" y="6353177"/>
            <a:ext cx="2092325" cy="371475"/>
          </a:xfrm>
          <a:ln/>
        </p:spPr>
        <p:txBody>
          <a:bodyPr/>
          <a:lstStyle>
            <a:lvl1pPr>
              <a:defRPr/>
            </a:lvl1pPr>
          </a:lstStyle>
          <a:p>
            <a:pPr>
              <a:defRPr/>
            </a:pPr>
            <a:fld id="{D5741C6D-44DB-4C04-9CB5-747DFD8034D5}" type="slidenum">
              <a:rPr lang="en-SG">
                <a:solidFill>
                  <a:prstClr val="black">
                    <a:tint val="75000"/>
                  </a:prstClr>
                </a:solidFill>
              </a:rPr>
              <a:pPr>
                <a:defRPr/>
              </a:pPr>
              <a:t>‹#›</a:t>
            </a:fld>
            <a:endParaRPr lang="en-SG" dirty="0">
              <a:solidFill>
                <a:prstClr val="black">
                  <a:tint val="75000"/>
                </a:prstClr>
              </a:solidFill>
            </a:endParaRPr>
          </a:p>
        </p:txBody>
      </p:sp>
    </p:spTree>
    <p:extLst>
      <p:ext uri="{BB962C8B-B14F-4D97-AF65-F5344CB8AC3E}">
        <p14:creationId xmlns:p14="http://schemas.microsoft.com/office/powerpoint/2010/main" val="171962975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1_Section Header">
    <p:spTree>
      <p:nvGrpSpPr>
        <p:cNvPr id="1" name=""/>
        <p:cNvGrpSpPr/>
        <p:nvPr/>
      </p:nvGrpSpPr>
      <p:grpSpPr>
        <a:xfrm>
          <a:off x="0" y="0"/>
          <a:ext cx="0" cy="0"/>
          <a:chOff x="0" y="0"/>
          <a:chExt cx="0" cy="0"/>
        </a:xfrm>
      </p:grpSpPr>
      <p:sp>
        <p:nvSpPr>
          <p:cNvPr id="7" name="Title 1"/>
          <p:cNvSpPr>
            <a:spLocks noGrp="1"/>
          </p:cNvSpPr>
          <p:nvPr>
            <p:ph type="title"/>
          </p:nvPr>
        </p:nvSpPr>
        <p:spPr>
          <a:xfrm>
            <a:off x="722313" y="4406902"/>
            <a:ext cx="7772400" cy="1362075"/>
          </a:xfrm>
        </p:spPr>
        <p:txBody>
          <a:bodyPr anchor="t"/>
          <a:lstStyle>
            <a:lvl1pPr algn="l">
              <a:defRPr sz="3000" b="1" cap="all"/>
            </a:lvl1pPr>
          </a:lstStyle>
          <a:p>
            <a:r>
              <a:rPr lang="en-US"/>
              <a:t>Click to edit Master title style</a:t>
            </a:r>
            <a:endParaRPr lang="en-SG"/>
          </a:p>
        </p:txBody>
      </p:sp>
      <p:sp>
        <p:nvSpPr>
          <p:cNvPr id="8" name="Text Placeholder 2"/>
          <p:cNvSpPr>
            <a:spLocks noGrp="1"/>
          </p:cNvSpPr>
          <p:nvPr>
            <p:ph type="body" idx="1"/>
          </p:nvPr>
        </p:nvSpPr>
        <p:spPr>
          <a:xfrm>
            <a:off x="722313" y="2906713"/>
            <a:ext cx="7772400" cy="1500187"/>
          </a:xfrm>
        </p:spPr>
        <p:txBody>
          <a:bodyPr anchor="b"/>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en-US"/>
              <a:t>Click to edit Master text styles</a:t>
            </a:r>
          </a:p>
        </p:txBody>
      </p:sp>
      <p:sp>
        <p:nvSpPr>
          <p:cNvPr id="9" name="Rectangle 3"/>
          <p:cNvSpPr>
            <a:spLocks noGrp="1" noChangeArrowheads="1"/>
          </p:cNvSpPr>
          <p:nvPr>
            <p:ph type="dt" idx="10"/>
          </p:nvPr>
        </p:nvSpPr>
        <p:spPr>
          <a:xfrm>
            <a:off x="457201" y="6353177"/>
            <a:ext cx="2092325" cy="371475"/>
          </a:xfrm>
          <a:ln/>
        </p:spPr>
        <p:txBody>
          <a:bodyPr/>
          <a:lstStyle>
            <a:lvl1pPr>
              <a:defRPr/>
            </a:lvl1pPr>
          </a:lstStyle>
          <a:p>
            <a:pPr>
              <a:defRPr/>
            </a:pPr>
            <a:endParaRPr lang="en-US" dirty="0">
              <a:solidFill>
                <a:prstClr val="black">
                  <a:tint val="75000"/>
                </a:prstClr>
              </a:solidFill>
            </a:endParaRPr>
          </a:p>
        </p:txBody>
      </p:sp>
      <p:sp>
        <p:nvSpPr>
          <p:cNvPr id="10" name="Rectangle 5"/>
          <p:cNvSpPr>
            <a:spLocks noGrp="1" noChangeArrowheads="1"/>
          </p:cNvSpPr>
          <p:nvPr>
            <p:ph type="sldNum" idx="11"/>
          </p:nvPr>
        </p:nvSpPr>
        <p:spPr>
          <a:xfrm>
            <a:off x="6553201" y="6353177"/>
            <a:ext cx="2092325" cy="371475"/>
          </a:xfrm>
          <a:ln/>
        </p:spPr>
        <p:txBody>
          <a:bodyPr/>
          <a:lstStyle>
            <a:lvl1pPr>
              <a:defRPr/>
            </a:lvl1pPr>
          </a:lstStyle>
          <a:p>
            <a:pPr>
              <a:defRPr/>
            </a:pPr>
            <a:fld id="{389AF2F3-A1D1-4097-8ADA-9467C774BABF}" type="slidenum">
              <a:rPr lang="en-SG">
                <a:solidFill>
                  <a:prstClr val="black">
                    <a:tint val="75000"/>
                  </a:prstClr>
                </a:solidFill>
              </a:rPr>
              <a:pPr>
                <a:defRPr/>
              </a:pPr>
              <a:t>‹#›</a:t>
            </a:fld>
            <a:endParaRPr lang="en-SG" dirty="0">
              <a:solidFill>
                <a:prstClr val="black">
                  <a:tint val="75000"/>
                </a:prstClr>
              </a:solidFill>
            </a:endParaRPr>
          </a:p>
        </p:txBody>
      </p:sp>
    </p:spTree>
    <p:extLst>
      <p:ext uri="{BB962C8B-B14F-4D97-AF65-F5344CB8AC3E}">
        <p14:creationId xmlns:p14="http://schemas.microsoft.com/office/powerpoint/2010/main" val="3015503130"/>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1_Two Content">
    <p:spTree>
      <p:nvGrpSpPr>
        <p:cNvPr id="1" name=""/>
        <p:cNvGrpSpPr/>
        <p:nvPr/>
      </p:nvGrpSpPr>
      <p:grpSpPr>
        <a:xfrm>
          <a:off x="0" y="0"/>
          <a:ext cx="0" cy="0"/>
          <a:chOff x="0" y="0"/>
          <a:chExt cx="0" cy="0"/>
        </a:xfrm>
      </p:grpSpPr>
      <p:sp>
        <p:nvSpPr>
          <p:cNvPr id="8" name="Title 1"/>
          <p:cNvSpPr>
            <a:spLocks noGrp="1"/>
          </p:cNvSpPr>
          <p:nvPr>
            <p:ph type="title"/>
          </p:nvPr>
        </p:nvSpPr>
        <p:spPr>
          <a:xfrm>
            <a:off x="285751" y="268288"/>
            <a:ext cx="8531225" cy="762000"/>
          </a:xfrm>
        </p:spPr>
        <p:txBody>
          <a:bodyPr/>
          <a:lstStyle/>
          <a:p>
            <a:r>
              <a:rPr lang="en-US" dirty="0"/>
              <a:t>Click to edit Master title style</a:t>
            </a:r>
            <a:endParaRPr lang="en-SG" dirty="0"/>
          </a:p>
        </p:txBody>
      </p:sp>
      <p:sp>
        <p:nvSpPr>
          <p:cNvPr id="9" name="Content Placeholder 2"/>
          <p:cNvSpPr>
            <a:spLocks noGrp="1"/>
          </p:cNvSpPr>
          <p:nvPr>
            <p:ph sz="half" idx="1"/>
          </p:nvPr>
        </p:nvSpPr>
        <p:spPr>
          <a:xfrm>
            <a:off x="285751" y="1214438"/>
            <a:ext cx="4189413" cy="487045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10" name="Content Placeholder 3"/>
          <p:cNvSpPr>
            <a:spLocks noGrp="1"/>
          </p:cNvSpPr>
          <p:nvPr>
            <p:ph sz="half" idx="2"/>
          </p:nvPr>
        </p:nvSpPr>
        <p:spPr>
          <a:xfrm>
            <a:off x="4627564" y="1214438"/>
            <a:ext cx="4189412" cy="487045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11" name="Rectangle 3"/>
          <p:cNvSpPr>
            <a:spLocks noGrp="1" noChangeArrowheads="1"/>
          </p:cNvSpPr>
          <p:nvPr>
            <p:ph type="dt" idx="10"/>
          </p:nvPr>
        </p:nvSpPr>
        <p:spPr>
          <a:xfrm>
            <a:off x="457201" y="6353177"/>
            <a:ext cx="2092325" cy="371475"/>
          </a:xfrm>
          <a:ln/>
        </p:spPr>
        <p:txBody>
          <a:bodyPr/>
          <a:lstStyle>
            <a:lvl1pPr>
              <a:defRPr/>
            </a:lvl1pPr>
          </a:lstStyle>
          <a:p>
            <a:pPr>
              <a:defRPr/>
            </a:pPr>
            <a:endParaRPr lang="en-US" dirty="0">
              <a:solidFill>
                <a:prstClr val="black">
                  <a:tint val="75000"/>
                </a:prstClr>
              </a:solidFill>
            </a:endParaRPr>
          </a:p>
        </p:txBody>
      </p:sp>
      <p:sp>
        <p:nvSpPr>
          <p:cNvPr id="12" name="Rectangle 5"/>
          <p:cNvSpPr>
            <a:spLocks noGrp="1" noChangeArrowheads="1"/>
          </p:cNvSpPr>
          <p:nvPr>
            <p:ph type="sldNum" idx="11"/>
          </p:nvPr>
        </p:nvSpPr>
        <p:spPr>
          <a:xfrm>
            <a:off x="6553201" y="6353177"/>
            <a:ext cx="2092325" cy="371475"/>
          </a:xfrm>
          <a:ln/>
        </p:spPr>
        <p:txBody>
          <a:bodyPr/>
          <a:lstStyle>
            <a:lvl1pPr>
              <a:defRPr/>
            </a:lvl1pPr>
          </a:lstStyle>
          <a:p>
            <a:pPr>
              <a:defRPr/>
            </a:pPr>
            <a:fld id="{389D06B8-A366-4D7D-8D93-3C162260D047}" type="slidenum">
              <a:rPr lang="en-SG">
                <a:solidFill>
                  <a:prstClr val="black">
                    <a:tint val="75000"/>
                  </a:prstClr>
                </a:solidFill>
              </a:rPr>
              <a:pPr>
                <a:defRPr/>
              </a:pPr>
              <a:t>‹#›</a:t>
            </a:fld>
            <a:endParaRPr lang="en-SG" dirty="0">
              <a:solidFill>
                <a:prstClr val="black">
                  <a:tint val="75000"/>
                </a:prstClr>
              </a:solidFill>
            </a:endParaRPr>
          </a:p>
        </p:txBody>
      </p:sp>
    </p:spTree>
    <p:extLst>
      <p:ext uri="{BB962C8B-B14F-4D97-AF65-F5344CB8AC3E}">
        <p14:creationId xmlns:p14="http://schemas.microsoft.com/office/powerpoint/2010/main" val="1784336508"/>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7" name="Title 1"/>
          <p:cNvSpPr>
            <a:spLocks noGrp="1"/>
          </p:cNvSpPr>
          <p:nvPr>
            <p:ph type="ctrTitle"/>
          </p:nvPr>
        </p:nvSpPr>
        <p:spPr>
          <a:xfrm>
            <a:off x="685800" y="2130425"/>
            <a:ext cx="7772400" cy="1470025"/>
          </a:xfrm>
          <a:prstGeom prst="rect">
            <a:avLst/>
          </a:prstGeom>
        </p:spPr>
        <p:txBody>
          <a:bodyPr/>
          <a:lstStyle/>
          <a:p>
            <a:r>
              <a:rPr lang="en-US"/>
              <a:t>Click to edit Master title style</a:t>
            </a:r>
            <a:endParaRPr lang="en-SG"/>
          </a:p>
        </p:txBody>
      </p:sp>
      <p:sp>
        <p:nvSpPr>
          <p:cNvPr id="8" name="Subtitle 2"/>
          <p:cNvSpPr>
            <a:spLocks noGrp="1"/>
          </p:cNvSpPr>
          <p:nvPr>
            <p:ph type="subTitle" idx="1"/>
          </p:nvPr>
        </p:nvSpPr>
        <p:spPr>
          <a:xfrm>
            <a:off x="1371600" y="3886200"/>
            <a:ext cx="6400800" cy="1752600"/>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endParaRPr lang="en-SG"/>
          </a:p>
        </p:txBody>
      </p:sp>
      <p:sp>
        <p:nvSpPr>
          <p:cNvPr id="9" name="Rectangle 3"/>
          <p:cNvSpPr>
            <a:spLocks noGrp="1" noChangeArrowheads="1"/>
          </p:cNvSpPr>
          <p:nvPr>
            <p:ph type="dt" idx="10"/>
          </p:nvPr>
        </p:nvSpPr>
        <p:spPr>
          <a:xfrm>
            <a:off x="457200" y="6353175"/>
            <a:ext cx="2092325" cy="371475"/>
          </a:xfrm>
          <a:prstGeom prst="rect">
            <a:avLst/>
          </a:prstGeom>
          <a:ln/>
        </p:spPr>
        <p:txBody>
          <a:bodyPr/>
          <a:lstStyle>
            <a:lvl1pPr>
              <a:defRPr/>
            </a:lvl1pPr>
          </a:lstStyle>
          <a:p>
            <a:pPr>
              <a:defRPr/>
            </a:pPr>
            <a:endParaRPr lang="en-US" dirty="0"/>
          </a:p>
        </p:txBody>
      </p:sp>
      <p:sp>
        <p:nvSpPr>
          <p:cNvPr id="10" name="Rectangle 5"/>
          <p:cNvSpPr>
            <a:spLocks noGrp="1" noChangeArrowheads="1"/>
          </p:cNvSpPr>
          <p:nvPr>
            <p:ph type="sldNum" idx="11"/>
          </p:nvPr>
        </p:nvSpPr>
        <p:spPr>
          <a:xfrm>
            <a:off x="6553200" y="6353175"/>
            <a:ext cx="2092325" cy="371475"/>
          </a:xfrm>
          <a:prstGeom prst="rect">
            <a:avLst/>
          </a:prstGeom>
          <a:ln/>
        </p:spPr>
        <p:txBody>
          <a:bodyPr/>
          <a:lstStyle>
            <a:lvl1pPr>
              <a:defRPr/>
            </a:lvl1pPr>
          </a:lstStyle>
          <a:p>
            <a:pPr>
              <a:defRPr/>
            </a:pPr>
            <a:fld id="{5503E7AE-D891-4742-9343-5EF205D83184}" type="slidenum">
              <a:rPr lang="en-SG"/>
              <a:pPr>
                <a:defRPr/>
              </a:pPr>
              <a:t>‹#›</a:t>
            </a:fld>
            <a:endParaRPr lang="en-SG" dirty="0"/>
          </a:p>
        </p:txBody>
      </p:sp>
    </p:spTree>
    <p:extLst>
      <p:ext uri="{BB962C8B-B14F-4D97-AF65-F5344CB8AC3E}">
        <p14:creationId xmlns:p14="http://schemas.microsoft.com/office/powerpoint/2010/main" val="1737690714"/>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7" name="Title 1"/>
          <p:cNvSpPr>
            <a:spLocks noGrp="1"/>
          </p:cNvSpPr>
          <p:nvPr>
            <p:ph type="title"/>
          </p:nvPr>
        </p:nvSpPr>
        <p:spPr>
          <a:xfrm>
            <a:off x="285750" y="268288"/>
            <a:ext cx="8531225" cy="762000"/>
          </a:xfrm>
        </p:spPr>
        <p:txBody>
          <a:bodyPr/>
          <a:lstStyle>
            <a:lvl1pPr>
              <a:defRPr b="1"/>
            </a:lvl1pPr>
          </a:lstStyle>
          <a:p>
            <a:r>
              <a:rPr lang="en-US" dirty="0"/>
              <a:t>Click to edit Master title style</a:t>
            </a:r>
            <a:endParaRPr lang="en-SG" dirty="0"/>
          </a:p>
        </p:txBody>
      </p:sp>
      <p:sp>
        <p:nvSpPr>
          <p:cNvPr id="8" name="Content Placeholder 2"/>
          <p:cNvSpPr>
            <a:spLocks noGrp="1"/>
          </p:cNvSpPr>
          <p:nvPr>
            <p:ph idx="1"/>
          </p:nvPr>
        </p:nvSpPr>
        <p:spPr>
          <a:xfrm>
            <a:off x="285750" y="1214438"/>
            <a:ext cx="8531225" cy="48704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9" name="Rectangle 3"/>
          <p:cNvSpPr>
            <a:spLocks noGrp="1" noChangeArrowheads="1"/>
          </p:cNvSpPr>
          <p:nvPr>
            <p:ph type="dt" idx="10"/>
          </p:nvPr>
        </p:nvSpPr>
        <p:spPr>
          <a:xfrm>
            <a:off x="457200" y="6353175"/>
            <a:ext cx="2092325" cy="371475"/>
          </a:xfrm>
          <a:ln/>
        </p:spPr>
        <p:txBody>
          <a:bodyPr/>
          <a:lstStyle>
            <a:lvl1pPr>
              <a:defRPr/>
            </a:lvl1pPr>
          </a:lstStyle>
          <a:p>
            <a:pPr>
              <a:defRPr/>
            </a:pPr>
            <a:endParaRPr lang="en-US" dirty="0"/>
          </a:p>
        </p:txBody>
      </p:sp>
      <p:sp>
        <p:nvSpPr>
          <p:cNvPr id="10" name="Rectangle 5"/>
          <p:cNvSpPr>
            <a:spLocks noGrp="1" noChangeArrowheads="1"/>
          </p:cNvSpPr>
          <p:nvPr>
            <p:ph type="sldNum" idx="11"/>
          </p:nvPr>
        </p:nvSpPr>
        <p:spPr>
          <a:xfrm>
            <a:off x="6553200" y="6353175"/>
            <a:ext cx="2092325" cy="371475"/>
          </a:xfrm>
          <a:ln/>
        </p:spPr>
        <p:txBody>
          <a:bodyPr/>
          <a:lstStyle>
            <a:lvl1pPr>
              <a:defRPr/>
            </a:lvl1pPr>
          </a:lstStyle>
          <a:p>
            <a:pPr>
              <a:defRPr/>
            </a:pPr>
            <a:fld id="{D5741C6D-44DB-4C04-9CB5-747DFD8034D5}" type="slidenum">
              <a:rPr lang="en-SG"/>
              <a:pPr>
                <a:defRPr/>
              </a:pPr>
              <a:t>‹#›</a:t>
            </a:fld>
            <a:endParaRPr lang="en-SG" dirty="0"/>
          </a:p>
        </p:txBody>
      </p:sp>
    </p:spTree>
    <p:extLst>
      <p:ext uri="{BB962C8B-B14F-4D97-AF65-F5344CB8AC3E}">
        <p14:creationId xmlns:p14="http://schemas.microsoft.com/office/powerpoint/2010/main" val="1679691843"/>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7"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SG"/>
          </a:p>
        </p:txBody>
      </p:sp>
      <p:sp>
        <p:nvSpPr>
          <p:cNvPr id="8"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9" name="Rectangle 3"/>
          <p:cNvSpPr>
            <a:spLocks noGrp="1" noChangeArrowheads="1"/>
          </p:cNvSpPr>
          <p:nvPr>
            <p:ph type="dt" idx="10"/>
          </p:nvPr>
        </p:nvSpPr>
        <p:spPr>
          <a:xfrm>
            <a:off x="457200" y="6353175"/>
            <a:ext cx="2092325" cy="371475"/>
          </a:xfrm>
          <a:ln/>
        </p:spPr>
        <p:txBody>
          <a:bodyPr/>
          <a:lstStyle>
            <a:lvl1pPr>
              <a:defRPr/>
            </a:lvl1pPr>
          </a:lstStyle>
          <a:p>
            <a:pPr>
              <a:defRPr/>
            </a:pPr>
            <a:endParaRPr lang="en-US" dirty="0"/>
          </a:p>
        </p:txBody>
      </p:sp>
      <p:sp>
        <p:nvSpPr>
          <p:cNvPr id="10" name="Rectangle 5"/>
          <p:cNvSpPr>
            <a:spLocks noGrp="1" noChangeArrowheads="1"/>
          </p:cNvSpPr>
          <p:nvPr>
            <p:ph type="sldNum" idx="11"/>
          </p:nvPr>
        </p:nvSpPr>
        <p:spPr>
          <a:xfrm>
            <a:off x="6553200" y="6353175"/>
            <a:ext cx="2092325" cy="371475"/>
          </a:xfrm>
          <a:ln/>
        </p:spPr>
        <p:txBody>
          <a:bodyPr/>
          <a:lstStyle>
            <a:lvl1pPr>
              <a:defRPr/>
            </a:lvl1pPr>
          </a:lstStyle>
          <a:p>
            <a:pPr>
              <a:defRPr/>
            </a:pPr>
            <a:fld id="{389AF2F3-A1D1-4097-8ADA-9467C774BABF}" type="slidenum">
              <a:rPr lang="en-SG"/>
              <a:pPr>
                <a:defRPr/>
              </a:pPr>
              <a:t>‹#›</a:t>
            </a:fld>
            <a:endParaRPr lang="en-SG" dirty="0"/>
          </a:p>
        </p:txBody>
      </p:sp>
    </p:spTree>
    <p:extLst>
      <p:ext uri="{BB962C8B-B14F-4D97-AF65-F5344CB8AC3E}">
        <p14:creationId xmlns:p14="http://schemas.microsoft.com/office/powerpoint/2010/main" val="2248248171"/>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8" name="Title 1"/>
          <p:cNvSpPr>
            <a:spLocks noGrp="1"/>
          </p:cNvSpPr>
          <p:nvPr>
            <p:ph type="title"/>
          </p:nvPr>
        </p:nvSpPr>
        <p:spPr>
          <a:xfrm>
            <a:off x="285750" y="268288"/>
            <a:ext cx="8531225" cy="762000"/>
          </a:xfrm>
        </p:spPr>
        <p:txBody>
          <a:bodyPr/>
          <a:lstStyle/>
          <a:p>
            <a:r>
              <a:rPr lang="en-US" dirty="0"/>
              <a:t>Click to edit Master title style</a:t>
            </a:r>
            <a:endParaRPr lang="en-SG" dirty="0"/>
          </a:p>
        </p:txBody>
      </p:sp>
      <p:sp>
        <p:nvSpPr>
          <p:cNvPr id="9" name="Content Placeholder 2"/>
          <p:cNvSpPr>
            <a:spLocks noGrp="1"/>
          </p:cNvSpPr>
          <p:nvPr>
            <p:ph sz="half" idx="1"/>
          </p:nvPr>
        </p:nvSpPr>
        <p:spPr>
          <a:xfrm>
            <a:off x="285750" y="1214438"/>
            <a:ext cx="4189413" cy="487045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10" name="Content Placeholder 3"/>
          <p:cNvSpPr>
            <a:spLocks noGrp="1"/>
          </p:cNvSpPr>
          <p:nvPr>
            <p:ph sz="half" idx="2"/>
          </p:nvPr>
        </p:nvSpPr>
        <p:spPr>
          <a:xfrm>
            <a:off x="4627563" y="1214438"/>
            <a:ext cx="4189412" cy="487045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11" name="Rectangle 3"/>
          <p:cNvSpPr>
            <a:spLocks noGrp="1" noChangeArrowheads="1"/>
          </p:cNvSpPr>
          <p:nvPr>
            <p:ph type="dt" idx="10"/>
          </p:nvPr>
        </p:nvSpPr>
        <p:spPr>
          <a:xfrm>
            <a:off x="457200" y="6353175"/>
            <a:ext cx="2092325" cy="371475"/>
          </a:xfrm>
          <a:ln/>
        </p:spPr>
        <p:txBody>
          <a:bodyPr/>
          <a:lstStyle>
            <a:lvl1pPr>
              <a:defRPr/>
            </a:lvl1pPr>
          </a:lstStyle>
          <a:p>
            <a:pPr>
              <a:defRPr/>
            </a:pPr>
            <a:endParaRPr lang="en-US" dirty="0"/>
          </a:p>
        </p:txBody>
      </p:sp>
      <p:sp>
        <p:nvSpPr>
          <p:cNvPr id="12" name="Rectangle 5"/>
          <p:cNvSpPr>
            <a:spLocks noGrp="1" noChangeArrowheads="1"/>
          </p:cNvSpPr>
          <p:nvPr>
            <p:ph type="sldNum" idx="11"/>
          </p:nvPr>
        </p:nvSpPr>
        <p:spPr>
          <a:xfrm>
            <a:off x="6553200" y="6353175"/>
            <a:ext cx="2092325" cy="371475"/>
          </a:xfrm>
          <a:ln/>
        </p:spPr>
        <p:txBody>
          <a:bodyPr/>
          <a:lstStyle>
            <a:lvl1pPr>
              <a:defRPr/>
            </a:lvl1pPr>
          </a:lstStyle>
          <a:p>
            <a:pPr>
              <a:defRPr/>
            </a:pPr>
            <a:fld id="{389D06B8-A366-4D7D-8D93-3C162260D047}" type="slidenum">
              <a:rPr lang="en-SG"/>
              <a:pPr>
                <a:defRPr/>
              </a:pPr>
              <a:t>‹#›</a:t>
            </a:fld>
            <a:endParaRPr lang="en-SG" dirty="0"/>
          </a:p>
        </p:txBody>
      </p:sp>
    </p:spTree>
    <p:extLst>
      <p:ext uri="{BB962C8B-B14F-4D97-AF65-F5344CB8AC3E}">
        <p14:creationId xmlns:p14="http://schemas.microsoft.com/office/powerpoint/2010/main" val="1690135875"/>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a:prstGeom prst="rect">
            <a:avLst/>
          </a:prstGeo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681163"/>
            <a:ext cx="3868340"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629842" y="2505075"/>
            <a:ext cx="3868340" cy="3684588"/>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681163"/>
            <a:ext cx="3887391"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4629150" y="2505075"/>
            <a:ext cx="3887391" cy="3684588"/>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a:xfrm>
            <a:off x="628650" y="6356351"/>
            <a:ext cx="2057400" cy="365125"/>
          </a:xfrm>
          <a:prstGeom prst="rect">
            <a:avLst/>
          </a:prstGeom>
        </p:spPr>
        <p:txBody>
          <a:bodyPr/>
          <a:lstStyle/>
          <a:p>
            <a:fld id="{57D8B09C-13EB-4CA6-8318-C71FFF147362}" type="datetimeFigureOut">
              <a:rPr lang="en-GB" smtClean="0"/>
              <a:pPr/>
              <a:t>07/04/2020</a:t>
            </a:fld>
            <a:endParaRPr lang="en-GB"/>
          </a:p>
        </p:txBody>
      </p:sp>
      <p:sp>
        <p:nvSpPr>
          <p:cNvPr id="8" name="Footer Placeholder 7"/>
          <p:cNvSpPr>
            <a:spLocks noGrp="1"/>
          </p:cNvSpPr>
          <p:nvPr>
            <p:ph type="ftr" sz="quarter" idx="11"/>
          </p:nvPr>
        </p:nvSpPr>
        <p:spPr>
          <a:xfrm>
            <a:off x="3028950" y="6356351"/>
            <a:ext cx="3086100" cy="365125"/>
          </a:xfrm>
          <a:prstGeom prst="rect">
            <a:avLst/>
          </a:prstGeom>
        </p:spPr>
        <p:txBody>
          <a:bodyPr/>
          <a:lstStyle/>
          <a:p>
            <a:pPr defTabSz="457200"/>
            <a:endParaRPr lang="en-GB">
              <a:solidFill>
                <a:prstClr val="black"/>
              </a:solidFill>
            </a:endParaRPr>
          </a:p>
        </p:txBody>
      </p:sp>
      <p:sp>
        <p:nvSpPr>
          <p:cNvPr id="9" name="Slide Number Placeholder 8"/>
          <p:cNvSpPr>
            <a:spLocks noGrp="1"/>
          </p:cNvSpPr>
          <p:nvPr>
            <p:ph type="sldNum" sz="quarter" idx="12"/>
          </p:nvPr>
        </p:nvSpPr>
        <p:spPr>
          <a:xfrm>
            <a:off x="6457950" y="6356351"/>
            <a:ext cx="2057400" cy="365125"/>
          </a:xfrm>
          <a:prstGeom prst="rect">
            <a:avLst/>
          </a:prstGeom>
        </p:spPr>
        <p:txBody>
          <a:bodyPr/>
          <a:lstStyle/>
          <a:p>
            <a:fld id="{C046ACBB-F916-485C-B55C-4C7F5486AD85}" type="slidenum">
              <a:rPr lang="en-GB" smtClean="0"/>
              <a:pPr/>
              <a:t>‹#›</a:t>
            </a:fld>
            <a:endParaRPr lang="en-GB"/>
          </a:p>
        </p:txBody>
      </p:sp>
    </p:spTree>
    <p:extLst>
      <p:ext uri="{BB962C8B-B14F-4D97-AF65-F5344CB8AC3E}">
        <p14:creationId xmlns:p14="http://schemas.microsoft.com/office/powerpoint/2010/main" val="1180688474"/>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6"/>
            <a:ext cx="7886700" cy="1325563"/>
          </a:xfrm>
          <a:prstGeom prst="rect">
            <a:avLst/>
          </a:prstGeom>
        </p:spPr>
        <p:txBody>
          <a:bodyPr/>
          <a:lstStyle/>
          <a:p>
            <a:r>
              <a:rPr lang="en-US"/>
              <a:t>Click to edit Master title style</a:t>
            </a:r>
            <a:endParaRPr lang="en-US" dirty="0"/>
          </a:p>
        </p:txBody>
      </p:sp>
      <p:sp>
        <p:nvSpPr>
          <p:cNvPr id="3" name="Date Placeholder 2"/>
          <p:cNvSpPr>
            <a:spLocks noGrp="1"/>
          </p:cNvSpPr>
          <p:nvPr>
            <p:ph type="dt" sz="half" idx="10"/>
          </p:nvPr>
        </p:nvSpPr>
        <p:spPr>
          <a:xfrm>
            <a:off x="628650" y="6356351"/>
            <a:ext cx="2057400" cy="365125"/>
          </a:xfrm>
          <a:prstGeom prst="rect">
            <a:avLst/>
          </a:prstGeom>
        </p:spPr>
        <p:txBody>
          <a:bodyPr/>
          <a:lstStyle/>
          <a:p>
            <a:fld id="{57D8B09C-13EB-4CA6-8318-C71FFF147362}" type="datetimeFigureOut">
              <a:rPr lang="en-GB" smtClean="0"/>
              <a:pPr/>
              <a:t>07/04/2020</a:t>
            </a:fld>
            <a:endParaRPr lang="en-GB"/>
          </a:p>
        </p:txBody>
      </p:sp>
      <p:sp>
        <p:nvSpPr>
          <p:cNvPr id="4" name="Footer Placeholder 3"/>
          <p:cNvSpPr>
            <a:spLocks noGrp="1"/>
          </p:cNvSpPr>
          <p:nvPr>
            <p:ph type="ftr" sz="quarter" idx="11"/>
          </p:nvPr>
        </p:nvSpPr>
        <p:spPr>
          <a:xfrm>
            <a:off x="3028950" y="6356351"/>
            <a:ext cx="3086100" cy="365125"/>
          </a:xfrm>
          <a:prstGeom prst="rect">
            <a:avLst/>
          </a:prstGeom>
        </p:spPr>
        <p:txBody>
          <a:bodyPr/>
          <a:lstStyle/>
          <a:p>
            <a:pPr defTabSz="457200"/>
            <a:endParaRPr lang="en-GB">
              <a:solidFill>
                <a:prstClr val="black"/>
              </a:solidFill>
            </a:endParaRPr>
          </a:p>
        </p:txBody>
      </p:sp>
      <p:sp>
        <p:nvSpPr>
          <p:cNvPr id="5" name="Slide Number Placeholder 4"/>
          <p:cNvSpPr>
            <a:spLocks noGrp="1"/>
          </p:cNvSpPr>
          <p:nvPr>
            <p:ph type="sldNum" sz="quarter" idx="12"/>
          </p:nvPr>
        </p:nvSpPr>
        <p:spPr>
          <a:xfrm>
            <a:off x="6457950" y="6356351"/>
            <a:ext cx="2057400" cy="365125"/>
          </a:xfrm>
          <a:prstGeom prst="rect">
            <a:avLst/>
          </a:prstGeom>
        </p:spPr>
        <p:txBody>
          <a:bodyPr/>
          <a:lstStyle/>
          <a:p>
            <a:fld id="{C046ACBB-F916-485C-B55C-4C7F5486AD85}" type="slidenum">
              <a:rPr lang="en-GB" smtClean="0"/>
              <a:pPr/>
              <a:t>‹#›</a:t>
            </a:fld>
            <a:endParaRPr lang="en-GB"/>
          </a:p>
        </p:txBody>
      </p:sp>
    </p:spTree>
    <p:extLst>
      <p:ext uri="{BB962C8B-B14F-4D97-AF65-F5344CB8AC3E}">
        <p14:creationId xmlns:p14="http://schemas.microsoft.com/office/powerpoint/2010/main" val="648587708"/>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628650" y="6356351"/>
            <a:ext cx="2057400" cy="365125"/>
          </a:xfrm>
          <a:prstGeom prst="rect">
            <a:avLst/>
          </a:prstGeom>
        </p:spPr>
        <p:txBody>
          <a:bodyPr/>
          <a:lstStyle/>
          <a:p>
            <a:fld id="{57D8B09C-13EB-4CA6-8318-C71FFF147362}" type="datetimeFigureOut">
              <a:rPr lang="en-GB" smtClean="0"/>
              <a:pPr/>
              <a:t>07/04/2020</a:t>
            </a:fld>
            <a:endParaRPr lang="en-GB"/>
          </a:p>
        </p:txBody>
      </p:sp>
      <p:sp>
        <p:nvSpPr>
          <p:cNvPr id="3" name="Footer Placeholder 2"/>
          <p:cNvSpPr>
            <a:spLocks noGrp="1"/>
          </p:cNvSpPr>
          <p:nvPr>
            <p:ph type="ftr" sz="quarter" idx="11"/>
          </p:nvPr>
        </p:nvSpPr>
        <p:spPr>
          <a:xfrm>
            <a:off x="3028950" y="6356351"/>
            <a:ext cx="3086100" cy="365125"/>
          </a:xfrm>
          <a:prstGeom prst="rect">
            <a:avLst/>
          </a:prstGeom>
        </p:spPr>
        <p:txBody>
          <a:bodyPr/>
          <a:lstStyle/>
          <a:p>
            <a:pPr defTabSz="457200"/>
            <a:endParaRPr lang="en-GB">
              <a:solidFill>
                <a:prstClr val="black"/>
              </a:solidFill>
            </a:endParaRPr>
          </a:p>
        </p:txBody>
      </p:sp>
      <p:sp>
        <p:nvSpPr>
          <p:cNvPr id="4" name="Slide Number Placeholder 3"/>
          <p:cNvSpPr>
            <a:spLocks noGrp="1"/>
          </p:cNvSpPr>
          <p:nvPr>
            <p:ph type="sldNum" sz="quarter" idx="12"/>
          </p:nvPr>
        </p:nvSpPr>
        <p:spPr>
          <a:xfrm>
            <a:off x="6457950" y="6356351"/>
            <a:ext cx="2057400" cy="365125"/>
          </a:xfrm>
          <a:prstGeom prst="rect">
            <a:avLst/>
          </a:prstGeom>
        </p:spPr>
        <p:txBody>
          <a:bodyPr/>
          <a:lstStyle/>
          <a:p>
            <a:fld id="{C046ACBB-F916-485C-B55C-4C7F5486AD85}" type="slidenum">
              <a:rPr lang="en-GB" smtClean="0"/>
              <a:pPr/>
              <a:t>‹#›</a:t>
            </a:fld>
            <a:endParaRPr lang="en-GB"/>
          </a:p>
        </p:txBody>
      </p:sp>
    </p:spTree>
    <p:extLst>
      <p:ext uri="{BB962C8B-B14F-4D97-AF65-F5344CB8AC3E}">
        <p14:creationId xmlns:p14="http://schemas.microsoft.com/office/powerpoint/2010/main" val="2080377533"/>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a:prstGeom prst="rect">
            <a:avLst/>
          </a:prstGeo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3887391" y="987426"/>
            <a:ext cx="462915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2057400"/>
            <a:ext cx="2949178"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a:xfrm>
            <a:off x="628650" y="6356351"/>
            <a:ext cx="2057400" cy="365125"/>
          </a:xfrm>
          <a:prstGeom prst="rect">
            <a:avLst/>
          </a:prstGeom>
        </p:spPr>
        <p:txBody>
          <a:bodyPr/>
          <a:lstStyle/>
          <a:p>
            <a:fld id="{57D8B09C-13EB-4CA6-8318-C71FFF147362}" type="datetimeFigureOut">
              <a:rPr lang="en-GB" smtClean="0"/>
              <a:pPr/>
              <a:t>07/04/2020</a:t>
            </a:fld>
            <a:endParaRPr lang="en-GB"/>
          </a:p>
        </p:txBody>
      </p:sp>
      <p:sp>
        <p:nvSpPr>
          <p:cNvPr id="6" name="Footer Placeholder 5"/>
          <p:cNvSpPr>
            <a:spLocks noGrp="1"/>
          </p:cNvSpPr>
          <p:nvPr>
            <p:ph type="ftr" sz="quarter" idx="11"/>
          </p:nvPr>
        </p:nvSpPr>
        <p:spPr>
          <a:xfrm>
            <a:off x="3028950" y="6356351"/>
            <a:ext cx="3086100" cy="365125"/>
          </a:xfrm>
          <a:prstGeom prst="rect">
            <a:avLst/>
          </a:prstGeom>
        </p:spPr>
        <p:txBody>
          <a:bodyPr/>
          <a:lstStyle/>
          <a:p>
            <a:pPr defTabSz="457200"/>
            <a:endParaRPr lang="en-GB">
              <a:solidFill>
                <a:prstClr val="black"/>
              </a:solidFill>
            </a:endParaRPr>
          </a:p>
        </p:txBody>
      </p:sp>
      <p:sp>
        <p:nvSpPr>
          <p:cNvPr id="7" name="Slide Number Placeholder 6"/>
          <p:cNvSpPr>
            <a:spLocks noGrp="1"/>
          </p:cNvSpPr>
          <p:nvPr>
            <p:ph type="sldNum" sz="quarter" idx="12"/>
          </p:nvPr>
        </p:nvSpPr>
        <p:spPr>
          <a:xfrm>
            <a:off x="6457950" y="6356351"/>
            <a:ext cx="2057400" cy="365125"/>
          </a:xfrm>
          <a:prstGeom prst="rect">
            <a:avLst/>
          </a:prstGeom>
        </p:spPr>
        <p:txBody>
          <a:bodyPr/>
          <a:lstStyle/>
          <a:p>
            <a:fld id="{C046ACBB-F916-485C-B55C-4C7F5486AD85}" type="slidenum">
              <a:rPr lang="en-GB" smtClean="0"/>
              <a:pPr/>
              <a:t>‹#›</a:t>
            </a:fld>
            <a:endParaRPr lang="en-GB"/>
          </a:p>
        </p:txBody>
      </p:sp>
    </p:spTree>
    <p:extLst>
      <p:ext uri="{BB962C8B-B14F-4D97-AF65-F5344CB8AC3E}">
        <p14:creationId xmlns:p14="http://schemas.microsoft.com/office/powerpoint/2010/main" val="2606443181"/>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a:prstGeom prst="rect">
            <a:avLst/>
          </a:prstGeo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a:prstGeom prst="rect">
            <a:avLst/>
          </a:prstGeo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29841" y="2057400"/>
            <a:ext cx="2949178"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a:xfrm>
            <a:off x="628650" y="6356351"/>
            <a:ext cx="2057400" cy="365125"/>
          </a:xfrm>
          <a:prstGeom prst="rect">
            <a:avLst/>
          </a:prstGeom>
        </p:spPr>
        <p:txBody>
          <a:bodyPr/>
          <a:lstStyle/>
          <a:p>
            <a:fld id="{57D8B09C-13EB-4CA6-8318-C71FFF147362}" type="datetimeFigureOut">
              <a:rPr lang="en-GB" smtClean="0"/>
              <a:pPr/>
              <a:t>07/04/2020</a:t>
            </a:fld>
            <a:endParaRPr lang="en-GB"/>
          </a:p>
        </p:txBody>
      </p:sp>
      <p:sp>
        <p:nvSpPr>
          <p:cNvPr id="6" name="Footer Placeholder 5"/>
          <p:cNvSpPr>
            <a:spLocks noGrp="1"/>
          </p:cNvSpPr>
          <p:nvPr>
            <p:ph type="ftr" sz="quarter" idx="11"/>
          </p:nvPr>
        </p:nvSpPr>
        <p:spPr>
          <a:xfrm>
            <a:off x="3028950" y="6356351"/>
            <a:ext cx="3086100" cy="365125"/>
          </a:xfrm>
          <a:prstGeom prst="rect">
            <a:avLst/>
          </a:prstGeom>
        </p:spPr>
        <p:txBody>
          <a:bodyPr/>
          <a:lstStyle/>
          <a:p>
            <a:pPr defTabSz="457200"/>
            <a:endParaRPr lang="en-GB">
              <a:solidFill>
                <a:prstClr val="black"/>
              </a:solidFill>
            </a:endParaRPr>
          </a:p>
        </p:txBody>
      </p:sp>
      <p:sp>
        <p:nvSpPr>
          <p:cNvPr id="7" name="Slide Number Placeholder 6"/>
          <p:cNvSpPr>
            <a:spLocks noGrp="1"/>
          </p:cNvSpPr>
          <p:nvPr>
            <p:ph type="sldNum" sz="quarter" idx="12"/>
          </p:nvPr>
        </p:nvSpPr>
        <p:spPr>
          <a:xfrm>
            <a:off x="6457950" y="6356351"/>
            <a:ext cx="2057400" cy="365125"/>
          </a:xfrm>
          <a:prstGeom prst="rect">
            <a:avLst/>
          </a:prstGeom>
        </p:spPr>
        <p:txBody>
          <a:bodyPr/>
          <a:lstStyle/>
          <a:p>
            <a:fld id="{C046ACBB-F916-485C-B55C-4C7F5486AD85}" type="slidenum">
              <a:rPr lang="en-GB" smtClean="0"/>
              <a:pPr/>
              <a:t>‹#›</a:t>
            </a:fld>
            <a:endParaRPr lang="en-GB"/>
          </a:p>
        </p:txBody>
      </p:sp>
    </p:spTree>
    <p:extLst>
      <p:ext uri="{BB962C8B-B14F-4D97-AF65-F5344CB8AC3E}">
        <p14:creationId xmlns:p14="http://schemas.microsoft.com/office/powerpoint/2010/main" val="3685898605"/>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6"/>
            <a:ext cx="7886700" cy="1325563"/>
          </a:xfrm>
          <a:prstGeom prst="rect">
            <a:avLst/>
          </a:prstGeo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628650" y="1825625"/>
            <a:ext cx="7886700" cy="4351338"/>
          </a:xfrm>
          <a:prstGeom prst="rect">
            <a:avLst/>
          </a:prstGeo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628650" y="6356351"/>
            <a:ext cx="2057400" cy="365125"/>
          </a:xfrm>
          <a:prstGeom prst="rect">
            <a:avLst/>
          </a:prstGeom>
        </p:spPr>
        <p:txBody>
          <a:bodyPr/>
          <a:lstStyle/>
          <a:p>
            <a:fld id="{57D8B09C-13EB-4CA6-8318-C71FFF147362}" type="datetimeFigureOut">
              <a:rPr lang="en-GB" smtClean="0"/>
              <a:pPr/>
              <a:t>07/04/2020</a:t>
            </a:fld>
            <a:endParaRPr lang="en-GB"/>
          </a:p>
        </p:txBody>
      </p:sp>
      <p:sp>
        <p:nvSpPr>
          <p:cNvPr id="5" name="Footer Placeholder 4"/>
          <p:cNvSpPr>
            <a:spLocks noGrp="1"/>
          </p:cNvSpPr>
          <p:nvPr>
            <p:ph type="ftr" sz="quarter" idx="11"/>
          </p:nvPr>
        </p:nvSpPr>
        <p:spPr>
          <a:xfrm>
            <a:off x="3028950" y="6356351"/>
            <a:ext cx="3086100" cy="365125"/>
          </a:xfrm>
          <a:prstGeom prst="rect">
            <a:avLst/>
          </a:prstGeom>
        </p:spPr>
        <p:txBody>
          <a:bodyPr/>
          <a:lstStyle/>
          <a:p>
            <a:pPr defTabSz="457200"/>
            <a:endParaRPr lang="en-GB">
              <a:solidFill>
                <a:prstClr val="black"/>
              </a:solidFill>
            </a:endParaRPr>
          </a:p>
        </p:txBody>
      </p:sp>
      <p:sp>
        <p:nvSpPr>
          <p:cNvPr id="6" name="Slide Number Placeholder 5"/>
          <p:cNvSpPr>
            <a:spLocks noGrp="1"/>
          </p:cNvSpPr>
          <p:nvPr>
            <p:ph type="sldNum" sz="quarter" idx="12"/>
          </p:nvPr>
        </p:nvSpPr>
        <p:spPr>
          <a:xfrm>
            <a:off x="6457950" y="6356351"/>
            <a:ext cx="2057400" cy="365125"/>
          </a:xfrm>
          <a:prstGeom prst="rect">
            <a:avLst/>
          </a:prstGeom>
        </p:spPr>
        <p:txBody>
          <a:bodyPr/>
          <a:lstStyle/>
          <a:p>
            <a:fld id="{C046ACBB-F916-485C-B55C-4C7F5486AD85}" type="slidenum">
              <a:rPr lang="en-GB" smtClean="0"/>
              <a:pPr/>
              <a:t>‹#›</a:t>
            </a:fld>
            <a:endParaRPr lang="en-GB"/>
          </a:p>
        </p:txBody>
      </p:sp>
    </p:spTree>
    <p:extLst>
      <p:ext uri="{BB962C8B-B14F-4D97-AF65-F5344CB8AC3E}">
        <p14:creationId xmlns:p14="http://schemas.microsoft.com/office/powerpoint/2010/main" val="3610224662"/>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a:prstGeom prst="rect">
            <a:avLst/>
          </a:prstGeo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a:prstGeom prst="rect">
            <a:avLst/>
          </a:prstGeo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628650" y="6356351"/>
            <a:ext cx="2057400" cy="365125"/>
          </a:xfrm>
          <a:prstGeom prst="rect">
            <a:avLst/>
          </a:prstGeom>
        </p:spPr>
        <p:txBody>
          <a:bodyPr/>
          <a:lstStyle/>
          <a:p>
            <a:fld id="{57D8B09C-13EB-4CA6-8318-C71FFF147362}" type="datetimeFigureOut">
              <a:rPr lang="en-GB" smtClean="0"/>
              <a:pPr/>
              <a:t>07/04/2020</a:t>
            </a:fld>
            <a:endParaRPr lang="en-GB"/>
          </a:p>
        </p:txBody>
      </p:sp>
      <p:sp>
        <p:nvSpPr>
          <p:cNvPr id="5" name="Footer Placeholder 4"/>
          <p:cNvSpPr>
            <a:spLocks noGrp="1"/>
          </p:cNvSpPr>
          <p:nvPr>
            <p:ph type="ftr" sz="quarter" idx="11"/>
          </p:nvPr>
        </p:nvSpPr>
        <p:spPr>
          <a:xfrm>
            <a:off x="3028950" y="6356351"/>
            <a:ext cx="3086100" cy="365125"/>
          </a:xfrm>
          <a:prstGeom prst="rect">
            <a:avLst/>
          </a:prstGeom>
        </p:spPr>
        <p:txBody>
          <a:bodyPr/>
          <a:lstStyle/>
          <a:p>
            <a:pPr defTabSz="457200"/>
            <a:endParaRPr lang="en-GB">
              <a:solidFill>
                <a:prstClr val="black"/>
              </a:solidFill>
            </a:endParaRPr>
          </a:p>
        </p:txBody>
      </p:sp>
      <p:sp>
        <p:nvSpPr>
          <p:cNvPr id="6" name="Slide Number Placeholder 5"/>
          <p:cNvSpPr>
            <a:spLocks noGrp="1"/>
          </p:cNvSpPr>
          <p:nvPr>
            <p:ph type="sldNum" sz="quarter" idx="12"/>
          </p:nvPr>
        </p:nvSpPr>
        <p:spPr>
          <a:xfrm>
            <a:off x="6457950" y="6356351"/>
            <a:ext cx="2057400" cy="365125"/>
          </a:xfrm>
          <a:prstGeom prst="rect">
            <a:avLst/>
          </a:prstGeom>
        </p:spPr>
        <p:txBody>
          <a:bodyPr/>
          <a:lstStyle/>
          <a:p>
            <a:fld id="{C046ACBB-F916-485C-B55C-4C7F5486AD85}" type="slidenum">
              <a:rPr lang="en-GB" smtClean="0"/>
              <a:pPr/>
              <a:t>‹#›</a:t>
            </a:fld>
            <a:endParaRPr lang="en-GB"/>
          </a:p>
        </p:txBody>
      </p:sp>
    </p:spTree>
    <p:extLst>
      <p:ext uri="{BB962C8B-B14F-4D97-AF65-F5344CB8AC3E}">
        <p14:creationId xmlns:p14="http://schemas.microsoft.com/office/powerpoint/2010/main" val="17940486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slideLayout" Target="../slideLayouts/slideLayout24.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2" Type="http://schemas.openxmlformats.org/officeDocument/2006/relationships/slideLayout" Target="../slideLayouts/slideLayout13.xml"/><Relationship Id="rId16" Type="http://schemas.openxmlformats.org/officeDocument/2006/relationships/theme" Target="../theme/theme2.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5" Type="http://schemas.openxmlformats.org/officeDocument/2006/relationships/slideLayout" Target="../slideLayouts/slideLayout2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slideLayout" Target="../slideLayouts/slideLayout25.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4.xml"/><Relationship Id="rId3" Type="http://schemas.openxmlformats.org/officeDocument/2006/relationships/slideLayout" Target="../slideLayouts/slideLayout29.xml"/><Relationship Id="rId7" Type="http://schemas.openxmlformats.org/officeDocument/2006/relationships/slideLayout" Target="../slideLayouts/slideLayout33.xml"/><Relationship Id="rId12" Type="http://schemas.openxmlformats.org/officeDocument/2006/relationships/theme" Target="../theme/theme3.xml"/><Relationship Id="rId2" Type="http://schemas.openxmlformats.org/officeDocument/2006/relationships/slideLayout" Target="../slideLayouts/slideLayout28.xml"/><Relationship Id="rId1" Type="http://schemas.openxmlformats.org/officeDocument/2006/relationships/slideLayout" Target="../slideLayouts/slideLayout27.xml"/><Relationship Id="rId6" Type="http://schemas.openxmlformats.org/officeDocument/2006/relationships/slideLayout" Target="../slideLayouts/slideLayout32.xml"/><Relationship Id="rId11" Type="http://schemas.openxmlformats.org/officeDocument/2006/relationships/slideLayout" Target="../slideLayouts/slideLayout37.xml"/><Relationship Id="rId5" Type="http://schemas.openxmlformats.org/officeDocument/2006/relationships/slideLayout" Target="../slideLayouts/slideLayout31.xml"/><Relationship Id="rId10" Type="http://schemas.openxmlformats.org/officeDocument/2006/relationships/slideLayout" Target="../slideLayouts/slideLayout36.xml"/><Relationship Id="rId4" Type="http://schemas.openxmlformats.org/officeDocument/2006/relationships/slideLayout" Target="../slideLayouts/slideLayout30.xml"/><Relationship Id="rId9" Type="http://schemas.openxmlformats.org/officeDocument/2006/relationships/slideLayout" Target="../slideLayouts/slideLayout3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1" name="Rectangle 1"/>
          <p:cNvSpPr>
            <a:spLocks noGrp="1" noChangeArrowheads="1"/>
          </p:cNvSpPr>
          <p:nvPr>
            <p:ph type="title"/>
          </p:nvPr>
        </p:nvSpPr>
        <p:spPr bwMode="auto">
          <a:xfrm>
            <a:off x="285750" y="268288"/>
            <a:ext cx="8531225" cy="762000"/>
          </a:xfrm>
          <a:prstGeom prst="rect">
            <a:avLst/>
          </a:prstGeom>
          <a:noFill/>
          <a:ln w="9525">
            <a:noFill/>
            <a:round/>
            <a:headEnd/>
            <a:tailEnd/>
          </a:ln>
        </p:spPr>
        <p:txBody>
          <a:bodyPr vert="horz" wrap="square" lIns="90000" tIns="46800" rIns="90000" bIns="46800" numCol="1" anchor="ctr" anchorCtr="0" compatLnSpc="1">
            <a:prstTxWarp prst="textNoShape">
              <a:avLst/>
            </a:prstTxWarp>
          </a:bodyPr>
          <a:lstStyle/>
          <a:p>
            <a:pPr lvl="0"/>
            <a:r>
              <a:rPr lang="en-GB" dirty="0"/>
              <a:t>Click to edit the title text format</a:t>
            </a:r>
          </a:p>
        </p:txBody>
      </p:sp>
      <p:sp>
        <p:nvSpPr>
          <p:cNvPr id="12" name="Rectangle 2"/>
          <p:cNvSpPr>
            <a:spLocks noGrp="1" noChangeArrowheads="1"/>
          </p:cNvSpPr>
          <p:nvPr>
            <p:ph type="body" idx="1"/>
          </p:nvPr>
        </p:nvSpPr>
        <p:spPr bwMode="auto">
          <a:xfrm>
            <a:off x="285750" y="1214438"/>
            <a:ext cx="8531225" cy="4870450"/>
          </a:xfrm>
          <a:prstGeom prst="rect">
            <a:avLst/>
          </a:prstGeom>
          <a:noFill/>
          <a:ln w="9525">
            <a:noFill/>
            <a:round/>
            <a:headEnd/>
            <a:tailEnd/>
          </a:ln>
        </p:spPr>
        <p:txBody>
          <a:bodyPr vert="horz" wrap="square" lIns="90000" tIns="46800" rIns="90000" bIns="46800" numCol="1" anchor="t" anchorCtr="0" compatLnSpc="1">
            <a:prstTxWarp prst="textNoShape">
              <a:avLst/>
            </a:prstTxWarp>
          </a:bodyPr>
          <a:lstStyle/>
          <a:p>
            <a:pPr lvl="0"/>
            <a:r>
              <a:rPr lang="en-GB" dirty="0"/>
              <a:t>Click to edit the outline text format</a:t>
            </a:r>
          </a:p>
          <a:p>
            <a:pPr lvl="1"/>
            <a:r>
              <a:rPr lang="en-GB" dirty="0"/>
              <a:t>Second Outline Level</a:t>
            </a:r>
          </a:p>
          <a:p>
            <a:pPr lvl="2"/>
            <a:r>
              <a:rPr lang="en-GB" dirty="0"/>
              <a:t>Third Outline Level</a:t>
            </a:r>
          </a:p>
          <a:p>
            <a:pPr lvl="3"/>
            <a:r>
              <a:rPr lang="en-GB" dirty="0"/>
              <a:t>Fourth Outline Level</a:t>
            </a:r>
          </a:p>
          <a:p>
            <a:pPr lvl="4"/>
            <a:r>
              <a:rPr lang="en-GB" dirty="0"/>
              <a:t>Fifth Outline Level</a:t>
            </a:r>
          </a:p>
          <a:p>
            <a:pPr lvl="4"/>
            <a:r>
              <a:rPr lang="en-GB" dirty="0"/>
              <a:t>Sixth Outline Level</a:t>
            </a:r>
          </a:p>
          <a:p>
            <a:pPr lvl="4"/>
            <a:r>
              <a:rPr lang="en-GB" dirty="0"/>
              <a:t>Seventh Outline Level</a:t>
            </a:r>
          </a:p>
          <a:p>
            <a:pPr lvl="4"/>
            <a:r>
              <a:rPr lang="en-GB" dirty="0"/>
              <a:t>Eighth Outline Level</a:t>
            </a:r>
          </a:p>
          <a:p>
            <a:pPr lvl="4"/>
            <a:r>
              <a:rPr lang="en-GB" dirty="0"/>
              <a:t>Ninth Outline Level</a:t>
            </a:r>
          </a:p>
        </p:txBody>
      </p:sp>
      <p:sp>
        <p:nvSpPr>
          <p:cNvPr id="13" name="Rectangle 3"/>
          <p:cNvSpPr>
            <a:spLocks noGrp="1" noChangeArrowheads="1"/>
          </p:cNvSpPr>
          <p:nvPr>
            <p:ph type="dt" idx="2"/>
          </p:nvPr>
        </p:nvSpPr>
        <p:spPr bwMode="auto">
          <a:xfrm>
            <a:off x="457200" y="6353175"/>
            <a:ext cx="2092325" cy="371475"/>
          </a:xfrm>
          <a:prstGeom prst="rect">
            <a:avLst/>
          </a:prstGeom>
          <a:noFill/>
          <a:ln w="9525">
            <a:noFill/>
            <a:round/>
            <a:headEnd/>
            <a:tailEnd/>
          </a:ln>
          <a:effectLst/>
        </p:spPr>
        <p:txBody>
          <a:bodyPr vert="horz" wrap="square" lIns="90000" tIns="46800" rIns="90000" bIns="46800" numCol="1" anchor="ctr" anchorCtr="0" compatLnSpc="1">
            <a:prstTxWarp prst="textNoShape">
              <a:avLst/>
            </a:prstTxWarp>
          </a:bodyPr>
          <a:lstStyle>
            <a:lvl1pPr>
              <a:buClrTx/>
              <a:buFontTx/>
              <a:buNone/>
              <a:defRPr>
                <a:solidFill>
                  <a:srgbClr val="000000"/>
                </a:solidFill>
              </a:defRPr>
            </a:lvl1pPr>
          </a:lstStyle>
          <a:p>
            <a:pPr defTabSz="457200">
              <a:defRPr/>
            </a:pPr>
            <a:endParaRPr lang="en-US" dirty="0"/>
          </a:p>
        </p:txBody>
      </p:sp>
      <p:sp>
        <p:nvSpPr>
          <p:cNvPr id="14" name="Text Box 4"/>
          <p:cNvSpPr txBox="1">
            <a:spLocks noChangeArrowheads="1"/>
          </p:cNvSpPr>
          <p:nvPr userDrawn="1"/>
        </p:nvSpPr>
        <p:spPr bwMode="auto">
          <a:xfrm>
            <a:off x="3124200" y="6354763"/>
            <a:ext cx="2895600" cy="368300"/>
          </a:xfrm>
          <a:prstGeom prst="rect">
            <a:avLst/>
          </a:prstGeom>
          <a:noFill/>
          <a:ln w="9525">
            <a:noFill/>
            <a:round/>
            <a:headEnd/>
            <a:tailEnd/>
          </a:ln>
          <a:effectLst/>
        </p:spPr>
        <p:txBody>
          <a:bodyPr wrap="none" anchor="ctr"/>
          <a:lstStyle/>
          <a:p>
            <a:pPr defTabSz="457200">
              <a:defRPr/>
            </a:pPr>
            <a:endParaRPr lang="en-SG" dirty="0">
              <a:solidFill>
                <a:prstClr val="black"/>
              </a:solidFill>
            </a:endParaRPr>
          </a:p>
        </p:txBody>
      </p:sp>
      <p:sp>
        <p:nvSpPr>
          <p:cNvPr id="15" name="Rectangle 5"/>
          <p:cNvSpPr>
            <a:spLocks noGrp="1" noChangeArrowheads="1"/>
          </p:cNvSpPr>
          <p:nvPr>
            <p:ph type="sldNum" idx="4"/>
          </p:nvPr>
        </p:nvSpPr>
        <p:spPr bwMode="auto">
          <a:xfrm>
            <a:off x="6553200" y="6353175"/>
            <a:ext cx="2092325" cy="371475"/>
          </a:xfrm>
          <a:prstGeom prst="rect">
            <a:avLst/>
          </a:prstGeom>
          <a:noFill/>
          <a:ln w="9525">
            <a:noFill/>
            <a:round/>
            <a:headEnd/>
            <a:tailEnd/>
          </a:ln>
          <a:effectLst/>
        </p:spPr>
        <p:txBody>
          <a:bodyPr vert="horz" wrap="square" lIns="90000" tIns="46800" rIns="90000" bIns="46800" numCol="1" anchor="ctr" anchorCtr="0" compatLnSpc="1">
            <a:prstTxWarp prst="textNoShape">
              <a:avLst/>
            </a:prstTxWarp>
          </a:bodyPr>
          <a:lstStyle>
            <a:lvl1pPr>
              <a:buClrTx/>
              <a:buFontTx/>
              <a:buNone/>
              <a:defRPr>
                <a:solidFill>
                  <a:srgbClr val="000000"/>
                </a:solidFill>
              </a:defRPr>
            </a:lvl1pPr>
          </a:lstStyle>
          <a:p>
            <a:pPr defTabSz="457200">
              <a:defRPr/>
            </a:pPr>
            <a:fld id="{D605CA8D-3D6C-42DF-9A5B-66FCBCC600DC}" type="slidenum">
              <a:rPr lang="en-SG"/>
              <a:pPr defTabSz="457200">
                <a:defRPr/>
              </a:pPr>
              <a:t>‹#›</a:t>
            </a:fld>
            <a:endParaRPr lang="en-SG" dirty="0"/>
          </a:p>
        </p:txBody>
      </p:sp>
      <p:sp>
        <p:nvSpPr>
          <p:cNvPr id="16" name="Rectangle 6"/>
          <p:cNvSpPr>
            <a:spLocks noChangeArrowheads="1"/>
          </p:cNvSpPr>
          <p:nvPr userDrawn="1"/>
        </p:nvSpPr>
        <p:spPr bwMode="auto">
          <a:xfrm>
            <a:off x="0" y="0"/>
            <a:ext cx="9144000" cy="214313"/>
          </a:xfrm>
          <a:prstGeom prst="rect">
            <a:avLst/>
          </a:prstGeom>
          <a:solidFill>
            <a:srgbClr val="C00000"/>
          </a:solidFill>
          <a:ln w="9525">
            <a:noFill/>
            <a:round/>
            <a:headEnd/>
            <a:tailEnd/>
          </a:ln>
          <a:effectLst/>
        </p:spPr>
        <p:txBody>
          <a:bodyPr wrap="none" anchor="ctr"/>
          <a:lstStyle/>
          <a:p>
            <a:pPr algn="r" defTabSz="457200">
              <a:defRPr/>
            </a:pPr>
            <a:r>
              <a:rPr lang="en-SG" dirty="0" err="1">
                <a:solidFill>
                  <a:prstClr val="white"/>
                </a:solidFill>
              </a:rPr>
              <a:t>iAcademy</a:t>
            </a:r>
            <a:endParaRPr lang="en-SG" dirty="0">
              <a:solidFill>
                <a:prstClr val="white"/>
              </a:solidFill>
            </a:endParaRPr>
          </a:p>
        </p:txBody>
      </p:sp>
      <p:sp>
        <p:nvSpPr>
          <p:cNvPr id="17" name="Rectangle 7"/>
          <p:cNvSpPr>
            <a:spLocks noChangeArrowheads="1"/>
          </p:cNvSpPr>
          <p:nvPr userDrawn="1"/>
        </p:nvSpPr>
        <p:spPr bwMode="auto">
          <a:xfrm flipV="1">
            <a:off x="0" y="-1"/>
            <a:ext cx="7929586" cy="45719"/>
          </a:xfrm>
          <a:prstGeom prst="rect">
            <a:avLst/>
          </a:prstGeom>
          <a:solidFill>
            <a:srgbClr val="FFC000"/>
          </a:solidFill>
          <a:ln w="9525">
            <a:noFill/>
            <a:round/>
            <a:headEnd/>
            <a:tailEnd/>
          </a:ln>
          <a:effectLst/>
        </p:spPr>
        <p:txBody>
          <a:bodyPr wrap="none" anchor="ctr"/>
          <a:lstStyle/>
          <a:p>
            <a:pPr defTabSz="457200">
              <a:defRPr/>
            </a:pPr>
            <a:endParaRPr lang="en-SG" dirty="0">
              <a:solidFill>
                <a:prstClr val="black"/>
              </a:solidFill>
            </a:endParaRPr>
          </a:p>
        </p:txBody>
      </p:sp>
      <p:sp>
        <p:nvSpPr>
          <p:cNvPr id="18" name="Rectangle 6"/>
          <p:cNvSpPr>
            <a:spLocks noChangeArrowheads="1"/>
          </p:cNvSpPr>
          <p:nvPr userDrawn="1"/>
        </p:nvSpPr>
        <p:spPr bwMode="auto">
          <a:xfrm>
            <a:off x="-32" y="6643711"/>
            <a:ext cx="9144000" cy="214313"/>
          </a:xfrm>
          <a:prstGeom prst="rect">
            <a:avLst/>
          </a:prstGeom>
          <a:solidFill>
            <a:srgbClr val="C00000"/>
          </a:solidFill>
          <a:ln w="9525">
            <a:noFill/>
            <a:round/>
            <a:headEnd/>
            <a:tailEnd/>
          </a:ln>
          <a:effectLst/>
        </p:spPr>
        <p:txBody>
          <a:bodyPr wrap="none" anchor="ctr"/>
          <a:lstStyle/>
          <a:p>
            <a:pPr defTabSz="449263" fontAlgn="base">
              <a:spcBef>
                <a:spcPct val="0"/>
              </a:spcBef>
              <a:spcAft>
                <a:spcPct val="0"/>
              </a:spcAft>
              <a:buClr>
                <a:srgbClr val="000000"/>
              </a:buClr>
              <a:buSzPct val="100000"/>
              <a:buFont typeface="Times New Roman" pitchFamily="16" charset="0"/>
              <a:buNone/>
              <a:defRPr/>
            </a:pPr>
            <a:r>
              <a:rPr lang="en-SG" dirty="0" err="1">
                <a:solidFill>
                  <a:prstClr val="white"/>
                </a:solidFill>
              </a:rPr>
              <a:t>iAcademy</a:t>
            </a:r>
            <a:endParaRPr lang="en-SG" dirty="0">
              <a:solidFill>
                <a:prstClr val="white"/>
              </a:solidFill>
            </a:endParaRPr>
          </a:p>
        </p:txBody>
      </p:sp>
      <p:sp>
        <p:nvSpPr>
          <p:cNvPr id="19" name="Rectangle 7"/>
          <p:cNvSpPr>
            <a:spLocks noChangeArrowheads="1"/>
          </p:cNvSpPr>
          <p:nvPr userDrawn="1"/>
        </p:nvSpPr>
        <p:spPr bwMode="auto">
          <a:xfrm flipV="1">
            <a:off x="1214414" y="6786584"/>
            <a:ext cx="7929554" cy="71415"/>
          </a:xfrm>
          <a:prstGeom prst="rect">
            <a:avLst/>
          </a:prstGeom>
          <a:solidFill>
            <a:srgbClr val="FFC000"/>
          </a:solidFill>
          <a:ln w="9525">
            <a:noFill/>
            <a:round/>
            <a:headEnd/>
            <a:tailEnd/>
          </a:ln>
          <a:effectLst/>
        </p:spPr>
        <p:txBody>
          <a:bodyPr wrap="none" anchor="ctr"/>
          <a:lstStyle/>
          <a:p>
            <a:pPr defTabSz="457200">
              <a:defRPr/>
            </a:pPr>
            <a:endParaRPr lang="en-SG" dirty="0">
              <a:solidFill>
                <a:prstClr val="black"/>
              </a:solidFill>
            </a:endParaRPr>
          </a:p>
        </p:txBody>
      </p:sp>
    </p:spTree>
    <p:extLst>
      <p:ext uri="{BB962C8B-B14F-4D97-AF65-F5344CB8AC3E}">
        <p14:creationId xmlns:p14="http://schemas.microsoft.com/office/powerpoint/2010/main" val="1984066865"/>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90000"/>
        </a:lnSpc>
        <a:spcBef>
          <a:spcPct val="0"/>
        </a:spcBef>
        <a:buNone/>
        <a:defRPr sz="4400" kern="1200">
          <a:solidFill>
            <a:schemeClr val="tx1"/>
          </a:solidFill>
          <a:latin typeface="Calibri" pitchFamily="34"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3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Calibri" pitchFamily="34" charset="0"/>
        <a:buChar char="-"/>
        <a:defRPr sz="2800" kern="1200">
          <a:solidFill>
            <a:schemeClr val="tx1"/>
          </a:solidFill>
          <a:latin typeface="+mn-lt"/>
          <a:ea typeface="+mn-ea"/>
          <a:cs typeface="+mn-cs"/>
        </a:defRPr>
      </a:lvl2pPr>
      <a:lvl3pPr marL="1371600" indent="-457200" algn="l" defTabSz="914400" rtl="0" eaLnBrk="1" latinLnBrk="0" hangingPunct="1">
        <a:lnSpc>
          <a:spcPct val="90000"/>
        </a:lnSpc>
        <a:spcBef>
          <a:spcPts val="500"/>
        </a:spcBef>
        <a:buFont typeface="Wingdings" pitchFamily="2" charset="2"/>
        <a:buChar char="§"/>
        <a:defRPr sz="2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7D8B09C-13EB-4CA6-8318-C71FFF147362}" type="datetimeFigureOut">
              <a:rPr lang="en-GB" smtClean="0">
                <a:solidFill>
                  <a:prstClr val="black">
                    <a:tint val="75000"/>
                  </a:prstClr>
                </a:solidFill>
              </a:rPr>
              <a:pPr/>
              <a:t>07/04/2020</a:t>
            </a:fld>
            <a:endParaRPr lang="en-GB">
              <a:solidFill>
                <a:prstClr val="black">
                  <a:tint val="75000"/>
                </a:prstClr>
              </a:solidFill>
            </a:endParaRPr>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solidFill>
                <a:prstClr val="black">
                  <a:tint val="75000"/>
                </a:prstClr>
              </a:solidFill>
            </a:endParaRPr>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046ACBB-F916-485C-B55C-4C7F5486AD85}" type="slidenum">
              <a:rPr lang="en-GB" smtClean="0">
                <a:solidFill>
                  <a:prstClr val="black">
                    <a:tint val="75000"/>
                  </a:prstClr>
                </a:solidFill>
              </a:rPr>
              <a:pPr/>
              <a:t>‹#›</a:t>
            </a:fld>
            <a:endParaRPr lang="en-GB">
              <a:solidFill>
                <a:prstClr val="black">
                  <a:tint val="75000"/>
                </a:prstClr>
              </a:solidFill>
            </a:endParaRPr>
          </a:p>
        </p:txBody>
      </p:sp>
      <p:sp>
        <p:nvSpPr>
          <p:cNvPr id="7" name="Text Box 4"/>
          <p:cNvSpPr txBox="1">
            <a:spLocks noChangeArrowheads="1"/>
          </p:cNvSpPr>
          <p:nvPr userDrawn="1"/>
        </p:nvSpPr>
        <p:spPr bwMode="auto">
          <a:xfrm>
            <a:off x="3124200" y="6354763"/>
            <a:ext cx="2895600" cy="368300"/>
          </a:xfrm>
          <a:prstGeom prst="rect">
            <a:avLst/>
          </a:prstGeom>
          <a:noFill/>
          <a:ln w="9525">
            <a:noFill/>
            <a:round/>
            <a:headEnd/>
            <a:tailEnd/>
          </a:ln>
          <a:effectLst/>
        </p:spPr>
        <p:txBody>
          <a:bodyPr wrap="none" anchor="ctr"/>
          <a:lstStyle/>
          <a:p>
            <a:pPr defTabSz="342900">
              <a:defRPr/>
            </a:pPr>
            <a:endParaRPr lang="en-SG" sz="1350" dirty="0">
              <a:solidFill>
                <a:prstClr val="black"/>
              </a:solidFill>
            </a:endParaRPr>
          </a:p>
        </p:txBody>
      </p:sp>
      <p:sp>
        <p:nvSpPr>
          <p:cNvPr id="8" name="Rectangle 6"/>
          <p:cNvSpPr>
            <a:spLocks noChangeArrowheads="1"/>
          </p:cNvSpPr>
          <p:nvPr userDrawn="1"/>
        </p:nvSpPr>
        <p:spPr bwMode="auto">
          <a:xfrm>
            <a:off x="0" y="0"/>
            <a:ext cx="9144000" cy="214313"/>
          </a:xfrm>
          <a:prstGeom prst="rect">
            <a:avLst/>
          </a:prstGeom>
          <a:solidFill>
            <a:srgbClr val="C00000"/>
          </a:solidFill>
          <a:ln w="9525">
            <a:noFill/>
            <a:round/>
            <a:headEnd/>
            <a:tailEnd/>
          </a:ln>
          <a:effectLst/>
        </p:spPr>
        <p:txBody>
          <a:bodyPr wrap="none" anchor="ctr"/>
          <a:lstStyle/>
          <a:p>
            <a:pPr algn="r" defTabSz="342900">
              <a:defRPr/>
            </a:pPr>
            <a:r>
              <a:rPr lang="en-SG" sz="1350" dirty="0" err="1">
                <a:solidFill>
                  <a:prstClr val="white"/>
                </a:solidFill>
              </a:rPr>
              <a:t>iAcademy</a:t>
            </a:r>
            <a:endParaRPr lang="en-SG" sz="1350" dirty="0">
              <a:solidFill>
                <a:prstClr val="white"/>
              </a:solidFill>
            </a:endParaRPr>
          </a:p>
        </p:txBody>
      </p:sp>
      <p:sp>
        <p:nvSpPr>
          <p:cNvPr id="9" name="Rectangle 7"/>
          <p:cNvSpPr>
            <a:spLocks noChangeArrowheads="1"/>
          </p:cNvSpPr>
          <p:nvPr userDrawn="1"/>
        </p:nvSpPr>
        <p:spPr bwMode="auto">
          <a:xfrm flipV="1">
            <a:off x="0" y="-1"/>
            <a:ext cx="7929586" cy="45719"/>
          </a:xfrm>
          <a:prstGeom prst="rect">
            <a:avLst/>
          </a:prstGeom>
          <a:solidFill>
            <a:srgbClr val="FFC000"/>
          </a:solidFill>
          <a:ln w="9525">
            <a:noFill/>
            <a:round/>
            <a:headEnd/>
            <a:tailEnd/>
          </a:ln>
          <a:effectLst/>
        </p:spPr>
        <p:txBody>
          <a:bodyPr wrap="none" anchor="ctr"/>
          <a:lstStyle/>
          <a:p>
            <a:pPr defTabSz="342900">
              <a:defRPr/>
            </a:pPr>
            <a:endParaRPr lang="en-SG" sz="1350" dirty="0">
              <a:solidFill>
                <a:prstClr val="black"/>
              </a:solidFill>
            </a:endParaRPr>
          </a:p>
        </p:txBody>
      </p:sp>
      <p:sp>
        <p:nvSpPr>
          <p:cNvPr id="10" name="Rectangle 6"/>
          <p:cNvSpPr>
            <a:spLocks noChangeArrowheads="1"/>
          </p:cNvSpPr>
          <p:nvPr userDrawn="1"/>
        </p:nvSpPr>
        <p:spPr bwMode="auto">
          <a:xfrm>
            <a:off x="-32" y="6643713"/>
            <a:ext cx="9144000" cy="214313"/>
          </a:xfrm>
          <a:prstGeom prst="rect">
            <a:avLst/>
          </a:prstGeom>
          <a:solidFill>
            <a:srgbClr val="C00000"/>
          </a:solidFill>
          <a:ln w="9525">
            <a:noFill/>
            <a:round/>
            <a:headEnd/>
            <a:tailEnd/>
          </a:ln>
          <a:effectLst/>
        </p:spPr>
        <p:txBody>
          <a:bodyPr wrap="none" anchor="ctr"/>
          <a:lstStyle/>
          <a:p>
            <a:pPr defTabSz="336947" fontAlgn="base">
              <a:spcBef>
                <a:spcPct val="0"/>
              </a:spcBef>
              <a:spcAft>
                <a:spcPct val="0"/>
              </a:spcAft>
              <a:buClr>
                <a:srgbClr val="000000"/>
              </a:buClr>
              <a:buSzPct val="100000"/>
              <a:buFont typeface="Times New Roman" pitchFamily="16" charset="0"/>
              <a:buNone/>
              <a:defRPr/>
            </a:pPr>
            <a:r>
              <a:rPr lang="en-SG" sz="1350" dirty="0" err="1">
                <a:solidFill>
                  <a:prstClr val="white"/>
                </a:solidFill>
              </a:rPr>
              <a:t>iAcademy</a:t>
            </a:r>
            <a:endParaRPr lang="en-SG" sz="1350" dirty="0">
              <a:solidFill>
                <a:prstClr val="white"/>
              </a:solidFill>
            </a:endParaRPr>
          </a:p>
        </p:txBody>
      </p:sp>
      <p:sp>
        <p:nvSpPr>
          <p:cNvPr id="11" name="Rectangle 7"/>
          <p:cNvSpPr>
            <a:spLocks noChangeArrowheads="1"/>
          </p:cNvSpPr>
          <p:nvPr userDrawn="1"/>
        </p:nvSpPr>
        <p:spPr bwMode="auto">
          <a:xfrm flipV="1">
            <a:off x="1214415" y="6786586"/>
            <a:ext cx="7929554" cy="71415"/>
          </a:xfrm>
          <a:prstGeom prst="rect">
            <a:avLst/>
          </a:prstGeom>
          <a:solidFill>
            <a:srgbClr val="FFC000"/>
          </a:solidFill>
          <a:ln w="9525">
            <a:noFill/>
            <a:round/>
            <a:headEnd/>
            <a:tailEnd/>
          </a:ln>
          <a:effectLst/>
        </p:spPr>
        <p:txBody>
          <a:bodyPr wrap="none" anchor="ctr"/>
          <a:lstStyle/>
          <a:p>
            <a:pPr defTabSz="342900">
              <a:defRPr/>
            </a:pPr>
            <a:endParaRPr lang="en-SG" sz="1350" dirty="0">
              <a:solidFill>
                <a:prstClr val="black"/>
              </a:solidFill>
            </a:endParaRPr>
          </a:p>
        </p:txBody>
      </p:sp>
    </p:spTree>
    <p:extLst>
      <p:ext uri="{BB962C8B-B14F-4D97-AF65-F5344CB8AC3E}">
        <p14:creationId xmlns:p14="http://schemas.microsoft.com/office/powerpoint/2010/main" val="1676154903"/>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 id="2147483696" r:id="rId12"/>
    <p:sldLayoutId id="2147483697" r:id="rId13"/>
    <p:sldLayoutId id="2147483698" r:id="rId14"/>
    <p:sldLayoutId id="2147483699" r:id="rId1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1" name="Rectangle 1"/>
          <p:cNvSpPr>
            <a:spLocks noGrp="1" noChangeArrowheads="1"/>
          </p:cNvSpPr>
          <p:nvPr>
            <p:ph type="title"/>
          </p:nvPr>
        </p:nvSpPr>
        <p:spPr bwMode="auto">
          <a:xfrm>
            <a:off x="285750" y="268288"/>
            <a:ext cx="8531225" cy="762000"/>
          </a:xfrm>
          <a:prstGeom prst="rect">
            <a:avLst/>
          </a:prstGeom>
          <a:noFill/>
          <a:ln w="9525">
            <a:noFill/>
            <a:round/>
            <a:headEnd/>
            <a:tailEnd/>
          </a:ln>
        </p:spPr>
        <p:txBody>
          <a:bodyPr vert="horz" wrap="square" lIns="90000" tIns="46800" rIns="90000" bIns="46800" numCol="1" anchor="ctr" anchorCtr="0" compatLnSpc="1">
            <a:prstTxWarp prst="textNoShape">
              <a:avLst/>
            </a:prstTxWarp>
          </a:bodyPr>
          <a:lstStyle/>
          <a:p>
            <a:pPr lvl="0"/>
            <a:r>
              <a:rPr lang="en-GB" dirty="0"/>
              <a:t>Click to edit the title text format</a:t>
            </a:r>
          </a:p>
        </p:txBody>
      </p:sp>
      <p:sp>
        <p:nvSpPr>
          <p:cNvPr id="12" name="Rectangle 2"/>
          <p:cNvSpPr>
            <a:spLocks noGrp="1" noChangeArrowheads="1"/>
          </p:cNvSpPr>
          <p:nvPr>
            <p:ph type="body" idx="1"/>
          </p:nvPr>
        </p:nvSpPr>
        <p:spPr bwMode="auto">
          <a:xfrm>
            <a:off x="285750" y="1214438"/>
            <a:ext cx="8531225" cy="4870450"/>
          </a:xfrm>
          <a:prstGeom prst="rect">
            <a:avLst/>
          </a:prstGeom>
          <a:noFill/>
          <a:ln w="9525">
            <a:noFill/>
            <a:round/>
            <a:headEnd/>
            <a:tailEnd/>
          </a:ln>
        </p:spPr>
        <p:txBody>
          <a:bodyPr vert="horz" wrap="square" lIns="90000" tIns="46800" rIns="90000" bIns="46800" numCol="1" anchor="t" anchorCtr="0" compatLnSpc="1">
            <a:prstTxWarp prst="textNoShape">
              <a:avLst/>
            </a:prstTxWarp>
          </a:bodyPr>
          <a:lstStyle/>
          <a:p>
            <a:pPr lvl="0"/>
            <a:r>
              <a:rPr lang="en-GB" dirty="0"/>
              <a:t>Click to edit the outline text format</a:t>
            </a:r>
          </a:p>
          <a:p>
            <a:pPr lvl="1"/>
            <a:r>
              <a:rPr lang="en-GB" dirty="0"/>
              <a:t>Second Outline Level</a:t>
            </a:r>
          </a:p>
          <a:p>
            <a:pPr lvl="2"/>
            <a:r>
              <a:rPr lang="en-GB" dirty="0"/>
              <a:t>Third Outline Level</a:t>
            </a:r>
          </a:p>
          <a:p>
            <a:pPr lvl="3"/>
            <a:r>
              <a:rPr lang="en-GB" dirty="0"/>
              <a:t>Fourth Outline Level</a:t>
            </a:r>
          </a:p>
          <a:p>
            <a:pPr lvl="4"/>
            <a:r>
              <a:rPr lang="en-GB" dirty="0"/>
              <a:t>Fifth Outline Level</a:t>
            </a:r>
          </a:p>
          <a:p>
            <a:pPr lvl="4"/>
            <a:r>
              <a:rPr lang="en-GB" dirty="0"/>
              <a:t>Sixth Outline Level</a:t>
            </a:r>
          </a:p>
          <a:p>
            <a:pPr lvl="4"/>
            <a:r>
              <a:rPr lang="en-GB" dirty="0"/>
              <a:t>Seventh Outline Level</a:t>
            </a:r>
          </a:p>
          <a:p>
            <a:pPr lvl="4"/>
            <a:r>
              <a:rPr lang="en-GB" dirty="0"/>
              <a:t>Eighth Outline Level</a:t>
            </a:r>
          </a:p>
          <a:p>
            <a:pPr lvl="4"/>
            <a:r>
              <a:rPr lang="en-GB" dirty="0"/>
              <a:t>Ninth Outline Level</a:t>
            </a:r>
          </a:p>
        </p:txBody>
      </p:sp>
      <p:sp>
        <p:nvSpPr>
          <p:cNvPr id="13" name="Rectangle 3"/>
          <p:cNvSpPr>
            <a:spLocks noGrp="1" noChangeArrowheads="1"/>
          </p:cNvSpPr>
          <p:nvPr>
            <p:ph type="dt" idx="2"/>
          </p:nvPr>
        </p:nvSpPr>
        <p:spPr bwMode="auto">
          <a:xfrm>
            <a:off x="457200" y="6353175"/>
            <a:ext cx="2092325" cy="371475"/>
          </a:xfrm>
          <a:prstGeom prst="rect">
            <a:avLst/>
          </a:prstGeom>
          <a:noFill/>
          <a:ln w="9525">
            <a:noFill/>
            <a:round/>
            <a:headEnd/>
            <a:tailEnd/>
          </a:ln>
          <a:effectLst/>
        </p:spPr>
        <p:txBody>
          <a:bodyPr vert="horz" wrap="square" lIns="90000" tIns="46800" rIns="90000" bIns="46800" numCol="1" anchor="ctr" anchorCtr="0" compatLnSpc="1">
            <a:prstTxWarp prst="textNoShape">
              <a:avLst/>
            </a:prstTxWarp>
          </a:bodyPr>
          <a:lstStyle>
            <a:lvl1pPr>
              <a:buClrTx/>
              <a:buFontTx/>
              <a:buNone/>
              <a:defRPr>
                <a:solidFill>
                  <a:srgbClr val="000000"/>
                </a:solidFill>
              </a:defRPr>
            </a:lvl1pPr>
          </a:lstStyle>
          <a:p>
            <a:pPr defTabSz="457200">
              <a:defRPr/>
            </a:pPr>
            <a:endParaRPr lang="en-US" dirty="0"/>
          </a:p>
        </p:txBody>
      </p:sp>
      <p:sp>
        <p:nvSpPr>
          <p:cNvPr id="14" name="Text Box 4"/>
          <p:cNvSpPr txBox="1">
            <a:spLocks noChangeArrowheads="1"/>
          </p:cNvSpPr>
          <p:nvPr userDrawn="1"/>
        </p:nvSpPr>
        <p:spPr bwMode="auto">
          <a:xfrm>
            <a:off x="3124200" y="6354763"/>
            <a:ext cx="2895600" cy="368300"/>
          </a:xfrm>
          <a:prstGeom prst="rect">
            <a:avLst/>
          </a:prstGeom>
          <a:noFill/>
          <a:ln w="9525">
            <a:noFill/>
            <a:round/>
            <a:headEnd/>
            <a:tailEnd/>
          </a:ln>
          <a:effectLst/>
        </p:spPr>
        <p:txBody>
          <a:bodyPr wrap="none" anchor="ctr"/>
          <a:lstStyle/>
          <a:p>
            <a:pPr defTabSz="457200">
              <a:defRPr/>
            </a:pPr>
            <a:endParaRPr lang="en-SG" dirty="0">
              <a:solidFill>
                <a:prstClr val="black"/>
              </a:solidFill>
            </a:endParaRPr>
          </a:p>
        </p:txBody>
      </p:sp>
      <p:sp>
        <p:nvSpPr>
          <p:cNvPr id="15" name="Rectangle 5"/>
          <p:cNvSpPr>
            <a:spLocks noGrp="1" noChangeArrowheads="1"/>
          </p:cNvSpPr>
          <p:nvPr>
            <p:ph type="sldNum" idx="4"/>
          </p:nvPr>
        </p:nvSpPr>
        <p:spPr bwMode="auto">
          <a:xfrm>
            <a:off x="6553200" y="6353175"/>
            <a:ext cx="2092325" cy="371475"/>
          </a:xfrm>
          <a:prstGeom prst="rect">
            <a:avLst/>
          </a:prstGeom>
          <a:noFill/>
          <a:ln w="9525">
            <a:noFill/>
            <a:round/>
            <a:headEnd/>
            <a:tailEnd/>
          </a:ln>
          <a:effectLst/>
        </p:spPr>
        <p:txBody>
          <a:bodyPr vert="horz" wrap="square" lIns="90000" tIns="46800" rIns="90000" bIns="46800" numCol="1" anchor="ctr" anchorCtr="0" compatLnSpc="1">
            <a:prstTxWarp prst="textNoShape">
              <a:avLst/>
            </a:prstTxWarp>
          </a:bodyPr>
          <a:lstStyle>
            <a:lvl1pPr>
              <a:buClrTx/>
              <a:buFontTx/>
              <a:buNone/>
              <a:defRPr>
                <a:solidFill>
                  <a:srgbClr val="000000"/>
                </a:solidFill>
              </a:defRPr>
            </a:lvl1pPr>
          </a:lstStyle>
          <a:p>
            <a:pPr defTabSz="457200">
              <a:defRPr/>
            </a:pPr>
            <a:fld id="{D605CA8D-3D6C-42DF-9A5B-66FCBCC600DC}" type="slidenum">
              <a:rPr lang="en-SG"/>
              <a:pPr defTabSz="457200">
                <a:defRPr/>
              </a:pPr>
              <a:t>‹#›</a:t>
            </a:fld>
            <a:endParaRPr lang="en-SG" dirty="0"/>
          </a:p>
        </p:txBody>
      </p:sp>
      <p:sp>
        <p:nvSpPr>
          <p:cNvPr id="16" name="Rectangle 6"/>
          <p:cNvSpPr>
            <a:spLocks noChangeArrowheads="1"/>
          </p:cNvSpPr>
          <p:nvPr userDrawn="1"/>
        </p:nvSpPr>
        <p:spPr bwMode="auto">
          <a:xfrm>
            <a:off x="0" y="0"/>
            <a:ext cx="9144000" cy="214313"/>
          </a:xfrm>
          <a:prstGeom prst="rect">
            <a:avLst/>
          </a:prstGeom>
          <a:solidFill>
            <a:srgbClr val="C00000"/>
          </a:solidFill>
          <a:ln w="9525">
            <a:noFill/>
            <a:round/>
            <a:headEnd/>
            <a:tailEnd/>
          </a:ln>
          <a:effectLst/>
        </p:spPr>
        <p:txBody>
          <a:bodyPr wrap="none" anchor="ctr"/>
          <a:lstStyle/>
          <a:p>
            <a:pPr algn="r" defTabSz="457200">
              <a:defRPr/>
            </a:pPr>
            <a:r>
              <a:rPr lang="en-SG" dirty="0" err="1">
                <a:solidFill>
                  <a:prstClr val="white"/>
                </a:solidFill>
              </a:rPr>
              <a:t>iAcademy</a:t>
            </a:r>
            <a:endParaRPr lang="en-SG" dirty="0">
              <a:solidFill>
                <a:prstClr val="white"/>
              </a:solidFill>
            </a:endParaRPr>
          </a:p>
        </p:txBody>
      </p:sp>
      <p:sp>
        <p:nvSpPr>
          <p:cNvPr id="17" name="Rectangle 7"/>
          <p:cNvSpPr>
            <a:spLocks noChangeArrowheads="1"/>
          </p:cNvSpPr>
          <p:nvPr userDrawn="1"/>
        </p:nvSpPr>
        <p:spPr bwMode="auto">
          <a:xfrm flipV="1">
            <a:off x="0" y="-1"/>
            <a:ext cx="7929586" cy="45719"/>
          </a:xfrm>
          <a:prstGeom prst="rect">
            <a:avLst/>
          </a:prstGeom>
          <a:solidFill>
            <a:srgbClr val="FFC000"/>
          </a:solidFill>
          <a:ln w="9525">
            <a:noFill/>
            <a:round/>
            <a:headEnd/>
            <a:tailEnd/>
          </a:ln>
          <a:effectLst/>
        </p:spPr>
        <p:txBody>
          <a:bodyPr wrap="none" anchor="ctr"/>
          <a:lstStyle/>
          <a:p>
            <a:pPr defTabSz="457200">
              <a:defRPr/>
            </a:pPr>
            <a:endParaRPr lang="en-SG" dirty="0">
              <a:solidFill>
                <a:prstClr val="black"/>
              </a:solidFill>
            </a:endParaRPr>
          </a:p>
        </p:txBody>
      </p:sp>
      <p:sp>
        <p:nvSpPr>
          <p:cNvPr id="18" name="Rectangle 6"/>
          <p:cNvSpPr>
            <a:spLocks noChangeArrowheads="1"/>
          </p:cNvSpPr>
          <p:nvPr userDrawn="1"/>
        </p:nvSpPr>
        <p:spPr bwMode="auto">
          <a:xfrm>
            <a:off x="-32" y="6643711"/>
            <a:ext cx="9144000" cy="214313"/>
          </a:xfrm>
          <a:prstGeom prst="rect">
            <a:avLst/>
          </a:prstGeom>
          <a:solidFill>
            <a:srgbClr val="C00000"/>
          </a:solidFill>
          <a:ln w="9525">
            <a:noFill/>
            <a:round/>
            <a:headEnd/>
            <a:tailEnd/>
          </a:ln>
          <a:effectLst/>
        </p:spPr>
        <p:txBody>
          <a:bodyPr wrap="none" anchor="ctr"/>
          <a:lstStyle/>
          <a:p>
            <a:pPr defTabSz="449263" fontAlgn="base">
              <a:spcBef>
                <a:spcPct val="0"/>
              </a:spcBef>
              <a:spcAft>
                <a:spcPct val="0"/>
              </a:spcAft>
              <a:buClr>
                <a:srgbClr val="000000"/>
              </a:buClr>
              <a:buSzPct val="100000"/>
              <a:buFont typeface="Times New Roman" pitchFamily="16" charset="0"/>
              <a:buNone/>
              <a:defRPr/>
            </a:pPr>
            <a:r>
              <a:rPr lang="en-SG" dirty="0" err="1">
                <a:solidFill>
                  <a:prstClr val="white"/>
                </a:solidFill>
              </a:rPr>
              <a:t>iAcademy</a:t>
            </a:r>
            <a:endParaRPr lang="en-SG" dirty="0">
              <a:solidFill>
                <a:prstClr val="white"/>
              </a:solidFill>
            </a:endParaRPr>
          </a:p>
        </p:txBody>
      </p:sp>
      <p:sp>
        <p:nvSpPr>
          <p:cNvPr id="19" name="Rectangle 7"/>
          <p:cNvSpPr>
            <a:spLocks noChangeArrowheads="1"/>
          </p:cNvSpPr>
          <p:nvPr userDrawn="1"/>
        </p:nvSpPr>
        <p:spPr bwMode="auto">
          <a:xfrm flipV="1">
            <a:off x="1214414" y="6786584"/>
            <a:ext cx="7929554" cy="71415"/>
          </a:xfrm>
          <a:prstGeom prst="rect">
            <a:avLst/>
          </a:prstGeom>
          <a:solidFill>
            <a:srgbClr val="FFC000"/>
          </a:solidFill>
          <a:ln w="9525">
            <a:noFill/>
            <a:round/>
            <a:headEnd/>
            <a:tailEnd/>
          </a:ln>
          <a:effectLst/>
        </p:spPr>
        <p:txBody>
          <a:bodyPr wrap="none" anchor="ctr"/>
          <a:lstStyle/>
          <a:p>
            <a:pPr defTabSz="457200">
              <a:defRPr/>
            </a:pPr>
            <a:endParaRPr lang="en-SG" dirty="0">
              <a:solidFill>
                <a:prstClr val="black"/>
              </a:solidFill>
            </a:endParaRPr>
          </a:p>
        </p:txBody>
      </p:sp>
    </p:spTree>
    <p:extLst>
      <p:ext uri="{BB962C8B-B14F-4D97-AF65-F5344CB8AC3E}">
        <p14:creationId xmlns:p14="http://schemas.microsoft.com/office/powerpoint/2010/main" val="1695817666"/>
      </p:ext>
    </p:extLst>
  </p:cSld>
  <p:clrMap bg1="lt1" tx1="dk1" bg2="lt2" tx2="dk2" accent1="accent1" accent2="accent2" accent3="accent3" accent4="accent4" accent5="accent5" accent6="accent6" hlink="hlink" folHlink="folHlink"/>
  <p:sldLayoutIdLst>
    <p:sldLayoutId id="2147483701" r:id="rId1"/>
    <p:sldLayoutId id="2147483702" r:id="rId2"/>
    <p:sldLayoutId id="2147483703" r:id="rId3"/>
    <p:sldLayoutId id="2147483704" r:id="rId4"/>
    <p:sldLayoutId id="2147483705" r:id="rId5"/>
    <p:sldLayoutId id="2147483706" r:id="rId6"/>
    <p:sldLayoutId id="2147483707" r:id="rId7"/>
    <p:sldLayoutId id="2147483708" r:id="rId8"/>
    <p:sldLayoutId id="2147483709" r:id="rId9"/>
    <p:sldLayoutId id="2147483710" r:id="rId10"/>
    <p:sldLayoutId id="2147483711" r:id="rId11"/>
  </p:sldLayoutIdLst>
  <p:txStyles>
    <p:titleStyle>
      <a:lvl1pPr algn="l" defTabSz="914400" rtl="0" eaLnBrk="1" latinLnBrk="0" hangingPunct="1">
        <a:lnSpc>
          <a:spcPct val="90000"/>
        </a:lnSpc>
        <a:spcBef>
          <a:spcPct val="0"/>
        </a:spcBef>
        <a:buNone/>
        <a:defRPr sz="4400" kern="1200">
          <a:solidFill>
            <a:schemeClr val="tx1"/>
          </a:solidFill>
          <a:latin typeface="Calibri" pitchFamily="34"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3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Calibri" pitchFamily="34" charset="0"/>
        <a:buChar char="-"/>
        <a:defRPr sz="2800" kern="1200">
          <a:solidFill>
            <a:schemeClr val="tx1"/>
          </a:solidFill>
          <a:latin typeface="+mn-lt"/>
          <a:ea typeface="+mn-ea"/>
          <a:cs typeface="+mn-cs"/>
        </a:defRPr>
      </a:lvl2pPr>
      <a:lvl3pPr marL="1371600" indent="-457200" algn="l" defTabSz="914400" rtl="0" eaLnBrk="1" latinLnBrk="0" hangingPunct="1">
        <a:lnSpc>
          <a:spcPct val="90000"/>
        </a:lnSpc>
        <a:spcBef>
          <a:spcPts val="500"/>
        </a:spcBef>
        <a:buFont typeface="Wingdings" pitchFamily="2" charset="2"/>
        <a:buChar char="§"/>
        <a:defRPr sz="2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8.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8.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8.xml"/></Relationships>
</file>

<file path=ppt/slides/_rels/slide3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4"/>
          <p:cNvSpPr>
            <a:spLocks noGrp="1"/>
          </p:cNvSpPr>
          <p:nvPr>
            <p:ph type="ctrTitle"/>
          </p:nvPr>
        </p:nvSpPr>
        <p:spPr>
          <a:xfrm>
            <a:off x="685800" y="785794"/>
            <a:ext cx="7772400" cy="1470025"/>
          </a:xfrm>
        </p:spPr>
        <p:txBody>
          <a:bodyPr/>
          <a:lstStyle/>
          <a:p>
            <a:pPr algn="ctr"/>
            <a:r>
              <a:rPr lang="en-US" dirty="0"/>
              <a:t>Development approaches</a:t>
            </a:r>
            <a:endParaRPr lang="en-GB" dirty="0"/>
          </a:p>
        </p:txBody>
      </p:sp>
      <p:sp>
        <p:nvSpPr>
          <p:cNvPr id="10" name="Subtitle 5"/>
          <p:cNvSpPr>
            <a:spLocks noGrp="1"/>
          </p:cNvSpPr>
          <p:nvPr>
            <p:ph type="subTitle" idx="1"/>
          </p:nvPr>
        </p:nvSpPr>
        <p:spPr>
          <a:xfrm>
            <a:off x="357158" y="2684444"/>
            <a:ext cx="8358246" cy="2387629"/>
          </a:xfrm>
        </p:spPr>
        <p:txBody>
          <a:bodyPr/>
          <a:lstStyle/>
          <a:p>
            <a:r>
              <a:rPr lang="en-GB" dirty="0"/>
              <a:t>Research and Development Skills in Computing</a:t>
            </a:r>
          </a:p>
          <a:p>
            <a:r>
              <a:rPr lang="en-US" sz="2800" dirty="0"/>
              <a:t>Lecture 6</a:t>
            </a:r>
          </a:p>
          <a:p>
            <a:endParaRPr lang="en-US" sz="2800" dirty="0"/>
          </a:p>
          <a:p>
            <a:r>
              <a:rPr lang="en-US" sz="2400" i="1" dirty="0"/>
              <a:t>Understanding different Development </a:t>
            </a:r>
            <a:r>
              <a:rPr lang="en-US" sz="2400" i="1" dirty="0" err="1"/>
              <a:t>Apporaches</a:t>
            </a:r>
            <a:r>
              <a:rPr lang="en-US" sz="2400" i="1" dirty="0"/>
              <a:t> </a:t>
            </a:r>
            <a:endParaRPr lang="en-GB" sz="2400" i="1" dirty="0"/>
          </a:p>
        </p:txBody>
      </p:sp>
      <p:sp>
        <p:nvSpPr>
          <p:cNvPr id="11" name="TextBox 3"/>
          <p:cNvSpPr txBox="1">
            <a:spLocks noChangeArrowheads="1"/>
          </p:cNvSpPr>
          <p:nvPr/>
        </p:nvSpPr>
        <p:spPr bwMode="auto">
          <a:xfrm>
            <a:off x="142844" y="5214950"/>
            <a:ext cx="8786874" cy="1285884"/>
          </a:xfrm>
          <a:prstGeom prst="rect">
            <a:avLst/>
          </a:prstGeom>
          <a:ln w="9525"/>
        </p:spPr>
        <p:style>
          <a:lnRef idx="2">
            <a:schemeClr val="dk1"/>
          </a:lnRef>
          <a:fillRef idx="1">
            <a:schemeClr val="lt1"/>
          </a:fillRef>
          <a:effectRef idx="0">
            <a:schemeClr val="dk1"/>
          </a:effectRef>
          <a:fontRef idx="minor">
            <a:schemeClr val="dk1"/>
          </a:fontRef>
        </p:style>
        <p:txBody>
          <a:bodyPr vert="horz" lIns="91440" tIns="45720" rIns="91440" bIns="45720" rtlCol="0">
            <a:noAutofit/>
          </a:bodyPr>
          <a:lstStyle/>
          <a:p>
            <a:pPr algn="just" defTabSz="457200">
              <a:spcBef>
                <a:spcPct val="20000"/>
              </a:spcBef>
            </a:pPr>
            <a:r>
              <a:rPr lang="en-GB" sz="1400" dirty="0">
                <a:solidFill>
                  <a:prstClr val="black"/>
                </a:solidFill>
              </a:rPr>
              <a:t>This lecture and its associated materials have been produced by </a:t>
            </a:r>
            <a:r>
              <a:rPr lang="en-US" sz="1400" dirty="0">
                <a:solidFill>
                  <a:prstClr val="black"/>
                </a:solidFill>
              </a:rPr>
              <a:t>Mr. </a:t>
            </a:r>
            <a:r>
              <a:rPr lang="en-US" sz="1400" dirty="0" err="1">
                <a:solidFill>
                  <a:prstClr val="black"/>
                </a:solidFill>
              </a:rPr>
              <a:t>Sanjiv</a:t>
            </a:r>
            <a:r>
              <a:rPr lang="en-US" sz="1400" dirty="0">
                <a:solidFill>
                  <a:prstClr val="black"/>
                </a:solidFill>
              </a:rPr>
              <a:t> </a:t>
            </a:r>
            <a:r>
              <a:rPr lang="en-US" sz="1400" dirty="0" err="1">
                <a:solidFill>
                  <a:prstClr val="black"/>
                </a:solidFill>
              </a:rPr>
              <a:t>Udash</a:t>
            </a:r>
            <a:r>
              <a:rPr lang="en-US" sz="1400" dirty="0">
                <a:solidFill>
                  <a:prstClr val="black"/>
                </a:solidFill>
              </a:rPr>
              <a:t> (MSc, University of Northampton) </a:t>
            </a:r>
            <a:r>
              <a:rPr lang="en-GB" sz="1400" dirty="0">
                <a:solidFill>
                  <a:prstClr val="black"/>
                </a:solidFill>
              </a:rPr>
              <a:t>of </a:t>
            </a:r>
            <a:r>
              <a:rPr lang="en-GB" sz="1400" dirty="0" err="1">
                <a:solidFill>
                  <a:prstClr val="black"/>
                </a:solidFill>
              </a:rPr>
              <a:t>iAcademy</a:t>
            </a:r>
            <a:r>
              <a:rPr lang="en-GB" sz="1400" dirty="0">
                <a:solidFill>
                  <a:prstClr val="black"/>
                </a:solidFill>
              </a:rPr>
              <a:t> for the purposes of lecturing on the above described subject and the material should be viewed in this context. The work does not constitute professional advice and no warranties are made regarding the information presented. The Author and </a:t>
            </a:r>
            <a:r>
              <a:rPr lang="en-GB" sz="1400" dirty="0" err="1">
                <a:solidFill>
                  <a:prstClr val="black"/>
                </a:solidFill>
              </a:rPr>
              <a:t>iAcademy</a:t>
            </a:r>
            <a:r>
              <a:rPr lang="en-GB" sz="1400" dirty="0">
                <a:solidFill>
                  <a:prstClr val="black"/>
                </a:solidFill>
              </a:rPr>
              <a:t> do not accept any liability for the consequences of any action taken as a result of the work or any recommendations made or inferred. Permission to use any of these materials must be first granted by </a:t>
            </a:r>
            <a:r>
              <a:rPr lang="en-GB" sz="1400" dirty="0" err="1">
                <a:solidFill>
                  <a:prstClr val="black"/>
                </a:solidFill>
              </a:rPr>
              <a:t>iAcademy</a:t>
            </a:r>
            <a:r>
              <a:rPr lang="en-GB" sz="1400" dirty="0">
                <a:solidFill>
                  <a:prstClr val="black"/>
                </a:solidFill>
              </a:rPr>
              <a:t>.</a:t>
            </a:r>
            <a:endParaRPr lang="en-US" sz="1400" dirty="0">
              <a:solidFill>
                <a:prstClr val="black"/>
              </a:solidFill>
            </a:endParaRPr>
          </a:p>
        </p:txBody>
      </p:sp>
    </p:spTree>
    <p:extLst>
      <p:ext uri="{BB962C8B-B14F-4D97-AF65-F5344CB8AC3E}">
        <p14:creationId xmlns:p14="http://schemas.microsoft.com/office/powerpoint/2010/main" val="9800439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Calibri" pitchFamily="34" charset="0"/>
              </a:rPr>
              <a:t>Agenda</a:t>
            </a:r>
            <a:r>
              <a:rPr lang="en-US" b="1" dirty="0"/>
              <a:t>	</a:t>
            </a:r>
            <a:endParaRPr lang="en-GB" b="1" dirty="0"/>
          </a:p>
        </p:txBody>
      </p:sp>
      <p:sp>
        <p:nvSpPr>
          <p:cNvPr id="3" name="Content Placeholder 2"/>
          <p:cNvSpPr>
            <a:spLocks noGrp="1"/>
          </p:cNvSpPr>
          <p:nvPr>
            <p:ph idx="1"/>
          </p:nvPr>
        </p:nvSpPr>
        <p:spPr>
          <a:xfrm>
            <a:off x="285750" y="1030288"/>
            <a:ext cx="8531225" cy="4870450"/>
          </a:xfrm>
        </p:spPr>
        <p:txBody>
          <a:bodyPr/>
          <a:lstStyle/>
          <a:p>
            <a:pPr marL="342900" indent="-342900" algn="just" defTabSz="449263" eaLnBrk="0" fontAlgn="base" hangingPunct="0">
              <a:spcBef>
                <a:spcPts val="700"/>
              </a:spcBef>
              <a:spcAft>
                <a:spcPct val="0"/>
              </a:spcAft>
              <a:buClr>
                <a:srgbClr val="000000"/>
              </a:buClr>
              <a:buSzPct val="100000"/>
              <a:buFont typeface="Times New Roman" pitchFamily="16" charset="0"/>
              <a:buChar char="•"/>
            </a:pPr>
            <a:r>
              <a:rPr lang="en-US" sz="3200" dirty="0">
                <a:solidFill>
                  <a:srgbClr val="000000"/>
                </a:solidFill>
                <a:ea typeface="宋体" pitchFamily="2" charset="-122"/>
              </a:rPr>
              <a:t>Week 6 Lecture Coverage</a:t>
            </a:r>
          </a:p>
          <a:p>
            <a:pPr lvl="1"/>
            <a:r>
              <a:rPr lang="en-GB" dirty="0"/>
              <a:t>Software Development Life Cycle</a:t>
            </a:r>
          </a:p>
          <a:p>
            <a:pPr lvl="1"/>
            <a:r>
              <a:rPr lang="en-GB" dirty="0"/>
              <a:t>Waterfall models</a:t>
            </a:r>
          </a:p>
          <a:p>
            <a:pPr lvl="1"/>
            <a:r>
              <a:rPr lang="en-GB" dirty="0"/>
              <a:t>Incremental Model</a:t>
            </a:r>
          </a:p>
          <a:p>
            <a:pPr lvl="1"/>
            <a:r>
              <a:rPr lang="en-GB" dirty="0"/>
              <a:t>Prototyping</a:t>
            </a:r>
          </a:p>
          <a:p>
            <a:pPr lvl="1"/>
            <a:r>
              <a:rPr lang="en-GB" dirty="0"/>
              <a:t>Agile methods</a:t>
            </a:r>
          </a:p>
          <a:p>
            <a:pPr lvl="1"/>
            <a:r>
              <a:rPr lang="en-GB" dirty="0"/>
              <a:t>Extreme Programming</a:t>
            </a:r>
          </a:p>
          <a:p>
            <a:pPr lvl="1"/>
            <a:r>
              <a:rPr lang="en-GB" dirty="0"/>
              <a:t>Verification, Validation and Testing</a:t>
            </a:r>
          </a:p>
          <a:p>
            <a:pPr lvl="1"/>
            <a:r>
              <a:rPr lang="en-GB" dirty="0"/>
              <a:t>Quality</a:t>
            </a:r>
          </a:p>
        </p:txBody>
      </p:sp>
    </p:spTree>
    <p:extLst>
      <p:ext uri="{BB962C8B-B14F-4D97-AF65-F5344CB8AC3E}">
        <p14:creationId xmlns:p14="http://schemas.microsoft.com/office/powerpoint/2010/main" val="197571051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p:cNvSpPr txBox="1"/>
          <p:nvPr/>
        </p:nvSpPr>
        <p:spPr>
          <a:xfrm>
            <a:off x="311120" y="2195067"/>
            <a:ext cx="8501122" cy="2554545"/>
          </a:xfrm>
          <a:prstGeom prst="rect">
            <a:avLst/>
          </a:prstGeom>
          <a:noFill/>
          <a:ln w="63500">
            <a:solidFill>
              <a:srgbClr val="C00000"/>
            </a:solidFill>
          </a:ln>
        </p:spPr>
        <p:txBody>
          <a:bodyPr wrap="square" rtlCol="0">
            <a:spAutoFit/>
          </a:bodyPr>
          <a:lstStyle/>
          <a:p>
            <a:pPr algn="ctr"/>
            <a:endParaRPr lang="en-US" sz="4000" b="1" dirty="0">
              <a:solidFill>
                <a:prstClr val="black"/>
              </a:solidFill>
            </a:endParaRPr>
          </a:p>
          <a:p>
            <a:pPr algn="ctr"/>
            <a:r>
              <a:rPr lang="en-US" sz="4000" b="1" dirty="0">
                <a:solidFill>
                  <a:prstClr val="black"/>
                </a:solidFill>
              </a:rPr>
              <a:t>But first let’s review what have we learned from week 5</a:t>
            </a:r>
          </a:p>
          <a:p>
            <a:pPr algn="ctr"/>
            <a:endParaRPr lang="en-US" sz="4000" b="1" dirty="0">
              <a:solidFill>
                <a:prstClr val="black"/>
              </a:solidFill>
            </a:endParaRPr>
          </a:p>
        </p:txBody>
      </p:sp>
    </p:spTree>
    <p:extLst>
      <p:ext uri="{BB962C8B-B14F-4D97-AF65-F5344CB8AC3E}">
        <p14:creationId xmlns:p14="http://schemas.microsoft.com/office/powerpoint/2010/main" val="35225196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a:latin typeface="+mn-lt"/>
              </a:rPr>
              <a:t>Review of Week 5</a:t>
            </a:r>
          </a:p>
        </p:txBody>
      </p:sp>
      <p:sp>
        <p:nvSpPr>
          <p:cNvPr id="3" name="Content Placeholder 2"/>
          <p:cNvSpPr>
            <a:spLocks noGrp="1"/>
          </p:cNvSpPr>
          <p:nvPr>
            <p:ph idx="1"/>
          </p:nvPr>
        </p:nvSpPr>
        <p:spPr/>
        <p:txBody>
          <a:bodyPr>
            <a:normAutofit fontScale="92500" lnSpcReduction="10000"/>
          </a:bodyPr>
          <a:lstStyle/>
          <a:p>
            <a:pPr algn="just"/>
            <a:r>
              <a:rPr lang="en-US" dirty="0"/>
              <a:t>The initial foundation for your project is a literature survey and has two main components: a literature search and a literature review.</a:t>
            </a:r>
          </a:p>
          <a:p>
            <a:pPr algn="just"/>
            <a:r>
              <a:rPr lang="en-US" dirty="0"/>
              <a:t>A literature search is a ‘</a:t>
            </a:r>
            <a:r>
              <a:rPr lang="en-US" b="1" i="1" dirty="0"/>
              <a:t>systematic</a:t>
            </a:r>
            <a:r>
              <a:rPr lang="en-US" dirty="0"/>
              <a:t> gathering of </a:t>
            </a:r>
            <a:r>
              <a:rPr lang="en-US" b="1" i="1" dirty="0"/>
              <a:t>published</a:t>
            </a:r>
            <a:r>
              <a:rPr lang="en-US" dirty="0"/>
              <a:t> information relating to a subject’</a:t>
            </a:r>
          </a:p>
          <a:p>
            <a:pPr algn="just"/>
            <a:r>
              <a:rPr lang="en-US" dirty="0"/>
              <a:t>Literature review should implicitly cover the following four points:</a:t>
            </a:r>
          </a:p>
          <a:p>
            <a:pPr marL="800100" lvl="1" indent="-457200" algn="just"/>
            <a:r>
              <a:rPr lang="en-US" b="1" dirty="0"/>
              <a:t>Arrangement</a:t>
            </a:r>
            <a:r>
              <a:rPr lang="en-US" dirty="0"/>
              <a:t> of relevant literature in the field, </a:t>
            </a:r>
            <a:r>
              <a:rPr lang="en-US" b="1" dirty="0"/>
              <a:t>Critically evaluation </a:t>
            </a:r>
            <a:r>
              <a:rPr lang="en-US" dirty="0"/>
              <a:t>of the research in the field, </a:t>
            </a:r>
            <a:r>
              <a:rPr lang="en-US" b="1" dirty="0"/>
              <a:t>Identification</a:t>
            </a:r>
            <a:r>
              <a:rPr lang="en-US" dirty="0"/>
              <a:t> of your project within a wider context and </a:t>
            </a:r>
            <a:r>
              <a:rPr lang="en-US" b="1" dirty="0"/>
              <a:t>justification</a:t>
            </a:r>
            <a:r>
              <a:rPr lang="en-US" dirty="0"/>
              <a:t> of the existence of your project by identifying a gap and solution.</a:t>
            </a:r>
            <a:endParaRPr lang="en-GB" dirty="0"/>
          </a:p>
          <a:p>
            <a:pPr algn="just"/>
            <a:endParaRPr lang="en-US" dirty="0"/>
          </a:p>
          <a:p>
            <a:pPr algn="just"/>
            <a:endParaRPr lang="en-US" dirty="0"/>
          </a:p>
          <a:p>
            <a:pPr algn="just"/>
            <a:endParaRPr lang="en-GB" dirty="0"/>
          </a:p>
          <a:p>
            <a:pPr algn="just"/>
            <a:endParaRPr lang="en-GB" dirty="0"/>
          </a:p>
          <a:p>
            <a:pPr algn="just"/>
            <a:endParaRPr lang="en-GB" dirty="0"/>
          </a:p>
        </p:txBody>
      </p:sp>
    </p:spTree>
    <p:extLst>
      <p:ext uri="{BB962C8B-B14F-4D97-AF65-F5344CB8AC3E}">
        <p14:creationId xmlns:p14="http://schemas.microsoft.com/office/powerpoint/2010/main" val="273685560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8" name="Picture 4" descr="http://s.isha.ws/blog/wp-content/uploads/2013/08/confusion-clarity-spiritual-path.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1787" y="1152939"/>
            <a:ext cx="8480425" cy="4770239"/>
          </a:xfrm>
          <a:prstGeom prst="rect">
            <a:avLst/>
          </a:prstGeom>
          <a:noFill/>
          <a:extLst>
            <a:ext uri="{909E8E84-426E-40DD-AFC4-6F175D3DCCD1}">
              <a14:hiddenFill xmlns:a14="http://schemas.microsoft.com/office/drawing/2010/main">
                <a:solidFill>
                  <a:srgbClr val="FFFFFF"/>
                </a:solidFill>
              </a14:hiddenFill>
            </a:ext>
          </a:extLst>
        </p:spPr>
      </p:pic>
      <p:sp>
        <p:nvSpPr>
          <p:cNvPr id="4" name="Title 1"/>
          <p:cNvSpPr>
            <a:spLocks noGrp="1"/>
          </p:cNvSpPr>
          <p:nvPr>
            <p:ph type="title"/>
          </p:nvPr>
        </p:nvSpPr>
        <p:spPr/>
        <p:txBody>
          <a:bodyPr/>
          <a:lstStyle/>
          <a:p>
            <a:r>
              <a:rPr lang="en-US" b="1" dirty="0">
                <a:latin typeface="+mn-lt"/>
              </a:rPr>
              <a:t>Any Confusion?</a:t>
            </a:r>
          </a:p>
        </p:txBody>
      </p:sp>
    </p:spTree>
    <p:extLst>
      <p:ext uri="{BB962C8B-B14F-4D97-AF65-F5344CB8AC3E}">
        <p14:creationId xmlns:p14="http://schemas.microsoft.com/office/powerpoint/2010/main" val="30695125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5750" y="554048"/>
            <a:ext cx="8531225" cy="762000"/>
          </a:xfrm>
        </p:spPr>
        <p:txBody>
          <a:bodyPr/>
          <a:lstStyle/>
          <a:p>
            <a:r>
              <a:rPr lang="en-GB" dirty="0"/>
              <a:t>Software Development Life Cycle (SDLC) (1)</a:t>
            </a:r>
          </a:p>
        </p:txBody>
      </p:sp>
      <p:sp>
        <p:nvSpPr>
          <p:cNvPr id="3" name="Content Placeholder 2"/>
          <p:cNvSpPr>
            <a:spLocks noGrp="1"/>
          </p:cNvSpPr>
          <p:nvPr>
            <p:ph idx="1"/>
          </p:nvPr>
        </p:nvSpPr>
        <p:spPr>
          <a:xfrm>
            <a:off x="285749" y="1716088"/>
            <a:ext cx="8531225" cy="4870450"/>
          </a:xfrm>
        </p:spPr>
        <p:txBody>
          <a:bodyPr>
            <a:noAutofit/>
          </a:bodyPr>
          <a:lstStyle/>
          <a:p>
            <a:r>
              <a:rPr lang="en-US" dirty="0"/>
              <a:t>The SDLC represents a generic model for software development and consists of a number of stages.</a:t>
            </a:r>
          </a:p>
          <a:p>
            <a:r>
              <a:rPr lang="en-US" dirty="0"/>
              <a:t>These stages, shown in Figure in the next slide, are: requirements capture, design, build, test and implement. </a:t>
            </a:r>
          </a:p>
          <a:p>
            <a:r>
              <a:rPr lang="en-US" dirty="0"/>
              <a:t>All software developments follow this generic model in one way or another and yours will do the same.</a:t>
            </a:r>
          </a:p>
        </p:txBody>
      </p:sp>
    </p:spTree>
    <p:extLst>
      <p:ext uri="{BB962C8B-B14F-4D97-AF65-F5344CB8AC3E}">
        <p14:creationId xmlns:p14="http://schemas.microsoft.com/office/powerpoint/2010/main" val="249251050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5750" y="554048"/>
            <a:ext cx="8531225" cy="762000"/>
          </a:xfrm>
        </p:spPr>
        <p:txBody>
          <a:bodyPr/>
          <a:lstStyle/>
          <a:p>
            <a:r>
              <a:rPr lang="en-GB" dirty="0"/>
              <a:t>Software Development Life Cycle (SDLC) (2)</a:t>
            </a:r>
          </a:p>
        </p:txBody>
      </p:sp>
      <p:pic>
        <p:nvPicPr>
          <p:cNvPr id="4" name="Content Placeholder 3"/>
          <p:cNvPicPr>
            <a:picLocks noChangeAspect="1"/>
          </p:cNvPicPr>
          <p:nvPr/>
        </p:nvPicPr>
        <p:blipFill>
          <a:blip r:embed="rId2"/>
          <a:stretch>
            <a:fillRect/>
          </a:stretch>
        </p:blipFill>
        <p:spPr bwMode="auto">
          <a:xfrm>
            <a:off x="72754" y="2619375"/>
            <a:ext cx="8957216" cy="1881188"/>
          </a:xfrm>
          <a:prstGeom prst="rect">
            <a:avLst/>
          </a:prstGeom>
          <a:noFill/>
          <a:ln w="9525">
            <a:noFill/>
            <a:round/>
            <a:headEnd/>
            <a:tailEnd/>
          </a:ln>
        </p:spPr>
      </p:pic>
    </p:spTree>
    <p:extLst>
      <p:ext uri="{BB962C8B-B14F-4D97-AF65-F5344CB8AC3E}">
        <p14:creationId xmlns:p14="http://schemas.microsoft.com/office/powerpoint/2010/main" val="137089944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5750" y="554048"/>
            <a:ext cx="8531225" cy="762000"/>
          </a:xfrm>
        </p:spPr>
        <p:txBody>
          <a:bodyPr/>
          <a:lstStyle/>
          <a:p>
            <a:r>
              <a:rPr lang="en-GB" dirty="0"/>
              <a:t>Software Development Life Cycle (SDLC) (3)</a:t>
            </a:r>
          </a:p>
        </p:txBody>
      </p:sp>
      <p:sp>
        <p:nvSpPr>
          <p:cNvPr id="3" name="Content Placeholder 2"/>
          <p:cNvSpPr>
            <a:spLocks noGrp="1"/>
          </p:cNvSpPr>
          <p:nvPr>
            <p:ph idx="1"/>
          </p:nvPr>
        </p:nvSpPr>
        <p:spPr>
          <a:xfrm>
            <a:off x="285749" y="1716088"/>
            <a:ext cx="8531225" cy="4870450"/>
          </a:xfrm>
        </p:spPr>
        <p:txBody>
          <a:bodyPr>
            <a:noAutofit/>
          </a:bodyPr>
          <a:lstStyle/>
          <a:p>
            <a:r>
              <a:rPr lang="en-US" dirty="0"/>
              <a:t>The stages are described below:</a:t>
            </a:r>
          </a:p>
          <a:p>
            <a:pPr lvl="1" algn="just"/>
            <a:r>
              <a:rPr lang="en-US" dirty="0"/>
              <a:t>Requirements capture represents all activities that are performed to elicit the requirements from the user and the documents </a:t>
            </a:r>
          </a:p>
          <a:p>
            <a:pPr lvl="1" algn="just"/>
            <a:r>
              <a:rPr lang="en-US" dirty="0"/>
              <a:t>Design represents the design of the software based on the requirements. </a:t>
            </a:r>
          </a:p>
          <a:p>
            <a:pPr lvl="1" algn="just"/>
            <a:r>
              <a:rPr lang="en-US" dirty="0"/>
              <a:t>Build is the coding/development of the software system. </a:t>
            </a:r>
          </a:p>
          <a:p>
            <a:pPr lvl="1" algn="just"/>
            <a:r>
              <a:rPr lang="en-US" dirty="0"/>
              <a:t>Test is the testing of this code and </a:t>
            </a:r>
          </a:p>
          <a:p>
            <a:pPr lvl="1" algn="just"/>
            <a:r>
              <a:rPr lang="en-US" dirty="0"/>
              <a:t>Implement is the eventual installation/acceptance of the software system in its target environment</a:t>
            </a:r>
            <a:endParaRPr lang="en-GB" dirty="0"/>
          </a:p>
          <a:p>
            <a:endParaRPr lang="en-US" dirty="0"/>
          </a:p>
        </p:txBody>
      </p:sp>
    </p:spTree>
    <p:extLst>
      <p:ext uri="{BB962C8B-B14F-4D97-AF65-F5344CB8AC3E}">
        <p14:creationId xmlns:p14="http://schemas.microsoft.com/office/powerpoint/2010/main" val="109447407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Build-and-fix model (1)</a:t>
            </a:r>
          </a:p>
        </p:txBody>
      </p:sp>
      <p:sp>
        <p:nvSpPr>
          <p:cNvPr id="3" name="Content Placeholder 2"/>
          <p:cNvSpPr>
            <a:spLocks noGrp="1"/>
          </p:cNvSpPr>
          <p:nvPr>
            <p:ph idx="1"/>
          </p:nvPr>
        </p:nvSpPr>
        <p:spPr/>
        <p:txBody>
          <a:bodyPr>
            <a:noAutofit/>
          </a:bodyPr>
          <a:lstStyle/>
          <a:p>
            <a:pPr algn="just"/>
            <a:r>
              <a:rPr lang="en-US" dirty="0"/>
              <a:t>The build-and-fix or code-and-fix ‘model’ represents this early approach to the development of software. </a:t>
            </a:r>
          </a:p>
          <a:p>
            <a:pPr lvl="1" algn="just"/>
            <a:r>
              <a:rPr lang="en-US" dirty="0"/>
              <a:t>It is not a formal model as such, but a representation of a simple approach to hacking code together. </a:t>
            </a:r>
          </a:p>
          <a:p>
            <a:pPr lvl="1" algn="just"/>
            <a:r>
              <a:rPr lang="en-US" dirty="0"/>
              <a:t>There is no formal requirements capture in the process and no formal design. </a:t>
            </a:r>
          </a:p>
          <a:p>
            <a:pPr lvl="1" algn="just"/>
            <a:r>
              <a:rPr lang="en-US" dirty="0"/>
              <a:t>Programmers would first write some code, run the code and then correct any bugs in the software.</a:t>
            </a:r>
          </a:p>
          <a:p>
            <a:pPr lvl="1" algn="just"/>
            <a:r>
              <a:rPr lang="en-US" dirty="0"/>
              <a:t>In this case there is no formal breakdown of the process into stages. </a:t>
            </a:r>
          </a:p>
          <a:p>
            <a:pPr lvl="1" algn="just"/>
            <a:r>
              <a:rPr lang="en-US" dirty="0"/>
              <a:t>The model merely iterates until the software becomes unworkable and is retired or replaced.</a:t>
            </a:r>
          </a:p>
          <a:p>
            <a:pPr lvl="1" algn="just"/>
            <a:endParaRPr lang="en-US" dirty="0"/>
          </a:p>
          <a:p>
            <a:pPr lvl="1" algn="just"/>
            <a:endParaRPr lang="en-US" dirty="0"/>
          </a:p>
        </p:txBody>
      </p:sp>
    </p:spTree>
    <p:extLst>
      <p:ext uri="{BB962C8B-B14F-4D97-AF65-F5344CB8AC3E}">
        <p14:creationId xmlns:p14="http://schemas.microsoft.com/office/powerpoint/2010/main" val="220406269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Build-and-fix model (2)</a:t>
            </a:r>
          </a:p>
        </p:txBody>
      </p:sp>
      <p:sp>
        <p:nvSpPr>
          <p:cNvPr id="3" name="Content Placeholder 2"/>
          <p:cNvSpPr>
            <a:spLocks noGrp="1"/>
          </p:cNvSpPr>
          <p:nvPr>
            <p:ph idx="1"/>
          </p:nvPr>
        </p:nvSpPr>
        <p:spPr/>
        <p:txBody>
          <a:bodyPr>
            <a:noAutofit/>
          </a:bodyPr>
          <a:lstStyle/>
          <a:p>
            <a:pPr algn="just"/>
            <a:r>
              <a:rPr lang="en-US" dirty="0"/>
              <a:t>Turner (1993) identified a number of issues with this ‘model’:</a:t>
            </a:r>
          </a:p>
          <a:p>
            <a:pPr lvl="1" algn="just"/>
            <a:r>
              <a:rPr lang="en-US" dirty="0"/>
              <a:t>After several fixes the software becomes difficult to maintain as it becomes poorly structured.</a:t>
            </a:r>
          </a:p>
          <a:p>
            <a:pPr lvl="1" algn="just"/>
            <a:r>
              <a:rPr lang="en-US" dirty="0"/>
              <a:t>It often does not match the user’s requirements – it is rejected or requires extensive redevelopment.</a:t>
            </a:r>
          </a:p>
          <a:p>
            <a:pPr lvl="1" algn="just"/>
            <a:r>
              <a:rPr lang="en-US" dirty="0"/>
              <a:t>It can be costly to maintain because of its poor structure and lack of definable output that can be tested.</a:t>
            </a:r>
          </a:p>
          <a:p>
            <a:pPr algn="just"/>
            <a:r>
              <a:rPr lang="en-US" dirty="0"/>
              <a:t>Although the build-and-fix approach is still used today working on small and personal systems, you should not be using it for your project. </a:t>
            </a:r>
            <a:endParaRPr lang="en-GB" dirty="0"/>
          </a:p>
        </p:txBody>
      </p:sp>
    </p:spTree>
    <p:extLst>
      <p:ext uri="{BB962C8B-B14F-4D97-AF65-F5344CB8AC3E}">
        <p14:creationId xmlns:p14="http://schemas.microsoft.com/office/powerpoint/2010/main" val="283873983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Waterfall model (1)</a:t>
            </a:r>
          </a:p>
        </p:txBody>
      </p:sp>
      <p:sp>
        <p:nvSpPr>
          <p:cNvPr id="3" name="Content Placeholder 2"/>
          <p:cNvSpPr>
            <a:spLocks noGrp="1"/>
          </p:cNvSpPr>
          <p:nvPr>
            <p:ph idx="1"/>
          </p:nvPr>
        </p:nvSpPr>
        <p:spPr/>
        <p:txBody>
          <a:bodyPr>
            <a:noAutofit/>
          </a:bodyPr>
          <a:lstStyle/>
          <a:p>
            <a:pPr algn="just"/>
            <a:r>
              <a:rPr lang="en-US" dirty="0"/>
              <a:t>Because of the problems encountered with the unstructured approach of the build-and-fix model, several more detailed models were devised. </a:t>
            </a:r>
          </a:p>
          <a:p>
            <a:pPr algn="just"/>
            <a:r>
              <a:rPr lang="en-US" dirty="0"/>
              <a:t>The earliest of these models was the stage-wise model from which the classical waterfall model developed</a:t>
            </a:r>
          </a:p>
          <a:p>
            <a:pPr algn="just"/>
            <a:r>
              <a:rPr lang="en-US" dirty="0"/>
              <a:t>The stage-wise model was developed in 1956 by </a:t>
            </a:r>
            <a:r>
              <a:rPr lang="en-US" dirty="0" err="1"/>
              <a:t>Benington</a:t>
            </a:r>
            <a:r>
              <a:rPr lang="en-US" dirty="0"/>
              <a:t> in an attempt to provide an engineering process to the development of software.</a:t>
            </a:r>
          </a:p>
          <a:p>
            <a:pPr algn="just"/>
            <a:endParaRPr lang="en-GB" dirty="0"/>
          </a:p>
        </p:txBody>
      </p:sp>
    </p:spTree>
    <p:extLst>
      <p:ext uri="{BB962C8B-B14F-4D97-AF65-F5344CB8AC3E}">
        <p14:creationId xmlns:p14="http://schemas.microsoft.com/office/powerpoint/2010/main" val="64114660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Waterfall model (2)</a:t>
            </a:r>
          </a:p>
        </p:txBody>
      </p:sp>
      <p:sp>
        <p:nvSpPr>
          <p:cNvPr id="3" name="Content Placeholder 2"/>
          <p:cNvSpPr>
            <a:spLocks noGrp="1"/>
          </p:cNvSpPr>
          <p:nvPr>
            <p:ph idx="1"/>
          </p:nvPr>
        </p:nvSpPr>
        <p:spPr/>
        <p:txBody>
          <a:bodyPr>
            <a:noAutofit/>
          </a:bodyPr>
          <a:lstStyle/>
          <a:p>
            <a:pPr algn="just"/>
            <a:r>
              <a:rPr lang="en-US" dirty="0"/>
              <a:t>It represents a unidirectional, sequential process – once a stage has been completed, the results of that stage become a fixed baseline from which the following stages develop – there is no revision. </a:t>
            </a:r>
          </a:p>
          <a:p>
            <a:pPr algn="just"/>
            <a:r>
              <a:rPr lang="en-US" dirty="0"/>
              <a:t>While this appears to be rather rigid and naïve, the development of a defined process at that time was a significant breakthrough in software engineering.</a:t>
            </a:r>
            <a:endParaRPr lang="en-GB" dirty="0"/>
          </a:p>
        </p:txBody>
      </p:sp>
    </p:spTree>
    <p:extLst>
      <p:ext uri="{BB962C8B-B14F-4D97-AF65-F5344CB8AC3E}">
        <p14:creationId xmlns:p14="http://schemas.microsoft.com/office/powerpoint/2010/main" val="24274490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Waterfall model (3)</a:t>
            </a:r>
          </a:p>
        </p:txBody>
      </p:sp>
      <p:pic>
        <p:nvPicPr>
          <p:cNvPr id="7" name="Content Placeholder 6"/>
          <p:cNvPicPr>
            <a:picLocks noGrp="1" noChangeAspect="1"/>
          </p:cNvPicPr>
          <p:nvPr>
            <p:ph idx="1"/>
          </p:nvPr>
        </p:nvPicPr>
        <p:blipFill>
          <a:blip r:embed="rId2"/>
          <a:stretch>
            <a:fillRect/>
          </a:stretch>
        </p:blipFill>
        <p:spPr>
          <a:xfrm>
            <a:off x="458677" y="1330326"/>
            <a:ext cx="8185370" cy="5256212"/>
          </a:xfrm>
          <a:prstGeom prst="rect">
            <a:avLst/>
          </a:prstGeom>
        </p:spPr>
      </p:pic>
    </p:spTree>
    <p:extLst>
      <p:ext uri="{BB962C8B-B14F-4D97-AF65-F5344CB8AC3E}">
        <p14:creationId xmlns:p14="http://schemas.microsoft.com/office/powerpoint/2010/main" val="123106987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Waterfall model (4)</a:t>
            </a:r>
          </a:p>
        </p:txBody>
      </p:sp>
      <p:sp>
        <p:nvSpPr>
          <p:cNvPr id="3" name="Content Placeholder 2"/>
          <p:cNvSpPr>
            <a:spLocks noGrp="1"/>
          </p:cNvSpPr>
          <p:nvPr>
            <p:ph idx="1"/>
          </p:nvPr>
        </p:nvSpPr>
        <p:spPr/>
        <p:txBody>
          <a:bodyPr>
            <a:noAutofit/>
          </a:bodyPr>
          <a:lstStyle/>
          <a:p>
            <a:pPr algn="just"/>
            <a:r>
              <a:rPr lang="en-US" dirty="0"/>
              <a:t>It was soon recognized, however, that the sequential nature of the stage-wise model was causing problems and some form of reworking was required in order to allow a user’s needs to be addressed more effectively.</a:t>
            </a:r>
          </a:p>
          <a:p>
            <a:pPr algn="just"/>
            <a:r>
              <a:rPr lang="en-US" dirty="0"/>
              <a:t>The classical waterfall model differed from the stage-wise model in that it allowed some limited iteration between stages</a:t>
            </a:r>
          </a:p>
          <a:p>
            <a:pPr algn="just"/>
            <a:endParaRPr lang="en-GB" dirty="0"/>
          </a:p>
        </p:txBody>
      </p:sp>
    </p:spTree>
    <p:extLst>
      <p:ext uri="{BB962C8B-B14F-4D97-AF65-F5344CB8AC3E}">
        <p14:creationId xmlns:p14="http://schemas.microsoft.com/office/powerpoint/2010/main" val="6045505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Waterfall model (5)</a:t>
            </a:r>
          </a:p>
        </p:txBody>
      </p:sp>
      <p:sp>
        <p:nvSpPr>
          <p:cNvPr id="3" name="Content Placeholder 2"/>
          <p:cNvSpPr>
            <a:spLocks noGrp="1"/>
          </p:cNvSpPr>
          <p:nvPr>
            <p:ph idx="1"/>
          </p:nvPr>
        </p:nvSpPr>
        <p:spPr/>
        <p:txBody>
          <a:bodyPr>
            <a:noAutofit/>
          </a:bodyPr>
          <a:lstStyle/>
          <a:p>
            <a:pPr algn="just"/>
            <a:r>
              <a:rPr lang="en-US" dirty="0"/>
              <a:t>You should, therefore, only use this approach for your own project if:</a:t>
            </a:r>
          </a:p>
          <a:p>
            <a:pPr lvl="1" algn="just"/>
            <a:r>
              <a:rPr lang="en-US" dirty="0"/>
              <a:t> you are confident that you fully understand the requirements of the system or </a:t>
            </a:r>
          </a:p>
          <a:p>
            <a:pPr lvl="1" algn="just"/>
            <a:r>
              <a:rPr lang="en-US" dirty="0"/>
              <a:t>they have already been provided to you in an unambiguous way by the client. </a:t>
            </a:r>
          </a:p>
          <a:p>
            <a:pPr algn="just"/>
            <a:r>
              <a:rPr lang="en-US" dirty="0"/>
              <a:t>In most cases we cannot guarantee to fully understand the needs of our user – in which case one of the following approaches is perhaps more suitable for you to follow.</a:t>
            </a:r>
            <a:endParaRPr lang="en-GB" dirty="0"/>
          </a:p>
        </p:txBody>
      </p:sp>
    </p:spTree>
    <p:extLst>
      <p:ext uri="{BB962C8B-B14F-4D97-AF65-F5344CB8AC3E}">
        <p14:creationId xmlns:p14="http://schemas.microsoft.com/office/powerpoint/2010/main" val="31524007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Incremental Model (1)</a:t>
            </a:r>
          </a:p>
        </p:txBody>
      </p:sp>
      <p:sp>
        <p:nvSpPr>
          <p:cNvPr id="3" name="Content Placeholder 2"/>
          <p:cNvSpPr>
            <a:spLocks noGrp="1"/>
          </p:cNvSpPr>
          <p:nvPr>
            <p:ph idx="1"/>
          </p:nvPr>
        </p:nvSpPr>
        <p:spPr/>
        <p:txBody>
          <a:bodyPr>
            <a:noAutofit/>
          </a:bodyPr>
          <a:lstStyle/>
          <a:p>
            <a:pPr algn="just"/>
            <a:r>
              <a:rPr lang="en-US" dirty="0"/>
              <a:t>Rather than delivering the software towards the end of your project to the client in one ‘big bang’, it might be better to deliver the system to them as a series of intermediate working sub-systems over a period of time. </a:t>
            </a:r>
          </a:p>
          <a:p>
            <a:pPr algn="just"/>
            <a:r>
              <a:rPr lang="en-US" dirty="0"/>
              <a:t>But when planning to undertake an incremental development:</a:t>
            </a:r>
          </a:p>
          <a:p>
            <a:pPr lvl="1" algn="just"/>
            <a:r>
              <a:rPr lang="en-US" dirty="0"/>
              <a:t>it is important to have an outline plan in place for the entire system at the start.</a:t>
            </a:r>
          </a:p>
          <a:p>
            <a:pPr lvl="1" algn="just"/>
            <a:r>
              <a:rPr lang="en-US" dirty="0"/>
              <a:t>You cannot just plan the easiest parts of the system, develop and release these to the user, and worry about the more complex aspects of the system later.</a:t>
            </a:r>
            <a:endParaRPr lang="en-GB" dirty="0"/>
          </a:p>
        </p:txBody>
      </p:sp>
    </p:spTree>
    <p:extLst>
      <p:ext uri="{BB962C8B-B14F-4D97-AF65-F5344CB8AC3E}">
        <p14:creationId xmlns:p14="http://schemas.microsoft.com/office/powerpoint/2010/main" val="289971098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Incremental Model (2)</a:t>
            </a:r>
          </a:p>
        </p:txBody>
      </p:sp>
      <p:pic>
        <p:nvPicPr>
          <p:cNvPr id="5" name="Content Placeholder 4"/>
          <p:cNvPicPr>
            <a:picLocks noGrp="1" noChangeAspect="1"/>
          </p:cNvPicPr>
          <p:nvPr>
            <p:ph idx="1"/>
          </p:nvPr>
        </p:nvPicPr>
        <p:blipFill>
          <a:blip r:embed="rId2"/>
          <a:stretch>
            <a:fillRect/>
          </a:stretch>
        </p:blipFill>
        <p:spPr>
          <a:xfrm>
            <a:off x="952072" y="1331913"/>
            <a:ext cx="7198579" cy="4068762"/>
          </a:xfrm>
          <a:prstGeom prst="rect">
            <a:avLst/>
          </a:prstGeom>
        </p:spPr>
      </p:pic>
    </p:spTree>
    <p:extLst>
      <p:ext uri="{BB962C8B-B14F-4D97-AF65-F5344CB8AC3E}">
        <p14:creationId xmlns:p14="http://schemas.microsoft.com/office/powerpoint/2010/main" val="131457405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Incremental Model (3)</a:t>
            </a:r>
          </a:p>
        </p:txBody>
      </p:sp>
      <p:sp>
        <p:nvSpPr>
          <p:cNvPr id="3" name="Content Placeholder 2"/>
          <p:cNvSpPr>
            <a:spLocks noGrp="1"/>
          </p:cNvSpPr>
          <p:nvPr>
            <p:ph idx="1"/>
          </p:nvPr>
        </p:nvSpPr>
        <p:spPr/>
        <p:txBody>
          <a:bodyPr>
            <a:noAutofit/>
          </a:bodyPr>
          <a:lstStyle/>
          <a:p>
            <a:pPr algn="just"/>
            <a:r>
              <a:rPr lang="en-GB" b="1" dirty="0"/>
              <a:t>Advantages</a:t>
            </a:r>
          </a:p>
          <a:p>
            <a:pPr lvl="1" algn="just"/>
            <a:r>
              <a:rPr lang="en-US" dirty="0"/>
              <a:t>The user gets something early so that they can get an idea of the system’s capabilities and an idea of what you are able to produce in the longer term for them. Thus, the user/client can provide early feedback if something isn’t right or improvements can be made. </a:t>
            </a:r>
          </a:p>
          <a:p>
            <a:pPr lvl="1" algn="just"/>
            <a:r>
              <a:rPr lang="en-US" dirty="0"/>
              <a:t>It can help you plan and manage your project more effectively. By breaking the project down into a number of deliverables, you will be able to plan how long each deliverable should take to develop.</a:t>
            </a:r>
          </a:p>
          <a:p>
            <a:pPr lvl="1" algn="just"/>
            <a:r>
              <a:rPr lang="en-US" dirty="0"/>
              <a:t>The user does not need to learn how to use the entire system in one go.</a:t>
            </a:r>
            <a:endParaRPr lang="en-GB" dirty="0"/>
          </a:p>
        </p:txBody>
      </p:sp>
    </p:spTree>
    <p:extLst>
      <p:ext uri="{BB962C8B-B14F-4D97-AF65-F5344CB8AC3E}">
        <p14:creationId xmlns:p14="http://schemas.microsoft.com/office/powerpoint/2010/main" val="298082379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Incremental Model (4)</a:t>
            </a:r>
          </a:p>
        </p:txBody>
      </p:sp>
      <p:sp>
        <p:nvSpPr>
          <p:cNvPr id="3" name="Content Placeholder 2"/>
          <p:cNvSpPr>
            <a:spLocks noGrp="1"/>
          </p:cNvSpPr>
          <p:nvPr>
            <p:ph idx="1"/>
          </p:nvPr>
        </p:nvSpPr>
        <p:spPr/>
        <p:txBody>
          <a:bodyPr>
            <a:normAutofit fontScale="92500" lnSpcReduction="20000"/>
          </a:bodyPr>
          <a:lstStyle/>
          <a:p>
            <a:pPr algn="just"/>
            <a:r>
              <a:rPr lang="en-GB" sz="3500" b="1" dirty="0"/>
              <a:t>Disadvantages</a:t>
            </a:r>
          </a:p>
          <a:p>
            <a:pPr lvl="1" algn="just"/>
            <a:r>
              <a:rPr lang="en-US" sz="3000" dirty="0"/>
              <a:t>It might be difficult to break your program down into a series of sub-systems that are worth delivering to the client/user as separate units. </a:t>
            </a:r>
          </a:p>
          <a:p>
            <a:pPr lvl="2" algn="just"/>
            <a:r>
              <a:rPr lang="en-US" sz="2600" dirty="0"/>
              <a:t>For example, you don’t want to end up providing a large number of small deliverables to the user that appear to provide little improvement over earlier releases. This wastes your time and can lead the user to think that you are making little progress and wasting their time too.</a:t>
            </a:r>
          </a:p>
          <a:p>
            <a:pPr lvl="1" algn="just"/>
            <a:r>
              <a:rPr lang="en-US" sz="3000" dirty="0"/>
              <a:t>Although it is advantageous to meet your user/client regularly, additional contact with them can encourage them to identify too many improvements. </a:t>
            </a:r>
          </a:p>
          <a:p>
            <a:pPr lvl="2" algn="just"/>
            <a:r>
              <a:rPr lang="en-US" sz="2600" dirty="0"/>
              <a:t>They may identify more changes than you have time to implement and the changes they request may take your project in a direction that is inconsistent with the requirements of your course.</a:t>
            </a:r>
            <a:endParaRPr lang="en-GB" sz="2600" dirty="0"/>
          </a:p>
        </p:txBody>
      </p:sp>
    </p:spTree>
    <p:extLst>
      <p:ext uri="{BB962C8B-B14F-4D97-AF65-F5344CB8AC3E}">
        <p14:creationId xmlns:p14="http://schemas.microsoft.com/office/powerpoint/2010/main" val="282601051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Prototyping</a:t>
            </a:r>
          </a:p>
        </p:txBody>
      </p:sp>
      <p:sp>
        <p:nvSpPr>
          <p:cNvPr id="3" name="Content Placeholder 2"/>
          <p:cNvSpPr>
            <a:spLocks noGrp="1"/>
          </p:cNvSpPr>
          <p:nvPr>
            <p:ph idx="1"/>
          </p:nvPr>
        </p:nvSpPr>
        <p:spPr/>
        <p:txBody>
          <a:bodyPr/>
          <a:lstStyle/>
          <a:p>
            <a:pPr algn="just"/>
            <a:r>
              <a:rPr lang="en-US" dirty="0"/>
              <a:t>Useful in projects where it is often difficult to pin down exactly what is required from a software system at the start of the project and/or when we may not have a clear understanding of the technical issues surrounding that system.</a:t>
            </a:r>
          </a:p>
          <a:p>
            <a:pPr algn="just"/>
            <a:r>
              <a:rPr lang="en-US" dirty="0"/>
              <a:t>A prototype can be produced in order to:</a:t>
            </a:r>
          </a:p>
          <a:p>
            <a:pPr marL="457200" lvl="1" indent="0" algn="just">
              <a:buNone/>
            </a:pPr>
            <a:r>
              <a:rPr lang="en-US" dirty="0"/>
              <a:t>1. explore the requirements of the system with the user – requirements capture, and/or</a:t>
            </a:r>
          </a:p>
          <a:p>
            <a:pPr marL="457200" lvl="1" indent="0" algn="just">
              <a:buNone/>
            </a:pPr>
            <a:r>
              <a:rPr lang="en-US" dirty="0"/>
              <a:t>2. explore the technical feasibility of a system – experimental prototyping.</a:t>
            </a:r>
            <a:endParaRPr lang="en-GB" dirty="0"/>
          </a:p>
        </p:txBody>
      </p:sp>
    </p:spTree>
    <p:extLst>
      <p:ext uri="{BB962C8B-B14F-4D97-AF65-F5344CB8AC3E}">
        <p14:creationId xmlns:p14="http://schemas.microsoft.com/office/powerpoint/2010/main" val="362815843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Prototyping: Throw-away (1)</a:t>
            </a:r>
          </a:p>
        </p:txBody>
      </p:sp>
      <p:sp>
        <p:nvSpPr>
          <p:cNvPr id="3" name="Content Placeholder 2"/>
          <p:cNvSpPr>
            <a:spLocks noGrp="1"/>
          </p:cNvSpPr>
          <p:nvPr>
            <p:ph idx="1"/>
          </p:nvPr>
        </p:nvSpPr>
        <p:spPr/>
        <p:txBody>
          <a:bodyPr/>
          <a:lstStyle/>
          <a:p>
            <a:pPr algn="just"/>
            <a:r>
              <a:rPr lang="en-US" dirty="0"/>
              <a:t>Throwaway prototyping is also called as rapid or close ended prototyping. </a:t>
            </a:r>
          </a:p>
          <a:p>
            <a:pPr algn="just"/>
            <a:r>
              <a:rPr lang="en-US" dirty="0"/>
              <a:t>This type of prototyping uses very little efforts with minimum requirement analysis to build a prototype. </a:t>
            </a:r>
          </a:p>
          <a:p>
            <a:pPr algn="just"/>
            <a:r>
              <a:rPr lang="en-US" dirty="0"/>
              <a:t>Once the actual requirements are understood, the prototype is  discarded and the actual system is developed with a much clear understanding of user requirements.</a:t>
            </a:r>
            <a:endParaRPr lang="en-GB" dirty="0"/>
          </a:p>
        </p:txBody>
      </p:sp>
    </p:spTree>
    <p:extLst>
      <p:ext uri="{BB962C8B-B14F-4D97-AF65-F5344CB8AC3E}">
        <p14:creationId xmlns:p14="http://schemas.microsoft.com/office/powerpoint/2010/main" val="342209547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Prototyping: Throw-away (2)</a:t>
            </a:r>
          </a:p>
        </p:txBody>
      </p:sp>
      <p:sp>
        <p:nvSpPr>
          <p:cNvPr id="3" name="Content Placeholder 2"/>
          <p:cNvSpPr>
            <a:spLocks noGrp="1"/>
          </p:cNvSpPr>
          <p:nvPr>
            <p:ph idx="1"/>
          </p:nvPr>
        </p:nvSpPr>
        <p:spPr/>
        <p:txBody>
          <a:bodyPr>
            <a:normAutofit fontScale="85000" lnSpcReduction="10000"/>
          </a:bodyPr>
          <a:lstStyle/>
          <a:p>
            <a:pPr marL="0" indent="0">
              <a:buNone/>
            </a:pPr>
            <a:r>
              <a:rPr lang="en-US" b="1" dirty="0"/>
              <a:t>Advantages: </a:t>
            </a:r>
          </a:p>
          <a:p>
            <a:r>
              <a:rPr lang="en-US" dirty="0"/>
              <a:t>Something tangible is produced quickly which keeps you and your user happy.</a:t>
            </a:r>
          </a:p>
          <a:p>
            <a:r>
              <a:rPr lang="en-US" dirty="0"/>
              <a:t>The tangible nature of the system helps the user to clarify their ideas and refine their requirements.</a:t>
            </a:r>
          </a:p>
          <a:p>
            <a:r>
              <a:rPr lang="en-US" dirty="0"/>
              <a:t>Misunderstandings, errors and omissions in the requirements can be sorted out.</a:t>
            </a:r>
          </a:p>
          <a:p>
            <a:r>
              <a:rPr lang="en-US" dirty="0"/>
              <a:t>It improves communication with the user. It is easier to look at a working model than a document.</a:t>
            </a:r>
          </a:p>
          <a:p>
            <a:r>
              <a:rPr lang="en-US" dirty="0"/>
              <a:t>The prototype can test the feasibility and usefulness of the product.</a:t>
            </a:r>
          </a:p>
          <a:p>
            <a:r>
              <a:rPr lang="en-US" dirty="0"/>
              <a:t>Alternatives can be compared using different prototypes.</a:t>
            </a:r>
            <a:endParaRPr lang="en-GB" dirty="0"/>
          </a:p>
        </p:txBody>
      </p:sp>
    </p:spTree>
    <p:extLst>
      <p:ext uri="{BB962C8B-B14F-4D97-AF65-F5344CB8AC3E}">
        <p14:creationId xmlns:p14="http://schemas.microsoft.com/office/powerpoint/2010/main" val="62949704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Prototyping: Throw-away (3)</a:t>
            </a:r>
          </a:p>
        </p:txBody>
      </p:sp>
      <p:sp>
        <p:nvSpPr>
          <p:cNvPr id="3" name="Content Placeholder 2"/>
          <p:cNvSpPr>
            <a:spLocks noGrp="1"/>
          </p:cNvSpPr>
          <p:nvPr>
            <p:ph idx="1"/>
          </p:nvPr>
        </p:nvSpPr>
        <p:spPr/>
        <p:txBody>
          <a:bodyPr>
            <a:normAutofit fontScale="85000" lnSpcReduction="10000"/>
          </a:bodyPr>
          <a:lstStyle/>
          <a:p>
            <a:pPr marL="0" indent="0">
              <a:buNone/>
            </a:pPr>
            <a:r>
              <a:rPr lang="en-US" b="1" dirty="0"/>
              <a:t>Disadvantages: </a:t>
            </a:r>
          </a:p>
          <a:p>
            <a:r>
              <a:rPr lang="en-US" dirty="0"/>
              <a:t>The throw-away prototype might look messy and unsophisticated and contain bugs. This might give a bad impression to the user.</a:t>
            </a:r>
          </a:p>
          <a:p>
            <a:r>
              <a:rPr lang="en-US" dirty="0"/>
              <a:t>The user might think your prototype is really good and may want you to develop it into the final system, even though you had intended to throw it away. As a consequence you will end up building your final system on perhaps poorly structured code.</a:t>
            </a:r>
          </a:p>
          <a:p>
            <a:r>
              <a:rPr lang="en-US" dirty="0"/>
              <a:t>If you develop the throw-away prototype on a different system or in a different programming language you may not spot a technical issue that will be difficult/impossible to overcome on the target system.</a:t>
            </a:r>
            <a:endParaRPr lang="en-GB" dirty="0"/>
          </a:p>
        </p:txBody>
      </p:sp>
    </p:spTree>
    <p:extLst>
      <p:ext uri="{BB962C8B-B14F-4D97-AF65-F5344CB8AC3E}">
        <p14:creationId xmlns:p14="http://schemas.microsoft.com/office/powerpoint/2010/main" val="167451236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Prototyping: Evolutionary (1)</a:t>
            </a:r>
          </a:p>
        </p:txBody>
      </p:sp>
      <p:sp>
        <p:nvSpPr>
          <p:cNvPr id="3" name="Content Placeholder 2"/>
          <p:cNvSpPr>
            <a:spLocks noGrp="1"/>
          </p:cNvSpPr>
          <p:nvPr>
            <p:ph idx="1"/>
          </p:nvPr>
        </p:nvSpPr>
        <p:spPr/>
        <p:txBody>
          <a:bodyPr>
            <a:normAutofit fontScale="85000" lnSpcReduction="20000"/>
          </a:bodyPr>
          <a:lstStyle/>
          <a:p>
            <a:r>
              <a:rPr lang="en-US" dirty="0"/>
              <a:t>The evolutionary prototyping approach differs from the throw-away approach in that the prototype is not discarded but developed (it evolves) into the final product.</a:t>
            </a:r>
          </a:p>
          <a:p>
            <a:r>
              <a:rPr lang="en-US" dirty="0"/>
              <a:t>At first glance it might appear similar to the build-and-fix approach – something is built, assessed and modified until the final system is released. </a:t>
            </a:r>
          </a:p>
          <a:p>
            <a:r>
              <a:rPr lang="en-US" dirty="0"/>
              <a:t>However, the evolutionary approach is much more defined than the build-and-fix approach.</a:t>
            </a:r>
          </a:p>
          <a:p>
            <a:r>
              <a:rPr lang="en-US" dirty="0"/>
              <a:t>The advantages and disadvantages of the evolutionary prototyping approach are similar to those of the throw-away prototyping approach. However, in the evolutionary model you do not lose code you may have spent a lot of effort developing.</a:t>
            </a:r>
            <a:endParaRPr lang="en-GB" dirty="0"/>
          </a:p>
        </p:txBody>
      </p:sp>
    </p:spTree>
    <p:extLst>
      <p:ext uri="{BB962C8B-B14F-4D97-AF65-F5344CB8AC3E}">
        <p14:creationId xmlns:p14="http://schemas.microsoft.com/office/powerpoint/2010/main" val="7165183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Prototyping: Evolutionary (2)</a:t>
            </a:r>
          </a:p>
        </p:txBody>
      </p:sp>
      <p:pic>
        <p:nvPicPr>
          <p:cNvPr id="4" name="Content Placeholder 3"/>
          <p:cNvPicPr>
            <a:picLocks noGrp="1" noChangeAspect="1"/>
          </p:cNvPicPr>
          <p:nvPr>
            <p:ph idx="1"/>
          </p:nvPr>
        </p:nvPicPr>
        <p:blipFill>
          <a:blip r:embed="rId2"/>
          <a:stretch>
            <a:fillRect/>
          </a:stretch>
        </p:blipFill>
        <p:spPr>
          <a:xfrm>
            <a:off x="2112962" y="2446338"/>
            <a:ext cx="4876800" cy="2038350"/>
          </a:xfrm>
          <a:prstGeom prst="rect">
            <a:avLst/>
          </a:prstGeom>
        </p:spPr>
      </p:pic>
    </p:spTree>
    <p:extLst>
      <p:ext uri="{BB962C8B-B14F-4D97-AF65-F5344CB8AC3E}">
        <p14:creationId xmlns:p14="http://schemas.microsoft.com/office/powerpoint/2010/main" val="380221277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Agile methods</a:t>
            </a:r>
          </a:p>
        </p:txBody>
      </p:sp>
      <p:sp>
        <p:nvSpPr>
          <p:cNvPr id="3" name="Content Placeholder 2"/>
          <p:cNvSpPr>
            <a:spLocks noGrp="1"/>
          </p:cNvSpPr>
          <p:nvPr>
            <p:ph idx="1"/>
          </p:nvPr>
        </p:nvSpPr>
        <p:spPr/>
        <p:txBody>
          <a:bodyPr>
            <a:normAutofit fontScale="85000" lnSpcReduction="10000"/>
          </a:bodyPr>
          <a:lstStyle/>
          <a:p>
            <a:r>
              <a:rPr lang="en-US" dirty="0"/>
              <a:t>Agile  SDLC  model  is  a  combination  of  iterative  and  incremental  process  models  with  focus  on  process  adaptability  and  customer  satisfaction by rapid delivery of working software product. </a:t>
            </a:r>
          </a:p>
          <a:p>
            <a:r>
              <a:rPr lang="en-US" dirty="0"/>
              <a:t>Agile  model  believes  that  every  project  needs  to  be  handled  differently  and  the  existing methods need to be tailored to best suit the project requirements. In agile the tasks are divided  to  time  boxes  (small  time  frames)  to  deliver  specific  features  for  a  release. </a:t>
            </a:r>
          </a:p>
          <a:p>
            <a:r>
              <a:rPr lang="en-US" dirty="0"/>
              <a:t>Iterative  approach  is  taken  and  working  software  build  is  delivered  after  each  iteration.  Each  build  is  incremental  in  terms  of  features;  the  final  build  holds  all  the  features required by the customer. </a:t>
            </a:r>
            <a:endParaRPr lang="en-GB" dirty="0"/>
          </a:p>
        </p:txBody>
      </p:sp>
    </p:spTree>
    <p:extLst>
      <p:ext uri="{BB962C8B-B14F-4D97-AF65-F5344CB8AC3E}">
        <p14:creationId xmlns:p14="http://schemas.microsoft.com/office/powerpoint/2010/main" val="278888923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Extreme Programming (XP)</a:t>
            </a:r>
          </a:p>
        </p:txBody>
      </p:sp>
      <p:sp>
        <p:nvSpPr>
          <p:cNvPr id="3" name="Content Placeholder 2"/>
          <p:cNvSpPr>
            <a:spLocks noGrp="1"/>
          </p:cNvSpPr>
          <p:nvPr>
            <p:ph idx="1"/>
          </p:nvPr>
        </p:nvSpPr>
        <p:spPr/>
        <p:txBody>
          <a:bodyPr>
            <a:normAutofit fontScale="85000" lnSpcReduction="10000"/>
          </a:bodyPr>
          <a:lstStyle/>
          <a:p>
            <a:r>
              <a:rPr lang="en-US" dirty="0"/>
              <a:t>Extreme programming is an approach that is well suited to projects in which the requirements are likely to change. </a:t>
            </a:r>
          </a:p>
          <a:p>
            <a:r>
              <a:rPr lang="en-US" dirty="0"/>
              <a:t>The approach actively encourages the users to be involved with the development process and anticipates the positive influence they will have on requirements capture.</a:t>
            </a:r>
          </a:p>
          <a:p>
            <a:r>
              <a:rPr lang="en-US" dirty="0"/>
              <a:t>One of its principles is to deliver the software early, obtain feedback on the system and implement any required changes. </a:t>
            </a:r>
          </a:p>
          <a:p>
            <a:r>
              <a:rPr lang="en-US" dirty="0"/>
              <a:t>In some ways the approach is similar to that of evolutionary prototyping although there is much more guidance on how the team should work together and how testing should be pre-planned than is provided by the evolutionary model.</a:t>
            </a:r>
            <a:endParaRPr lang="en-GB" dirty="0"/>
          </a:p>
        </p:txBody>
      </p:sp>
    </p:spTree>
    <p:extLst>
      <p:ext uri="{BB962C8B-B14F-4D97-AF65-F5344CB8AC3E}">
        <p14:creationId xmlns:p14="http://schemas.microsoft.com/office/powerpoint/2010/main" val="150924443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5748" y="408965"/>
            <a:ext cx="8531225" cy="762000"/>
          </a:xfrm>
        </p:spPr>
        <p:txBody>
          <a:bodyPr/>
          <a:lstStyle/>
          <a:p>
            <a:r>
              <a:rPr lang="en-GB" dirty="0"/>
              <a:t>Verification, Validation and Testing (1)</a:t>
            </a:r>
          </a:p>
        </p:txBody>
      </p:sp>
      <p:sp>
        <p:nvSpPr>
          <p:cNvPr id="3" name="Content Placeholder 2"/>
          <p:cNvSpPr>
            <a:spLocks noGrp="1"/>
          </p:cNvSpPr>
          <p:nvPr>
            <p:ph idx="1"/>
          </p:nvPr>
        </p:nvSpPr>
        <p:spPr>
          <a:xfrm>
            <a:off x="285747" y="1396048"/>
            <a:ext cx="8531225" cy="4870450"/>
          </a:xfrm>
        </p:spPr>
        <p:txBody>
          <a:bodyPr>
            <a:normAutofit lnSpcReduction="10000"/>
          </a:bodyPr>
          <a:lstStyle/>
          <a:p>
            <a:r>
              <a:rPr lang="en-US" dirty="0"/>
              <a:t>Verifications the process of checking that we are performing our development correctly. In other words, are we sticking to our project plan and are we performing the stages of the development process properly? </a:t>
            </a:r>
          </a:p>
          <a:p>
            <a:pPr lvl="1"/>
            <a:r>
              <a:rPr lang="en-US" dirty="0"/>
              <a:t>Are we building the product right?</a:t>
            </a:r>
          </a:p>
          <a:p>
            <a:r>
              <a:rPr lang="en-US" dirty="0"/>
              <a:t>While verification checks that you are developing your system correctly, validation is checking to see if that system is really what the client/user needs at all.</a:t>
            </a:r>
          </a:p>
          <a:p>
            <a:pPr lvl="1"/>
            <a:r>
              <a:rPr lang="en-US" dirty="0"/>
              <a:t>Are we building the right product?</a:t>
            </a:r>
            <a:endParaRPr lang="en-GB" dirty="0"/>
          </a:p>
        </p:txBody>
      </p:sp>
    </p:spTree>
    <p:extLst>
      <p:ext uri="{BB962C8B-B14F-4D97-AF65-F5344CB8AC3E}">
        <p14:creationId xmlns:p14="http://schemas.microsoft.com/office/powerpoint/2010/main" val="369626178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Verification, Validation and Testing (2)</a:t>
            </a:r>
          </a:p>
        </p:txBody>
      </p:sp>
      <p:sp>
        <p:nvSpPr>
          <p:cNvPr id="3" name="Content Placeholder 2"/>
          <p:cNvSpPr>
            <a:spLocks noGrp="1"/>
          </p:cNvSpPr>
          <p:nvPr>
            <p:ph idx="1"/>
          </p:nvPr>
        </p:nvSpPr>
        <p:spPr/>
        <p:txBody>
          <a:bodyPr>
            <a:normAutofit fontScale="77500" lnSpcReduction="20000"/>
          </a:bodyPr>
          <a:lstStyle/>
          <a:p>
            <a:r>
              <a:rPr lang="en-US" dirty="0"/>
              <a:t>Testing refers to the testing of the program itself to see if it works or has any bugs or errors within it. Testing can take place at a number of levels:</a:t>
            </a:r>
          </a:p>
          <a:p>
            <a:pPr lvl="1"/>
            <a:r>
              <a:rPr lang="en-US" b="1" dirty="0"/>
              <a:t>Unit testing</a:t>
            </a:r>
            <a:r>
              <a:rPr lang="en-US" dirty="0"/>
              <a:t>– of individual modules. You may have to build some form of program harness to test these sub-components.</a:t>
            </a:r>
          </a:p>
          <a:p>
            <a:pPr lvl="1"/>
            <a:r>
              <a:rPr lang="en-US" b="1" dirty="0"/>
              <a:t>Integration testing</a:t>
            </a:r>
            <a:r>
              <a:rPr lang="en-US" dirty="0"/>
              <a:t>– of sub-systems and the system as it is drawn together. Do the components of the system interact correctly?</a:t>
            </a:r>
          </a:p>
          <a:p>
            <a:pPr lvl="1"/>
            <a:r>
              <a:rPr lang="en-US" b="1" dirty="0"/>
              <a:t>System testing</a:t>
            </a:r>
            <a:r>
              <a:rPr lang="en-US" dirty="0"/>
              <a:t>– this is the final testing of the complete system against the specification and possibly the user manual.</a:t>
            </a:r>
          </a:p>
          <a:p>
            <a:pPr lvl="1"/>
            <a:r>
              <a:rPr lang="en-US" b="1" dirty="0"/>
              <a:t>Acceptance testing</a:t>
            </a:r>
            <a:r>
              <a:rPr lang="en-US" dirty="0"/>
              <a:t>– by the user/client with or without you present. They will be interested in how the system operates in its live environment, with real data and performing in real time under normal working pressures.</a:t>
            </a:r>
          </a:p>
          <a:p>
            <a:pPr lvl="1"/>
            <a:r>
              <a:rPr lang="en-US" b="1" dirty="0"/>
              <a:t>Regression testing</a:t>
            </a:r>
            <a:r>
              <a:rPr lang="en-US" dirty="0"/>
              <a:t>– involves testing the system after you have made significant changes to ensure that new bugs, not present in previously working parts of the system, have not crept in as a consequence of the change.</a:t>
            </a:r>
            <a:endParaRPr lang="en-GB" dirty="0"/>
          </a:p>
        </p:txBody>
      </p:sp>
    </p:spTree>
    <p:extLst>
      <p:ext uri="{BB962C8B-B14F-4D97-AF65-F5344CB8AC3E}">
        <p14:creationId xmlns:p14="http://schemas.microsoft.com/office/powerpoint/2010/main" val="97989223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Quality</a:t>
            </a:r>
          </a:p>
        </p:txBody>
      </p:sp>
      <p:sp>
        <p:nvSpPr>
          <p:cNvPr id="3" name="Content Placeholder 2"/>
          <p:cNvSpPr>
            <a:spLocks noGrp="1"/>
          </p:cNvSpPr>
          <p:nvPr>
            <p:ph idx="1"/>
          </p:nvPr>
        </p:nvSpPr>
        <p:spPr/>
        <p:txBody>
          <a:bodyPr>
            <a:normAutofit/>
          </a:bodyPr>
          <a:lstStyle/>
          <a:p>
            <a:r>
              <a:rPr lang="en-US" dirty="0"/>
              <a:t>In student projects quality can refer to a number of things – the quality of the report (content and presentation), the quality of the underlying research, the quality of the contribution the project has made, the quality of a software system developed, etc. </a:t>
            </a:r>
          </a:p>
        </p:txBody>
      </p:sp>
    </p:spTree>
    <p:extLst>
      <p:ext uri="{BB962C8B-B14F-4D97-AF65-F5344CB8AC3E}">
        <p14:creationId xmlns:p14="http://schemas.microsoft.com/office/powerpoint/2010/main" val="76893182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p:txBody>
          <a:bodyPr/>
          <a:lstStyle/>
          <a:p>
            <a:r>
              <a:rPr lang="en-US" dirty="0"/>
              <a:t>Any Questions?</a:t>
            </a:r>
          </a:p>
        </p:txBody>
      </p:sp>
      <p:pic>
        <p:nvPicPr>
          <p:cNvPr id="3074" name="Picture 2" descr="http://i.huffpost.com/gen/1604482/images/o-WOMAN-ASKING-QUESTION-facebook.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6075" y="1446212"/>
            <a:ext cx="8480425" cy="424021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7095144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Summary: Week 6 Lecture</a:t>
            </a:r>
          </a:p>
        </p:txBody>
      </p:sp>
      <p:sp>
        <p:nvSpPr>
          <p:cNvPr id="6" name="Content Placeholder 5"/>
          <p:cNvSpPr>
            <a:spLocks noGrp="1"/>
          </p:cNvSpPr>
          <p:nvPr>
            <p:ph idx="1"/>
          </p:nvPr>
        </p:nvSpPr>
        <p:spPr>
          <a:xfrm>
            <a:off x="285750" y="1030288"/>
            <a:ext cx="8531225" cy="4870450"/>
          </a:xfrm>
        </p:spPr>
        <p:txBody>
          <a:bodyPr/>
          <a:lstStyle/>
          <a:p>
            <a:pPr algn="just"/>
            <a:r>
              <a:rPr lang="en-US" dirty="0"/>
              <a:t>The initial foundation for your project is a literature survey and has two main components: a literature search and a literature review.</a:t>
            </a:r>
          </a:p>
          <a:p>
            <a:pPr algn="just"/>
            <a:r>
              <a:rPr lang="en-US" dirty="0"/>
              <a:t>A literature search is a ‘</a:t>
            </a:r>
            <a:r>
              <a:rPr lang="en-US" b="1" i="1" dirty="0"/>
              <a:t>systematic</a:t>
            </a:r>
            <a:r>
              <a:rPr lang="en-US" dirty="0"/>
              <a:t> gathering of </a:t>
            </a:r>
            <a:r>
              <a:rPr lang="en-US" b="1" i="1" dirty="0"/>
              <a:t>published</a:t>
            </a:r>
            <a:r>
              <a:rPr lang="en-US" dirty="0"/>
              <a:t> information relating to a subject’</a:t>
            </a:r>
          </a:p>
          <a:p>
            <a:pPr algn="just"/>
            <a:r>
              <a:rPr lang="en-US" dirty="0"/>
              <a:t>Literature review should implicitly cover the following four points:</a:t>
            </a:r>
          </a:p>
          <a:p>
            <a:pPr marL="800100" lvl="1" indent="-457200" algn="just"/>
            <a:r>
              <a:rPr lang="en-US" b="1" dirty="0"/>
              <a:t>Arrangement</a:t>
            </a:r>
            <a:r>
              <a:rPr lang="en-US" dirty="0"/>
              <a:t> of relevant literature in the field, </a:t>
            </a:r>
            <a:r>
              <a:rPr lang="en-US" b="1" dirty="0"/>
              <a:t>Critically evaluation </a:t>
            </a:r>
            <a:r>
              <a:rPr lang="en-US" dirty="0"/>
              <a:t>of the research in the field, </a:t>
            </a:r>
            <a:r>
              <a:rPr lang="en-US" b="1" dirty="0"/>
              <a:t>Identification</a:t>
            </a:r>
            <a:r>
              <a:rPr lang="en-US" dirty="0"/>
              <a:t> of your project within a wider context and </a:t>
            </a:r>
            <a:r>
              <a:rPr lang="en-US" b="1" dirty="0"/>
              <a:t>justification</a:t>
            </a:r>
            <a:r>
              <a:rPr lang="en-US" dirty="0"/>
              <a:t> of the existence of your project by identifying a gap and solution.</a:t>
            </a:r>
            <a:endParaRPr lang="en-GB" dirty="0"/>
          </a:p>
          <a:p>
            <a:pPr algn="just"/>
            <a:endParaRPr lang="en-US" dirty="0"/>
          </a:p>
          <a:p>
            <a:pPr algn="just"/>
            <a:endParaRPr lang="en-US" dirty="0"/>
          </a:p>
          <a:p>
            <a:pPr algn="just"/>
            <a:endParaRPr lang="en-GB" sz="3200" dirty="0"/>
          </a:p>
          <a:p>
            <a:pPr algn="just"/>
            <a:endParaRPr lang="en-GB" dirty="0"/>
          </a:p>
          <a:p>
            <a:pPr algn="just"/>
            <a:endParaRPr lang="en-GB" dirty="0"/>
          </a:p>
        </p:txBody>
      </p:sp>
    </p:spTree>
    <p:extLst>
      <p:ext uri="{BB962C8B-B14F-4D97-AF65-F5344CB8AC3E}">
        <p14:creationId xmlns:p14="http://schemas.microsoft.com/office/powerpoint/2010/main" val="77492533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What to Expect: Week 6 Activities</a:t>
            </a:r>
          </a:p>
        </p:txBody>
      </p:sp>
      <p:sp>
        <p:nvSpPr>
          <p:cNvPr id="3" name="Content Placeholder 2"/>
          <p:cNvSpPr>
            <a:spLocks noGrp="1"/>
          </p:cNvSpPr>
          <p:nvPr>
            <p:ph idx="1"/>
          </p:nvPr>
        </p:nvSpPr>
        <p:spPr>
          <a:xfrm>
            <a:off x="285750" y="1030288"/>
            <a:ext cx="8531225" cy="4870450"/>
          </a:xfrm>
        </p:spPr>
        <p:txBody>
          <a:bodyPr/>
          <a:lstStyle/>
          <a:p>
            <a:pPr marL="228600" lvl="1" algn="just">
              <a:buFont typeface="Arial" panose="020B0604020202020204" pitchFamily="34" charset="0"/>
              <a:buChar char="•"/>
            </a:pPr>
            <a:r>
              <a:rPr lang="en-US" sz="3200" dirty="0"/>
              <a:t>Task: Looking into methodologies for your project and presenting rationale for </a:t>
            </a:r>
            <a:r>
              <a:rPr lang="en-US" sz="3200"/>
              <a:t>each consideration</a:t>
            </a:r>
            <a:endParaRPr lang="en-US" sz="3200" dirty="0"/>
          </a:p>
        </p:txBody>
      </p:sp>
    </p:spTree>
    <p:extLst>
      <p:ext uri="{BB962C8B-B14F-4D97-AF65-F5344CB8AC3E}">
        <p14:creationId xmlns:p14="http://schemas.microsoft.com/office/powerpoint/2010/main" val="9391778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362" name="Picture 2"/>
          <p:cNvPicPr>
            <a:picLocks noChangeAspect="1" noChangeArrowheads="1"/>
          </p:cNvPicPr>
          <p:nvPr/>
        </p:nvPicPr>
        <p:blipFill>
          <a:blip r:embed="rId2"/>
          <a:srcRect/>
          <a:stretch>
            <a:fillRect/>
          </a:stretch>
        </p:blipFill>
        <p:spPr bwMode="auto">
          <a:xfrm>
            <a:off x="2387600" y="1527175"/>
            <a:ext cx="4327525" cy="3973513"/>
          </a:xfrm>
          <a:prstGeom prst="rect">
            <a:avLst/>
          </a:prstGeom>
          <a:noFill/>
          <a:ln w="9525">
            <a:noFill/>
            <a:miter lim="800000"/>
            <a:headEnd/>
            <a:tailEnd/>
          </a:ln>
        </p:spPr>
      </p:pic>
    </p:spTree>
    <p:extLst>
      <p:ext uri="{BB962C8B-B14F-4D97-AF65-F5344CB8AC3E}">
        <p14:creationId xmlns:p14="http://schemas.microsoft.com/office/powerpoint/2010/main" val="840467828"/>
      </p:ext>
    </p:extLst>
  </p:cSld>
  <p:clrMapOvr>
    <a:masterClrMapping/>
  </p:clrMapOvr>
</p:sld>
</file>

<file path=ppt/theme/theme1.xml><?xml version="1.0" encoding="utf-8"?>
<a:theme xmlns:a="http://schemas.openxmlformats.org/drawingml/2006/main" name="1_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2_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3_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848</TotalTime>
  <Words>2400</Words>
  <Application>Microsoft Office PowerPoint</Application>
  <PresentationFormat>On-screen Show (4:3)</PresentationFormat>
  <Paragraphs>147</Paragraphs>
  <Slides>34</Slides>
  <Notes>2</Notes>
  <HiddenSlides>0</HiddenSlides>
  <MMClips>0</MMClips>
  <ScaleCrop>false</ScaleCrop>
  <HeadingPairs>
    <vt:vector size="6" baseType="variant">
      <vt:variant>
        <vt:lpstr>Fonts Used</vt:lpstr>
      </vt:variant>
      <vt:variant>
        <vt:i4>5</vt:i4>
      </vt:variant>
      <vt:variant>
        <vt:lpstr>Theme</vt:lpstr>
      </vt:variant>
      <vt:variant>
        <vt:i4>3</vt:i4>
      </vt:variant>
      <vt:variant>
        <vt:lpstr>Slide Titles</vt:lpstr>
      </vt:variant>
      <vt:variant>
        <vt:i4>34</vt:i4>
      </vt:variant>
    </vt:vector>
  </HeadingPairs>
  <TitlesOfParts>
    <vt:vector size="42" baseType="lpstr">
      <vt:lpstr>Arial</vt:lpstr>
      <vt:lpstr>Calibri</vt:lpstr>
      <vt:lpstr>Calibri Light</vt:lpstr>
      <vt:lpstr>Times New Roman</vt:lpstr>
      <vt:lpstr>Wingdings</vt:lpstr>
      <vt:lpstr>1_Office Theme</vt:lpstr>
      <vt:lpstr>2_Office Theme</vt:lpstr>
      <vt:lpstr>3_Office Theme</vt:lpstr>
      <vt:lpstr>Development approaches</vt:lpstr>
      <vt:lpstr>Agenda </vt:lpstr>
      <vt:lpstr>PowerPoint Presentation</vt:lpstr>
      <vt:lpstr>Review of Week 5</vt:lpstr>
      <vt:lpstr>Any Confusion?</vt:lpstr>
      <vt:lpstr>Software Development Life Cycle (SDLC) (1)</vt:lpstr>
      <vt:lpstr>Software Development Life Cycle (SDLC) (2)</vt:lpstr>
      <vt:lpstr>Software Development Life Cycle (SDLC) (3)</vt:lpstr>
      <vt:lpstr>Build-and-fix model (1)</vt:lpstr>
      <vt:lpstr>Build-and-fix model (2)</vt:lpstr>
      <vt:lpstr>Waterfall model (1)</vt:lpstr>
      <vt:lpstr>Waterfall model (2)</vt:lpstr>
      <vt:lpstr>Waterfall model (3)</vt:lpstr>
      <vt:lpstr>Waterfall model (4)</vt:lpstr>
      <vt:lpstr>Waterfall model (5)</vt:lpstr>
      <vt:lpstr>Incremental Model (1)</vt:lpstr>
      <vt:lpstr>Incremental Model (2)</vt:lpstr>
      <vt:lpstr>Incremental Model (3)</vt:lpstr>
      <vt:lpstr>Incremental Model (4)</vt:lpstr>
      <vt:lpstr>Prototyping</vt:lpstr>
      <vt:lpstr>Prototyping: Throw-away (1)</vt:lpstr>
      <vt:lpstr>Prototyping: Throw-away (2)</vt:lpstr>
      <vt:lpstr>Prototyping: Throw-away (3)</vt:lpstr>
      <vt:lpstr>Prototyping: Evolutionary (1)</vt:lpstr>
      <vt:lpstr>Prototyping: Evolutionary (2)</vt:lpstr>
      <vt:lpstr>Agile methods</vt:lpstr>
      <vt:lpstr>Extreme Programming (XP)</vt:lpstr>
      <vt:lpstr>Verification, Validation and Testing (1)</vt:lpstr>
      <vt:lpstr>Verification, Validation and Testing (2)</vt:lpstr>
      <vt:lpstr>Quality</vt:lpstr>
      <vt:lpstr>Any Questions?</vt:lpstr>
      <vt:lpstr>Summary: Week 6 Lecture</vt:lpstr>
      <vt:lpstr>What to Expect: Week 6 Activities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Lecture 3</dc:title>
  <dc:creator>Sanjiv</dc:creator>
  <cp:lastModifiedBy>Biraj Dulal</cp:lastModifiedBy>
  <cp:revision>59</cp:revision>
  <dcterms:created xsi:type="dcterms:W3CDTF">2016-03-30T12:45:31Z</dcterms:created>
  <dcterms:modified xsi:type="dcterms:W3CDTF">2020-04-07T14:52:21Z</dcterms:modified>
</cp:coreProperties>
</file>