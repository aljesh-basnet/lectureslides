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0"/>
  </p:notesMasterIdLst>
  <p:sldIdLst>
    <p:sldId id="336" r:id="rId2"/>
    <p:sldId id="257" r:id="rId3"/>
    <p:sldId id="337" r:id="rId4"/>
    <p:sldId id="338" r:id="rId5"/>
    <p:sldId id="285" r:id="rId6"/>
    <p:sldId id="258" r:id="rId7"/>
    <p:sldId id="260" r:id="rId8"/>
    <p:sldId id="320" r:id="rId9"/>
    <p:sldId id="321" r:id="rId10"/>
    <p:sldId id="299" r:id="rId11"/>
    <p:sldId id="300" r:id="rId12"/>
    <p:sldId id="309" r:id="rId13"/>
    <p:sldId id="322" r:id="rId14"/>
    <p:sldId id="323" r:id="rId15"/>
    <p:sldId id="324" r:id="rId16"/>
    <p:sldId id="342" r:id="rId17"/>
    <p:sldId id="325" r:id="rId18"/>
    <p:sldId id="326" r:id="rId19"/>
    <p:sldId id="327" r:id="rId20"/>
    <p:sldId id="328" r:id="rId21"/>
    <p:sldId id="329" r:id="rId22"/>
    <p:sldId id="330" r:id="rId23"/>
    <p:sldId id="331" r:id="rId24"/>
    <p:sldId id="333" r:id="rId25"/>
    <p:sldId id="334" r:id="rId26"/>
    <p:sldId id="341" r:id="rId27"/>
    <p:sldId id="339" r:id="rId28"/>
    <p:sldId id="340"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129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diagrams/_rels/data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diagrams/_rels/drawing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902CF3C-3BA1-484F-B6FF-00D29E2F73B7}" type="doc">
      <dgm:prSet loTypeId="urn:microsoft.com/office/officeart/2005/8/layout/hList6" loCatId="list" qsTypeId="urn:microsoft.com/office/officeart/2005/8/quickstyle/simple1" qsCatId="simple" csTypeId="urn:microsoft.com/office/officeart/2005/8/colors/colorful4" csCatId="colorful" phldr="1"/>
      <dgm:spPr/>
      <dgm:t>
        <a:bodyPr/>
        <a:lstStyle/>
        <a:p>
          <a:endParaRPr lang="en-US"/>
        </a:p>
      </dgm:t>
    </dgm:pt>
    <dgm:pt modelId="{A70EC979-E7AB-41F6-85D8-06958604F62B}">
      <dgm:prSet phldrT="[Text]"/>
      <dgm:spPr/>
      <dgm:t>
        <a:bodyPr/>
        <a:lstStyle/>
        <a:p>
          <a:r>
            <a:rPr lang="en-US" dirty="0" smtClean="0"/>
            <a:t>Relational Model</a:t>
          </a:r>
          <a:endParaRPr lang="en-US" dirty="0"/>
        </a:p>
      </dgm:t>
    </dgm:pt>
    <dgm:pt modelId="{78B924D5-E8E8-4FF8-84F3-2D9D93A10709}" type="parTrans" cxnId="{B0AD9B5A-F10F-4E39-B8B2-0E722238C3D0}">
      <dgm:prSet/>
      <dgm:spPr/>
      <dgm:t>
        <a:bodyPr/>
        <a:lstStyle/>
        <a:p>
          <a:endParaRPr lang="en-US"/>
        </a:p>
      </dgm:t>
    </dgm:pt>
    <dgm:pt modelId="{71069FC8-6B8B-40B6-91EF-E5F67AC01B05}" type="sibTrans" cxnId="{B0AD9B5A-F10F-4E39-B8B2-0E722238C3D0}">
      <dgm:prSet/>
      <dgm:spPr/>
      <dgm:t>
        <a:bodyPr/>
        <a:lstStyle/>
        <a:p>
          <a:endParaRPr lang="en-US"/>
        </a:p>
      </dgm:t>
    </dgm:pt>
    <dgm:pt modelId="{46125E49-F0D0-4A5B-9E15-1CE2EE6A3091}">
      <dgm:prSet phldrT="[Text]"/>
      <dgm:spPr/>
      <dgm:t>
        <a:bodyPr/>
        <a:lstStyle/>
        <a:p>
          <a:r>
            <a:rPr lang="en-US" dirty="0" smtClean="0"/>
            <a:t>Top Down Approach</a:t>
          </a:r>
          <a:endParaRPr lang="en-US" dirty="0"/>
        </a:p>
      </dgm:t>
    </dgm:pt>
    <dgm:pt modelId="{A6B5759A-6ADA-4387-B589-0F60164D0D0B}" type="parTrans" cxnId="{07066E21-9014-4284-A646-B06DA016F056}">
      <dgm:prSet/>
      <dgm:spPr/>
      <dgm:t>
        <a:bodyPr/>
        <a:lstStyle/>
        <a:p>
          <a:endParaRPr lang="en-US"/>
        </a:p>
      </dgm:t>
    </dgm:pt>
    <dgm:pt modelId="{533F8C5A-FD55-4D6A-84A0-5C56F93D362A}" type="sibTrans" cxnId="{07066E21-9014-4284-A646-B06DA016F056}">
      <dgm:prSet/>
      <dgm:spPr/>
      <dgm:t>
        <a:bodyPr/>
        <a:lstStyle/>
        <a:p>
          <a:endParaRPr lang="en-US"/>
        </a:p>
      </dgm:t>
    </dgm:pt>
    <dgm:pt modelId="{BC79FA32-0304-4E62-8CD7-C1AE2D41818E}">
      <dgm:prSet phldrT="[Text]"/>
      <dgm:spPr/>
      <dgm:t>
        <a:bodyPr/>
        <a:lstStyle/>
        <a:p>
          <a:r>
            <a:rPr lang="en-US" dirty="0" smtClean="0"/>
            <a:t>Entity - Attributes</a:t>
          </a:r>
          <a:endParaRPr lang="en-US" dirty="0"/>
        </a:p>
      </dgm:t>
    </dgm:pt>
    <dgm:pt modelId="{472CF0FD-24E9-4153-AE71-1F72B9505AB7}" type="parTrans" cxnId="{C0EB0E63-7FDF-4927-83A3-465FDDEFC861}">
      <dgm:prSet/>
      <dgm:spPr/>
      <dgm:t>
        <a:bodyPr/>
        <a:lstStyle/>
        <a:p>
          <a:endParaRPr lang="en-US"/>
        </a:p>
      </dgm:t>
    </dgm:pt>
    <dgm:pt modelId="{18A5024B-0595-48F4-8371-F253F3114E1C}" type="sibTrans" cxnId="{C0EB0E63-7FDF-4927-83A3-465FDDEFC861}">
      <dgm:prSet/>
      <dgm:spPr/>
      <dgm:t>
        <a:bodyPr/>
        <a:lstStyle/>
        <a:p>
          <a:endParaRPr lang="en-US"/>
        </a:p>
      </dgm:t>
    </dgm:pt>
    <dgm:pt modelId="{6D9D72C7-D731-43B6-AA1E-C804AB77D5A6}">
      <dgm:prSet phldrT="[Text]"/>
      <dgm:spPr/>
      <dgm:t>
        <a:bodyPr/>
        <a:lstStyle/>
        <a:p>
          <a:r>
            <a:rPr lang="en-US" dirty="0" smtClean="0"/>
            <a:t>Normalization</a:t>
          </a:r>
          <a:endParaRPr lang="en-US" dirty="0"/>
        </a:p>
      </dgm:t>
    </dgm:pt>
    <dgm:pt modelId="{17B5A4F6-798B-4056-A67C-A404195B3FBA}" type="parTrans" cxnId="{62D6A83F-C106-43C5-B092-F69F7DDE2BE2}">
      <dgm:prSet/>
      <dgm:spPr/>
      <dgm:t>
        <a:bodyPr/>
        <a:lstStyle/>
        <a:p>
          <a:endParaRPr lang="en-US"/>
        </a:p>
      </dgm:t>
    </dgm:pt>
    <dgm:pt modelId="{E57522BE-3FF9-4010-BF90-1E1A1AE4670E}" type="sibTrans" cxnId="{62D6A83F-C106-43C5-B092-F69F7DDE2BE2}">
      <dgm:prSet/>
      <dgm:spPr/>
      <dgm:t>
        <a:bodyPr/>
        <a:lstStyle/>
        <a:p>
          <a:endParaRPr lang="en-US"/>
        </a:p>
      </dgm:t>
    </dgm:pt>
    <dgm:pt modelId="{E14B2168-EB2F-4998-BE02-AD30976B0701}">
      <dgm:prSet phldrT="[Text]"/>
      <dgm:spPr/>
      <dgm:t>
        <a:bodyPr/>
        <a:lstStyle/>
        <a:p>
          <a:r>
            <a:rPr lang="en-US" dirty="0" smtClean="0"/>
            <a:t>Bottom Up Approach</a:t>
          </a:r>
          <a:endParaRPr lang="en-US" dirty="0"/>
        </a:p>
      </dgm:t>
    </dgm:pt>
    <dgm:pt modelId="{D029F907-A4C2-4381-917A-0A0F32D172AA}" type="parTrans" cxnId="{2FED1823-DA38-48C3-B767-E2A6C5EE6634}">
      <dgm:prSet/>
      <dgm:spPr/>
      <dgm:t>
        <a:bodyPr/>
        <a:lstStyle/>
        <a:p>
          <a:endParaRPr lang="en-US"/>
        </a:p>
      </dgm:t>
    </dgm:pt>
    <dgm:pt modelId="{20444B86-4736-4A53-8B1E-AECE78075ED0}" type="sibTrans" cxnId="{2FED1823-DA38-48C3-B767-E2A6C5EE6634}">
      <dgm:prSet/>
      <dgm:spPr/>
      <dgm:t>
        <a:bodyPr/>
        <a:lstStyle/>
        <a:p>
          <a:endParaRPr lang="en-US"/>
        </a:p>
      </dgm:t>
    </dgm:pt>
    <dgm:pt modelId="{D10B195E-5A7A-4F3E-96F6-16A70D53F109}">
      <dgm:prSet phldrT="[Text]"/>
      <dgm:spPr/>
      <dgm:t>
        <a:bodyPr/>
        <a:lstStyle/>
        <a:p>
          <a:r>
            <a:rPr lang="en-US" dirty="0" smtClean="0"/>
            <a:t>Attributes - Entity</a:t>
          </a:r>
          <a:endParaRPr lang="en-US" dirty="0"/>
        </a:p>
      </dgm:t>
    </dgm:pt>
    <dgm:pt modelId="{A63B194E-419C-44E5-B5C8-383B53D6A5B7}" type="parTrans" cxnId="{971F8705-18C9-4947-A2D7-FFBF2C0822AE}">
      <dgm:prSet/>
      <dgm:spPr/>
      <dgm:t>
        <a:bodyPr/>
        <a:lstStyle/>
        <a:p>
          <a:endParaRPr lang="en-US"/>
        </a:p>
      </dgm:t>
    </dgm:pt>
    <dgm:pt modelId="{78D18F80-4C8D-40EA-9720-80C7C431ECE5}" type="sibTrans" cxnId="{971F8705-18C9-4947-A2D7-FFBF2C0822AE}">
      <dgm:prSet/>
      <dgm:spPr/>
      <dgm:t>
        <a:bodyPr/>
        <a:lstStyle/>
        <a:p>
          <a:endParaRPr lang="en-US"/>
        </a:p>
      </dgm:t>
    </dgm:pt>
    <dgm:pt modelId="{49BF475C-5996-47D1-A2EE-89B1C2E9CAA1}" type="pres">
      <dgm:prSet presAssocID="{C902CF3C-3BA1-484F-B6FF-00D29E2F73B7}" presName="Name0" presStyleCnt="0">
        <dgm:presLayoutVars>
          <dgm:dir/>
          <dgm:resizeHandles val="exact"/>
        </dgm:presLayoutVars>
      </dgm:prSet>
      <dgm:spPr/>
      <dgm:t>
        <a:bodyPr/>
        <a:lstStyle/>
        <a:p>
          <a:endParaRPr lang="en-US"/>
        </a:p>
      </dgm:t>
    </dgm:pt>
    <dgm:pt modelId="{3D6911A4-1566-41C4-9FAD-9730ACDE4A71}" type="pres">
      <dgm:prSet presAssocID="{A70EC979-E7AB-41F6-85D8-06958604F62B}" presName="node" presStyleLbl="node1" presStyleIdx="0" presStyleCnt="2">
        <dgm:presLayoutVars>
          <dgm:bulletEnabled val="1"/>
        </dgm:presLayoutVars>
      </dgm:prSet>
      <dgm:spPr/>
      <dgm:t>
        <a:bodyPr/>
        <a:lstStyle/>
        <a:p>
          <a:endParaRPr lang="en-US"/>
        </a:p>
      </dgm:t>
    </dgm:pt>
    <dgm:pt modelId="{B5AE81D9-75A4-4664-A1A8-063416E33BB3}" type="pres">
      <dgm:prSet presAssocID="{71069FC8-6B8B-40B6-91EF-E5F67AC01B05}" presName="sibTrans" presStyleCnt="0"/>
      <dgm:spPr/>
    </dgm:pt>
    <dgm:pt modelId="{5711AADA-A804-48A2-BFD4-BF322325B398}" type="pres">
      <dgm:prSet presAssocID="{6D9D72C7-D731-43B6-AA1E-C804AB77D5A6}" presName="node" presStyleLbl="node1" presStyleIdx="1" presStyleCnt="2">
        <dgm:presLayoutVars>
          <dgm:bulletEnabled val="1"/>
        </dgm:presLayoutVars>
      </dgm:prSet>
      <dgm:spPr/>
      <dgm:t>
        <a:bodyPr/>
        <a:lstStyle/>
        <a:p>
          <a:endParaRPr lang="en-US"/>
        </a:p>
      </dgm:t>
    </dgm:pt>
  </dgm:ptLst>
  <dgm:cxnLst>
    <dgm:cxn modelId="{C0EB0E63-7FDF-4927-83A3-465FDDEFC861}" srcId="{A70EC979-E7AB-41F6-85D8-06958604F62B}" destId="{BC79FA32-0304-4E62-8CD7-C1AE2D41818E}" srcOrd="1" destOrd="0" parTransId="{472CF0FD-24E9-4153-AE71-1F72B9505AB7}" sibTransId="{18A5024B-0595-48F4-8371-F253F3114E1C}"/>
    <dgm:cxn modelId="{07066E21-9014-4284-A646-B06DA016F056}" srcId="{A70EC979-E7AB-41F6-85D8-06958604F62B}" destId="{46125E49-F0D0-4A5B-9E15-1CE2EE6A3091}" srcOrd="0" destOrd="0" parTransId="{A6B5759A-6ADA-4387-B589-0F60164D0D0B}" sibTransId="{533F8C5A-FD55-4D6A-84A0-5C56F93D362A}"/>
    <dgm:cxn modelId="{5A7EF346-8EE3-495D-88FE-BDD7CCA02E68}" type="presOf" srcId="{E14B2168-EB2F-4998-BE02-AD30976B0701}" destId="{5711AADA-A804-48A2-BFD4-BF322325B398}" srcOrd="0" destOrd="1" presId="urn:microsoft.com/office/officeart/2005/8/layout/hList6"/>
    <dgm:cxn modelId="{62D6A83F-C106-43C5-B092-F69F7DDE2BE2}" srcId="{C902CF3C-3BA1-484F-B6FF-00D29E2F73B7}" destId="{6D9D72C7-D731-43B6-AA1E-C804AB77D5A6}" srcOrd="1" destOrd="0" parTransId="{17B5A4F6-798B-4056-A67C-A404195B3FBA}" sibTransId="{E57522BE-3FF9-4010-BF90-1E1A1AE4670E}"/>
    <dgm:cxn modelId="{C38C83A5-01CC-4090-A7C9-BDD8A43FBEB9}" type="presOf" srcId="{6D9D72C7-D731-43B6-AA1E-C804AB77D5A6}" destId="{5711AADA-A804-48A2-BFD4-BF322325B398}" srcOrd="0" destOrd="0" presId="urn:microsoft.com/office/officeart/2005/8/layout/hList6"/>
    <dgm:cxn modelId="{1855998E-BDC8-41C8-AD74-9AA74B7778B1}" type="presOf" srcId="{D10B195E-5A7A-4F3E-96F6-16A70D53F109}" destId="{5711AADA-A804-48A2-BFD4-BF322325B398}" srcOrd="0" destOrd="2" presId="urn:microsoft.com/office/officeart/2005/8/layout/hList6"/>
    <dgm:cxn modelId="{D8DD666A-5DE8-44F6-8483-086ABCFE1848}" type="presOf" srcId="{C902CF3C-3BA1-484F-B6FF-00D29E2F73B7}" destId="{49BF475C-5996-47D1-A2EE-89B1C2E9CAA1}" srcOrd="0" destOrd="0" presId="urn:microsoft.com/office/officeart/2005/8/layout/hList6"/>
    <dgm:cxn modelId="{5D67EA75-F0AA-495E-8B3A-BFDCF7829FEF}" type="presOf" srcId="{A70EC979-E7AB-41F6-85D8-06958604F62B}" destId="{3D6911A4-1566-41C4-9FAD-9730ACDE4A71}" srcOrd="0" destOrd="0" presId="urn:microsoft.com/office/officeart/2005/8/layout/hList6"/>
    <dgm:cxn modelId="{362B2F2B-F228-4DC8-BC27-8E9204D68AD2}" type="presOf" srcId="{BC79FA32-0304-4E62-8CD7-C1AE2D41818E}" destId="{3D6911A4-1566-41C4-9FAD-9730ACDE4A71}" srcOrd="0" destOrd="2" presId="urn:microsoft.com/office/officeart/2005/8/layout/hList6"/>
    <dgm:cxn modelId="{971F8705-18C9-4947-A2D7-FFBF2C0822AE}" srcId="{6D9D72C7-D731-43B6-AA1E-C804AB77D5A6}" destId="{D10B195E-5A7A-4F3E-96F6-16A70D53F109}" srcOrd="1" destOrd="0" parTransId="{A63B194E-419C-44E5-B5C8-383B53D6A5B7}" sibTransId="{78D18F80-4C8D-40EA-9720-80C7C431ECE5}"/>
    <dgm:cxn modelId="{2FED1823-DA38-48C3-B767-E2A6C5EE6634}" srcId="{6D9D72C7-D731-43B6-AA1E-C804AB77D5A6}" destId="{E14B2168-EB2F-4998-BE02-AD30976B0701}" srcOrd="0" destOrd="0" parTransId="{D029F907-A4C2-4381-917A-0A0F32D172AA}" sibTransId="{20444B86-4736-4A53-8B1E-AECE78075ED0}"/>
    <dgm:cxn modelId="{7FB00666-967C-490B-A9BB-D35BD42982B9}" type="presOf" srcId="{46125E49-F0D0-4A5B-9E15-1CE2EE6A3091}" destId="{3D6911A4-1566-41C4-9FAD-9730ACDE4A71}" srcOrd="0" destOrd="1" presId="urn:microsoft.com/office/officeart/2005/8/layout/hList6"/>
    <dgm:cxn modelId="{B0AD9B5A-F10F-4E39-B8B2-0E722238C3D0}" srcId="{C902CF3C-3BA1-484F-B6FF-00D29E2F73B7}" destId="{A70EC979-E7AB-41F6-85D8-06958604F62B}" srcOrd="0" destOrd="0" parTransId="{78B924D5-E8E8-4FF8-84F3-2D9D93A10709}" sibTransId="{71069FC8-6B8B-40B6-91EF-E5F67AC01B05}"/>
    <dgm:cxn modelId="{B59F0DD3-3583-4A00-AE0D-02BABF41D415}" type="presParOf" srcId="{49BF475C-5996-47D1-A2EE-89B1C2E9CAA1}" destId="{3D6911A4-1566-41C4-9FAD-9730ACDE4A71}" srcOrd="0" destOrd="0" presId="urn:microsoft.com/office/officeart/2005/8/layout/hList6"/>
    <dgm:cxn modelId="{52B07AC0-59B7-4B73-89EC-0A8FFB1F745A}" type="presParOf" srcId="{49BF475C-5996-47D1-A2EE-89B1C2E9CAA1}" destId="{B5AE81D9-75A4-4664-A1A8-063416E33BB3}" srcOrd="1" destOrd="0" presId="urn:microsoft.com/office/officeart/2005/8/layout/hList6"/>
    <dgm:cxn modelId="{0F36D3C5-DB0F-4FE0-86AF-4A5005497B05}" type="presParOf" srcId="{49BF475C-5996-47D1-A2EE-89B1C2E9CAA1}" destId="{5711AADA-A804-48A2-BFD4-BF322325B398}" srcOrd="2"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4429755-C93F-401E-87D3-BC1C9EB6895F}" type="doc">
      <dgm:prSet loTypeId="urn:microsoft.com/office/officeart/2005/8/layout/pyramid1" loCatId="pyramid" qsTypeId="urn:microsoft.com/office/officeart/2005/8/quickstyle/simple1" qsCatId="simple" csTypeId="urn:microsoft.com/office/officeart/2005/8/colors/colorful1" csCatId="colorful" phldr="1"/>
      <dgm:spPr/>
    </dgm:pt>
    <dgm:pt modelId="{7C62FE32-A4E8-4D9C-B178-D07D838660DC}">
      <dgm:prSet phldrT="[Text]"/>
      <dgm:spPr/>
      <dgm:t>
        <a:bodyPr/>
        <a:lstStyle/>
        <a:p>
          <a:r>
            <a:rPr lang="en-US" dirty="0" smtClean="0"/>
            <a:t>3NF</a:t>
          </a:r>
          <a:endParaRPr lang="en-US" dirty="0"/>
        </a:p>
      </dgm:t>
    </dgm:pt>
    <dgm:pt modelId="{5FC39B5A-1049-4E6E-A296-9E316BE2E617}" type="parTrans" cxnId="{A0008E58-1FD9-4FBE-8E01-A10073E4F53E}">
      <dgm:prSet/>
      <dgm:spPr/>
      <dgm:t>
        <a:bodyPr/>
        <a:lstStyle/>
        <a:p>
          <a:endParaRPr lang="en-US"/>
        </a:p>
      </dgm:t>
    </dgm:pt>
    <dgm:pt modelId="{5FB97999-1106-443A-8541-E914CB30CACB}" type="sibTrans" cxnId="{A0008E58-1FD9-4FBE-8E01-A10073E4F53E}">
      <dgm:prSet/>
      <dgm:spPr/>
      <dgm:t>
        <a:bodyPr/>
        <a:lstStyle/>
        <a:p>
          <a:endParaRPr lang="en-US"/>
        </a:p>
      </dgm:t>
    </dgm:pt>
    <dgm:pt modelId="{06AF8840-B264-44B5-AA57-6117146DD84B}">
      <dgm:prSet phldrT="[Text]"/>
      <dgm:spPr/>
      <dgm:t>
        <a:bodyPr/>
        <a:lstStyle/>
        <a:p>
          <a:r>
            <a:rPr lang="en-US" dirty="0" smtClean="0"/>
            <a:t>2NF</a:t>
          </a:r>
          <a:endParaRPr lang="en-US" dirty="0"/>
        </a:p>
      </dgm:t>
    </dgm:pt>
    <dgm:pt modelId="{A9634A3C-14FB-4C16-BF3B-F269487BF0CD}" type="parTrans" cxnId="{AD24BC63-5A22-4C87-8BC9-A687C99BB225}">
      <dgm:prSet/>
      <dgm:spPr/>
      <dgm:t>
        <a:bodyPr/>
        <a:lstStyle/>
        <a:p>
          <a:endParaRPr lang="en-US"/>
        </a:p>
      </dgm:t>
    </dgm:pt>
    <dgm:pt modelId="{5CE8DAC4-FE80-4E88-BE12-FE3C88FE801C}" type="sibTrans" cxnId="{AD24BC63-5A22-4C87-8BC9-A687C99BB225}">
      <dgm:prSet/>
      <dgm:spPr/>
      <dgm:t>
        <a:bodyPr/>
        <a:lstStyle/>
        <a:p>
          <a:endParaRPr lang="en-US"/>
        </a:p>
      </dgm:t>
    </dgm:pt>
    <dgm:pt modelId="{A0BDD17A-A5A6-4532-BCD8-C8D18B98716E}">
      <dgm:prSet phldrT="[Text]"/>
      <dgm:spPr/>
      <dgm:t>
        <a:bodyPr/>
        <a:lstStyle/>
        <a:p>
          <a:r>
            <a:rPr lang="en-US" dirty="0" smtClean="0"/>
            <a:t>UNF</a:t>
          </a:r>
          <a:endParaRPr lang="en-US" dirty="0"/>
        </a:p>
      </dgm:t>
    </dgm:pt>
    <dgm:pt modelId="{211EF2BC-8977-4AB8-A6E4-7F31DA67B033}" type="parTrans" cxnId="{7E5B66B7-69C3-45F6-A684-AB98B54461AC}">
      <dgm:prSet/>
      <dgm:spPr/>
      <dgm:t>
        <a:bodyPr/>
        <a:lstStyle/>
        <a:p>
          <a:endParaRPr lang="en-US"/>
        </a:p>
      </dgm:t>
    </dgm:pt>
    <dgm:pt modelId="{5D7CB61D-6549-437B-910F-B5C530DC617C}" type="sibTrans" cxnId="{7E5B66B7-69C3-45F6-A684-AB98B54461AC}">
      <dgm:prSet/>
      <dgm:spPr/>
      <dgm:t>
        <a:bodyPr/>
        <a:lstStyle/>
        <a:p>
          <a:endParaRPr lang="en-US"/>
        </a:p>
      </dgm:t>
    </dgm:pt>
    <dgm:pt modelId="{C008334C-3306-4D86-A109-4F6674A30485}">
      <dgm:prSet phldrT="[Text]"/>
      <dgm:spPr/>
      <dgm:t>
        <a:bodyPr/>
        <a:lstStyle/>
        <a:p>
          <a:r>
            <a:rPr lang="en-US" dirty="0" smtClean="0"/>
            <a:t>1NF</a:t>
          </a:r>
          <a:endParaRPr lang="en-US" dirty="0"/>
        </a:p>
      </dgm:t>
    </dgm:pt>
    <dgm:pt modelId="{C188F068-9A55-42D2-B139-30A0DA2409BE}" type="parTrans" cxnId="{652196DF-5DC0-4731-B805-007ABA2D1301}">
      <dgm:prSet/>
      <dgm:spPr/>
      <dgm:t>
        <a:bodyPr/>
        <a:lstStyle/>
        <a:p>
          <a:endParaRPr lang="en-US"/>
        </a:p>
      </dgm:t>
    </dgm:pt>
    <dgm:pt modelId="{6FDA1C5A-6F96-480A-BFC0-9E1CF73A3553}" type="sibTrans" cxnId="{652196DF-5DC0-4731-B805-007ABA2D1301}">
      <dgm:prSet/>
      <dgm:spPr/>
      <dgm:t>
        <a:bodyPr/>
        <a:lstStyle/>
        <a:p>
          <a:endParaRPr lang="en-US"/>
        </a:p>
      </dgm:t>
    </dgm:pt>
    <dgm:pt modelId="{38FE8372-0543-4CC8-954C-F9363595B69E}" type="pres">
      <dgm:prSet presAssocID="{84429755-C93F-401E-87D3-BC1C9EB6895F}" presName="Name0" presStyleCnt="0">
        <dgm:presLayoutVars>
          <dgm:dir/>
          <dgm:animLvl val="lvl"/>
          <dgm:resizeHandles val="exact"/>
        </dgm:presLayoutVars>
      </dgm:prSet>
      <dgm:spPr/>
    </dgm:pt>
    <dgm:pt modelId="{615221FB-E77B-42B9-90F2-A7A233E6B886}" type="pres">
      <dgm:prSet presAssocID="{7C62FE32-A4E8-4D9C-B178-D07D838660DC}" presName="Name8" presStyleCnt="0"/>
      <dgm:spPr/>
    </dgm:pt>
    <dgm:pt modelId="{55D7B1A0-C35A-44DB-A61F-E683DA366F0C}" type="pres">
      <dgm:prSet presAssocID="{7C62FE32-A4E8-4D9C-B178-D07D838660DC}" presName="level" presStyleLbl="node1" presStyleIdx="0" presStyleCnt="4">
        <dgm:presLayoutVars>
          <dgm:chMax val="1"/>
          <dgm:bulletEnabled val="1"/>
        </dgm:presLayoutVars>
      </dgm:prSet>
      <dgm:spPr/>
      <dgm:t>
        <a:bodyPr/>
        <a:lstStyle/>
        <a:p>
          <a:endParaRPr lang="en-US"/>
        </a:p>
      </dgm:t>
    </dgm:pt>
    <dgm:pt modelId="{EAF2FB8A-463F-4BC8-B9A3-2F8592E26BDB}" type="pres">
      <dgm:prSet presAssocID="{7C62FE32-A4E8-4D9C-B178-D07D838660DC}" presName="levelTx" presStyleLbl="revTx" presStyleIdx="0" presStyleCnt="0">
        <dgm:presLayoutVars>
          <dgm:chMax val="1"/>
          <dgm:bulletEnabled val="1"/>
        </dgm:presLayoutVars>
      </dgm:prSet>
      <dgm:spPr/>
      <dgm:t>
        <a:bodyPr/>
        <a:lstStyle/>
        <a:p>
          <a:endParaRPr lang="en-US"/>
        </a:p>
      </dgm:t>
    </dgm:pt>
    <dgm:pt modelId="{C1A7D938-D1B8-477D-8F3E-2DBB8CC2C7D3}" type="pres">
      <dgm:prSet presAssocID="{06AF8840-B264-44B5-AA57-6117146DD84B}" presName="Name8" presStyleCnt="0"/>
      <dgm:spPr/>
    </dgm:pt>
    <dgm:pt modelId="{780F455E-A8E9-4CF4-AAA9-A7D6751A7A91}" type="pres">
      <dgm:prSet presAssocID="{06AF8840-B264-44B5-AA57-6117146DD84B}" presName="level" presStyleLbl="node1" presStyleIdx="1" presStyleCnt="4">
        <dgm:presLayoutVars>
          <dgm:chMax val="1"/>
          <dgm:bulletEnabled val="1"/>
        </dgm:presLayoutVars>
      </dgm:prSet>
      <dgm:spPr/>
      <dgm:t>
        <a:bodyPr/>
        <a:lstStyle/>
        <a:p>
          <a:endParaRPr lang="en-US"/>
        </a:p>
      </dgm:t>
    </dgm:pt>
    <dgm:pt modelId="{25F0E33D-1110-407B-B1B5-843EE5EF9CD7}" type="pres">
      <dgm:prSet presAssocID="{06AF8840-B264-44B5-AA57-6117146DD84B}" presName="levelTx" presStyleLbl="revTx" presStyleIdx="0" presStyleCnt="0">
        <dgm:presLayoutVars>
          <dgm:chMax val="1"/>
          <dgm:bulletEnabled val="1"/>
        </dgm:presLayoutVars>
      </dgm:prSet>
      <dgm:spPr/>
      <dgm:t>
        <a:bodyPr/>
        <a:lstStyle/>
        <a:p>
          <a:endParaRPr lang="en-US"/>
        </a:p>
      </dgm:t>
    </dgm:pt>
    <dgm:pt modelId="{8853798C-2F48-47C4-BBA3-DF13A7EA231C}" type="pres">
      <dgm:prSet presAssocID="{C008334C-3306-4D86-A109-4F6674A30485}" presName="Name8" presStyleCnt="0"/>
      <dgm:spPr/>
    </dgm:pt>
    <dgm:pt modelId="{FB7F81BA-5BFC-4DAC-8227-91DD5CBE7FC4}" type="pres">
      <dgm:prSet presAssocID="{C008334C-3306-4D86-A109-4F6674A30485}" presName="level" presStyleLbl="node1" presStyleIdx="2" presStyleCnt="4">
        <dgm:presLayoutVars>
          <dgm:chMax val="1"/>
          <dgm:bulletEnabled val="1"/>
        </dgm:presLayoutVars>
      </dgm:prSet>
      <dgm:spPr/>
      <dgm:t>
        <a:bodyPr/>
        <a:lstStyle/>
        <a:p>
          <a:endParaRPr lang="en-US"/>
        </a:p>
      </dgm:t>
    </dgm:pt>
    <dgm:pt modelId="{25B95394-D92A-4DA9-A6A1-5C9810C65AB3}" type="pres">
      <dgm:prSet presAssocID="{C008334C-3306-4D86-A109-4F6674A30485}" presName="levelTx" presStyleLbl="revTx" presStyleIdx="0" presStyleCnt="0">
        <dgm:presLayoutVars>
          <dgm:chMax val="1"/>
          <dgm:bulletEnabled val="1"/>
        </dgm:presLayoutVars>
      </dgm:prSet>
      <dgm:spPr/>
      <dgm:t>
        <a:bodyPr/>
        <a:lstStyle/>
        <a:p>
          <a:endParaRPr lang="en-US"/>
        </a:p>
      </dgm:t>
    </dgm:pt>
    <dgm:pt modelId="{29D4F5CA-8575-443D-B695-93941E21717D}" type="pres">
      <dgm:prSet presAssocID="{A0BDD17A-A5A6-4532-BCD8-C8D18B98716E}" presName="Name8" presStyleCnt="0"/>
      <dgm:spPr/>
    </dgm:pt>
    <dgm:pt modelId="{E66DB00D-9BE3-45B1-8572-32414730CA01}" type="pres">
      <dgm:prSet presAssocID="{A0BDD17A-A5A6-4532-BCD8-C8D18B98716E}" presName="level" presStyleLbl="node1" presStyleIdx="3" presStyleCnt="4">
        <dgm:presLayoutVars>
          <dgm:chMax val="1"/>
          <dgm:bulletEnabled val="1"/>
        </dgm:presLayoutVars>
      </dgm:prSet>
      <dgm:spPr/>
      <dgm:t>
        <a:bodyPr/>
        <a:lstStyle/>
        <a:p>
          <a:endParaRPr lang="en-US"/>
        </a:p>
      </dgm:t>
    </dgm:pt>
    <dgm:pt modelId="{52D22EA8-4A65-4DF1-90F6-33BB48583C0B}" type="pres">
      <dgm:prSet presAssocID="{A0BDD17A-A5A6-4532-BCD8-C8D18B98716E}" presName="levelTx" presStyleLbl="revTx" presStyleIdx="0" presStyleCnt="0">
        <dgm:presLayoutVars>
          <dgm:chMax val="1"/>
          <dgm:bulletEnabled val="1"/>
        </dgm:presLayoutVars>
      </dgm:prSet>
      <dgm:spPr/>
      <dgm:t>
        <a:bodyPr/>
        <a:lstStyle/>
        <a:p>
          <a:endParaRPr lang="en-US"/>
        </a:p>
      </dgm:t>
    </dgm:pt>
  </dgm:ptLst>
  <dgm:cxnLst>
    <dgm:cxn modelId="{ACC55CAC-3DE5-4C27-9192-80196D18448C}" type="presOf" srcId="{7C62FE32-A4E8-4D9C-B178-D07D838660DC}" destId="{55D7B1A0-C35A-44DB-A61F-E683DA366F0C}" srcOrd="0" destOrd="0" presId="urn:microsoft.com/office/officeart/2005/8/layout/pyramid1"/>
    <dgm:cxn modelId="{C97BB399-25B0-4239-8F1C-85C6F835F6EC}" type="presOf" srcId="{A0BDD17A-A5A6-4532-BCD8-C8D18B98716E}" destId="{52D22EA8-4A65-4DF1-90F6-33BB48583C0B}" srcOrd="1" destOrd="0" presId="urn:microsoft.com/office/officeart/2005/8/layout/pyramid1"/>
    <dgm:cxn modelId="{954820CF-A503-4F68-9F12-F115FB499A43}" type="presOf" srcId="{C008334C-3306-4D86-A109-4F6674A30485}" destId="{25B95394-D92A-4DA9-A6A1-5C9810C65AB3}" srcOrd="1" destOrd="0" presId="urn:microsoft.com/office/officeart/2005/8/layout/pyramid1"/>
    <dgm:cxn modelId="{44404912-F651-4E5B-B7D2-CF59E025482E}" type="presOf" srcId="{C008334C-3306-4D86-A109-4F6674A30485}" destId="{FB7F81BA-5BFC-4DAC-8227-91DD5CBE7FC4}" srcOrd="0" destOrd="0" presId="urn:microsoft.com/office/officeart/2005/8/layout/pyramid1"/>
    <dgm:cxn modelId="{652196DF-5DC0-4731-B805-007ABA2D1301}" srcId="{84429755-C93F-401E-87D3-BC1C9EB6895F}" destId="{C008334C-3306-4D86-A109-4F6674A30485}" srcOrd="2" destOrd="0" parTransId="{C188F068-9A55-42D2-B139-30A0DA2409BE}" sibTransId="{6FDA1C5A-6F96-480A-BFC0-9E1CF73A3553}"/>
    <dgm:cxn modelId="{7E5B66B7-69C3-45F6-A684-AB98B54461AC}" srcId="{84429755-C93F-401E-87D3-BC1C9EB6895F}" destId="{A0BDD17A-A5A6-4532-BCD8-C8D18B98716E}" srcOrd="3" destOrd="0" parTransId="{211EF2BC-8977-4AB8-A6E4-7F31DA67B033}" sibTransId="{5D7CB61D-6549-437B-910F-B5C530DC617C}"/>
    <dgm:cxn modelId="{A9B4A350-9176-4B09-A9C8-2BB5095A1155}" type="presOf" srcId="{A0BDD17A-A5A6-4532-BCD8-C8D18B98716E}" destId="{E66DB00D-9BE3-45B1-8572-32414730CA01}" srcOrd="0" destOrd="0" presId="urn:microsoft.com/office/officeart/2005/8/layout/pyramid1"/>
    <dgm:cxn modelId="{A0008E58-1FD9-4FBE-8E01-A10073E4F53E}" srcId="{84429755-C93F-401E-87D3-BC1C9EB6895F}" destId="{7C62FE32-A4E8-4D9C-B178-D07D838660DC}" srcOrd="0" destOrd="0" parTransId="{5FC39B5A-1049-4E6E-A296-9E316BE2E617}" sibTransId="{5FB97999-1106-443A-8541-E914CB30CACB}"/>
    <dgm:cxn modelId="{AD24BC63-5A22-4C87-8BC9-A687C99BB225}" srcId="{84429755-C93F-401E-87D3-BC1C9EB6895F}" destId="{06AF8840-B264-44B5-AA57-6117146DD84B}" srcOrd="1" destOrd="0" parTransId="{A9634A3C-14FB-4C16-BF3B-F269487BF0CD}" sibTransId="{5CE8DAC4-FE80-4E88-BE12-FE3C88FE801C}"/>
    <dgm:cxn modelId="{AD034B89-D901-4DD5-AA1A-502F2994EFF2}" type="presOf" srcId="{7C62FE32-A4E8-4D9C-B178-D07D838660DC}" destId="{EAF2FB8A-463F-4BC8-B9A3-2F8592E26BDB}" srcOrd="1" destOrd="0" presId="urn:microsoft.com/office/officeart/2005/8/layout/pyramid1"/>
    <dgm:cxn modelId="{4A82B2F7-76A0-4EAB-AB83-ACB543DE98B2}" type="presOf" srcId="{06AF8840-B264-44B5-AA57-6117146DD84B}" destId="{25F0E33D-1110-407B-B1B5-843EE5EF9CD7}" srcOrd="1" destOrd="0" presId="urn:microsoft.com/office/officeart/2005/8/layout/pyramid1"/>
    <dgm:cxn modelId="{2AA5EF6A-0D10-4DE7-A0F6-0968B2B9123B}" type="presOf" srcId="{06AF8840-B264-44B5-AA57-6117146DD84B}" destId="{780F455E-A8E9-4CF4-AAA9-A7D6751A7A91}" srcOrd="0" destOrd="0" presId="urn:microsoft.com/office/officeart/2005/8/layout/pyramid1"/>
    <dgm:cxn modelId="{00B958A4-3698-4534-B5F7-E1EBB083F682}" type="presOf" srcId="{84429755-C93F-401E-87D3-BC1C9EB6895F}" destId="{38FE8372-0543-4CC8-954C-F9363595B69E}" srcOrd="0" destOrd="0" presId="urn:microsoft.com/office/officeart/2005/8/layout/pyramid1"/>
    <dgm:cxn modelId="{4A218E67-0EA1-4210-94FF-DCB2F8C29E3E}" type="presParOf" srcId="{38FE8372-0543-4CC8-954C-F9363595B69E}" destId="{615221FB-E77B-42B9-90F2-A7A233E6B886}" srcOrd="0" destOrd="0" presId="urn:microsoft.com/office/officeart/2005/8/layout/pyramid1"/>
    <dgm:cxn modelId="{684091D8-407B-4419-8B74-F221EA24AC61}" type="presParOf" srcId="{615221FB-E77B-42B9-90F2-A7A233E6B886}" destId="{55D7B1A0-C35A-44DB-A61F-E683DA366F0C}" srcOrd="0" destOrd="0" presId="urn:microsoft.com/office/officeart/2005/8/layout/pyramid1"/>
    <dgm:cxn modelId="{6E8A762E-F112-4782-85EA-DCBEBB0D9DD5}" type="presParOf" srcId="{615221FB-E77B-42B9-90F2-A7A233E6B886}" destId="{EAF2FB8A-463F-4BC8-B9A3-2F8592E26BDB}" srcOrd="1" destOrd="0" presId="urn:microsoft.com/office/officeart/2005/8/layout/pyramid1"/>
    <dgm:cxn modelId="{4BDC3C61-965B-4F18-9263-6081BF81B965}" type="presParOf" srcId="{38FE8372-0543-4CC8-954C-F9363595B69E}" destId="{C1A7D938-D1B8-477D-8F3E-2DBB8CC2C7D3}" srcOrd="1" destOrd="0" presId="urn:microsoft.com/office/officeart/2005/8/layout/pyramid1"/>
    <dgm:cxn modelId="{1C999B0E-3471-4EA3-8075-51C4DDF6A9C5}" type="presParOf" srcId="{C1A7D938-D1B8-477D-8F3E-2DBB8CC2C7D3}" destId="{780F455E-A8E9-4CF4-AAA9-A7D6751A7A91}" srcOrd="0" destOrd="0" presId="urn:microsoft.com/office/officeart/2005/8/layout/pyramid1"/>
    <dgm:cxn modelId="{4CA74B33-42F4-445F-9A3E-7ABE35A7334F}" type="presParOf" srcId="{C1A7D938-D1B8-477D-8F3E-2DBB8CC2C7D3}" destId="{25F0E33D-1110-407B-B1B5-843EE5EF9CD7}" srcOrd="1" destOrd="0" presId="urn:microsoft.com/office/officeart/2005/8/layout/pyramid1"/>
    <dgm:cxn modelId="{7DFFFA30-3986-498D-9EB4-1CF56C365691}" type="presParOf" srcId="{38FE8372-0543-4CC8-954C-F9363595B69E}" destId="{8853798C-2F48-47C4-BBA3-DF13A7EA231C}" srcOrd="2" destOrd="0" presId="urn:microsoft.com/office/officeart/2005/8/layout/pyramid1"/>
    <dgm:cxn modelId="{A1D35387-A985-4365-9927-6ED5102A583C}" type="presParOf" srcId="{8853798C-2F48-47C4-BBA3-DF13A7EA231C}" destId="{FB7F81BA-5BFC-4DAC-8227-91DD5CBE7FC4}" srcOrd="0" destOrd="0" presId="urn:microsoft.com/office/officeart/2005/8/layout/pyramid1"/>
    <dgm:cxn modelId="{5AD19AA1-08A4-45B2-8914-E270BAEB2D91}" type="presParOf" srcId="{8853798C-2F48-47C4-BBA3-DF13A7EA231C}" destId="{25B95394-D92A-4DA9-A6A1-5C9810C65AB3}" srcOrd="1" destOrd="0" presId="urn:microsoft.com/office/officeart/2005/8/layout/pyramid1"/>
    <dgm:cxn modelId="{A95E2C00-3C3C-4547-BEBD-72FD11DABD65}" type="presParOf" srcId="{38FE8372-0543-4CC8-954C-F9363595B69E}" destId="{29D4F5CA-8575-443D-B695-93941E21717D}" srcOrd="3" destOrd="0" presId="urn:microsoft.com/office/officeart/2005/8/layout/pyramid1"/>
    <dgm:cxn modelId="{082A81F1-4469-4D23-9B80-9C0DA90B9CCE}" type="presParOf" srcId="{29D4F5CA-8575-443D-B695-93941E21717D}" destId="{E66DB00D-9BE3-45B1-8572-32414730CA01}" srcOrd="0" destOrd="0" presId="urn:microsoft.com/office/officeart/2005/8/layout/pyramid1"/>
    <dgm:cxn modelId="{71BE311E-7D18-4769-A4C0-5968F91824FD}" type="presParOf" srcId="{29D4F5CA-8575-443D-B695-93941E21717D}" destId="{52D22EA8-4A65-4DF1-90F6-33BB48583C0B}" srcOrd="1" destOrd="0" presId="urn:microsoft.com/office/officeart/2005/8/layout/pyrami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6653387-3E1A-4519-8182-C95E9B132F7D}" type="doc">
      <dgm:prSet loTypeId="urn:microsoft.com/office/officeart/2005/8/layout/hProcess4" loCatId="process" qsTypeId="urn:microsoft.com/office/officeart/2005/8/quickstyle/simple1" qsCatId="simple" csTypeId="urn:microsoft.com/office/officeart/2005/8/colors/colorful4" csCatId="colorful" phldr="1"/>
      <dgm:spPr/>
      <dgm:t>
        <a:bodyPr/>
        <a:lstStyle/>
        <a:p>
          <a:endParaRPr lang="en-US"/>
        </a:p>
      </dgm:t>
    </dgm:pt>
    <dgm:pt modelId="{581AAF46-9746-40B8-B381-224498DBFB9C}">
      <dgm:prSet phldrT="[Text]"/>
      <dgm:spPr/>
      <dgm:t>
        <a:bodyPr/>
        <a:lstStyle/>
        <a:p>
          <a:r>
            <a:rPr lang="en-US" dirty="0" smtClean="0"/>
            <a:t>1NF</a:t>
          </a:r>
          <a:endParaRPr lang="en-US" dirty="0"/>
        </a:p>
      </dgm:t>
    </dgm:pt>
    <dgm:pt modelId="{5765589C-800D-4087-AF11-592D803B44FF}" type="parTrans" cxnId="{A0FB7AB4-6737-47CE-9572-BA4CDA4D608D}">
      <dgm:prSet/>
      <dgm:spPr/>
      <dgm:t>
        <a:bodyPr/>
        <a:lstStyle/>
        <a:p>
          <a:endParaRPr lang="en-US"/>
        </a:p>
      </dgm:t>
    </dgm:pt>
    <dgm:pt modelId="{C1F31606-6AAB-4A3E-A673-1996EDC68ED0}" type="sibTrans" cxnId="{A0FB7AB4-6737-47CE-9572-BA4CDA4D608D}">
      <dgm:prSet/>
      <dgm:spPr/>
      <dgm:t>
        <a:bodyPr/>
        <a:lstStyle/>
        <a:p>
          <a:endParaRPr lang="en-US"/>
        </a:p>
      </dgm:t>
    </dgm:pt>
    <dgm:pt modelId="{CC770131-3DE4-46B5-B431-85C380BBB5D2}">
      <dgm:prSet phldrT="[Text]"/>
      <dgm:spPr/>
      <dgm:t>
        <a:bodyPr/>
        <a:lstStyle/>
        <a:p>
          <a:r>
            <a:rPr lang="en-US" dirty="0" smtClean="0"/>
            <a:t>Remove Repeating Values</a:t>
          </a:r>
          <a:endParaRPr lang="en-US" dirty="0"/>
        </a:p>
      </dgm:t>
    </dgm:pt>
    <dgm:pt modelId="{263D4770-9F1D-40E4-B6BD-A7944DF374FD}" type="parTrans" cxnId="{F069D5E8-6D97-4894-83C0-A46A040751DC}">
      <dgm:prSet/>
      <dgm:spPr/>
      <dgm:t>
        <a:bodyPr/>
        <a:lstStyle/>
        <a:p>
          <a:endParaRPr lang="en-US"/>
        </a:p>
      </dgm:t>
    </dgm:pt>
    <dgm:pt modelId="{9670A1DC-EA50-4B36-8C2A-196C8BDEE21F}" type="sibTrans" cxnId="{F069D5E8-6D97-4894-83C0-A46A040751DC}">
      <dgm:prSet/>
      <dgm:spPr/>
      <dgm:t>
        <a:bodyPr/>
        <a:lstStyle/>
        <a:p>
          <a:endParaRPr lang="en-US"/>
        </a:p>
      </dgm:t>
    </dgm:pt>
    <dgm:pt modelId="{24B5C9D9-CF75-4047-9BA8-7E77E9A529C7}">
      <dgm:prSet phldrT="[Text]"/>
      <dgm:spPr/>
      <dgm:t>
        <a:bodyPr/>
        <a:lstStyle/>
        <a:p>
          <a:r>
            <a:rPr lang="en-US" dirty="0" smtClean="0"/>
            <a:t>2NF</a:t>
          </a:r>
          <a:endParaRPr lang="en-US" dirty="0"/>
        </a:p>
      </dgm:t>
    </dgm:pt>
    <dgm:pt modelId="{8E134537-8E10-4414-8D22-2B718F19E42A}" type="parTrans" cxnId="{9DE941F6-5D4E-4DC7-94D3-79C41EBBA540}">
      <dgm:prSet/>
      <dgm:spPr/>
      <dgm:t>
        <a:bodyPr/>
        <a:lstStyle/>
        <a:p>
          <a:endParaRPr lang="en-US"/>
        </a:p>
      </dgm:t>
    </dgm:pt>
    <dgm:pt modelId="{1F2FDA06-B884-459D-9229-1045D946E0A6}" type="sibTrans" cxnId="{9DE941F6-5D4E-4DC7-94D3-79C41EBBA540}">
      <dgm:prSet/>
      <dgm:spPr/>
      <dgm:t>
        <a:bodyPr/>
        <a:lstStyle/>
        <a:p>
          <a:endParaRPr lang="en-US"/>
        </a:p>
      </dgm:t>
    </dgm:pt>
    <dgm:pt modelId="{745005A4-158C-4032-AA3D-DE81D1FEC85E}">
      <dgm:prSet phldrT="[Text]"/>
      <dgm:spPr/>
      <dgm:t>
        <a:bodyPr/>
        <a:lstStyle/>
        <a:p>
          <a:r>
            <a:rPr lang="en-US" dirty="0" smtClean="0"/>
            <a:t>Remove Partial Dependency</a:t>
          </a:r>
          <a:endParaRPr lang="en-US" dirty="0"/>
        </a:p>
      </dgm:t>
    </dgm:pt>
    <dgm:pt modelId="{A4C65B09-FD14-4280-8BA0-7F70492EE891}" type="parTrans" cxnId="{5F3726E7-E6EC-4B8E-A446-A09EB87034E1}">
      <dgm:prSet/>
      <dgm:spPr/>
      <dgm:t>
        <a:bodyPr/>
        <a:lstStyle/>
        <a:p>
          <a:endParaRPr lang="en-US"/>
        </a:p>
      </dgm:t>
    </dgm:pt>
    <dgm:pt modelId="{1A7C9727-EFAF-4D6B-9548-D1612F4978AF}" type="sibTrans" cxnId="{5F3726E7-E6EC-4B8E-A446-A09EB87034E1}">
      <dgm:prSet/>
      <dgm:spPr/>
      <dgm:t>
        <a:bodyPr/>
        <a:lstStyle/>
        <a:p>
          <a:endParaRPr lang="en-US"/>
        </a:p>
      </dgm:t>
    </dgm:pt>
    <dgm:pt modelId="{D963AEA1-A596-4F9A-86B5-3A10CAAC41EC}">
      <dgm:prSet phldrT="[Text]"/>
      <dgm:spPr/>
      <dgm:t>
        <a:bodyPr/>
        <a:lstStyle/>
        <a:p>
          <a:r>
            <a:rPr lang="en-US" dirty="0" smtClean="0"/>
            <a:t>3NF</a:t>
          </a:r>
          <a:endParaRPr lang="en-US" dirty="0"/>
        </a:p>
      </dgm:t>
    </dgm:pt>
    <dgm:pt modelId="{EB161DB7-42F0-4EFF-AAD5-8ACF0B50B257}" type="parTrans" cxnId="{5203390D-4028-4A74-9F5D-E883B25007DA}">
      <dgm:prSet/>
      <dgm:spPr/>
      <dgm:t>
        <a:bodyPr/>
        <a:lstStyle/>
        <a:p>
          <a:endParaRPr lang="en-US"/>
        </a:p>
      </dgm:t>
    </dgm:pt>
    <dgm:pt modelId="{EBC35822-B1CC-4F7F-A53F-13ABFDC2844F}" type="sibTrans" cxnId="{5203390D-4028-4A74-9F5D-E883B25007DA}">
      <dgm:prSet/>
      <dgm:spPr/>
      <dgm:t>
        <a:bodyPr/>
        <a:lstStyle/>
        <a:p>
          <a:endParaRPr lang="en-US"/>
        </a:p>
      </dgm:t>
    </dgm:pt>
    <dgm:pt modelId="{F209CFEB-858C-4CD4-9DED-DB98FFED765E}">
      <dgm:prSet phldrT="[Text]"/>
      <dgm:spPr/>
      <dgm:t>
        <a:bodyPr/>
        <a:lstStyle/>
        <a:p>
          <a:r>
            <a:rPr lang="en-US" dirty="0" smtClean="0"/>
            <a:t>Remove Transitive Dependency</a:t>
          </a:r>
          <a:endParaRPr lang="en-US" dirty="0"/>
        </a:p>
      </dgm:t>
    </dgm:pt>
    <dgm:pt modelId="{6707938A-D74A-491C-8799-687C01947AF5}" type="parTrans" cxnId="{2B0E812F-26C9-4483-B642-3CB032552F21}">
      <dgm:prSet/>
      <dgm:spPr/>
      <dgm:t>
        <a:bodyPr/>
        <a:lstStyle/>
        <a:p>
          <a:endParaRPr lang="en-US"/>
        </a:p>
      </dgm:t>
    </dgm:pt>
    <dgm:pt modelId="{C8603061-FEAA-4FE7-8F5D-1C448E569402}" type="sibTrans" cxnId="{2B0E812F-26C9-4483-B642-3CB032552F21}">
      <dgm:prSet/>
      <dgm:spPr/>
      <dgm:t>
        <a:bodyPr/>
        <a:lstStyle/>
        <a:p>
          <a:endParaRPr lang="en-US"/>
        </a:p>
      </dgm:t>
    </dgm:pt>
    <dgm:pt modelId="{6FDBC9D5-62B0-42F2-9B0A-4EABC1E619D3}" type="pres">
      <dgm:prSet presAssocID="{06653387-3E1A-4519-8182-C95E9B132F7D}" presName="Name0" presStyleCnt="0">
        <dgm:presLayoutVars>
          <dgm:dir/>
          <dgm:animLvl val="lvl"/>
          <dgm:resizeHandles val="exact"/>
        </dgm:presLayoutVars>
      </dgm:prSet>
      <dgm:spPr/>
      <dgm:t>
        <a:bodyPr/>
        <a:lstStyle/>
        <a:p>
          <a:endParaRPr lang="en-US"/>
        </a:p>
      </dgm:t>
    </dgm:pt>
    <dgm:pt modelId="{85E3409A-6A3A-4058-BAA3-3E2D4F6C77C3}" type="pres">
      <dgm:prSet presAssocID="{06653387-3E1A-4519-8182-C95E9B132F7D}" presName="tSp" presStyleCnt="0"/>
      <dgm:spPr/>
    </dgm:pt>
    <dgm:pt modelId="{DC88FA38-E043-49DE-82F1-A3871372817C}" type="pres">
      <dgm:prSet presAssocID="{06653387-3E1A-4519-8182-C95E9B132F7D}" presName="bSp" presStyleCnt="0"/>
      <dgm:spPr/>
    </dgm:pt>
    <dgm:pt modelId="{04F1B4A4-3E50-4719-9DBE-CBA5F2E701D7}" type="pres">
      <dgm:prSet presAssocID="{06653387-3E1A-4519-8182-C95E9B132F7D}" presName="process" presStyleCnt="0"/>
      <dgm:spPr/>
    </dgm:pt>
    <dgm:pt modelId="{9A441DBC-62F1-4A55-A806-BA8A16E87F34}" type="pres">
      <dgm:prSet presAssocID="{581AAF46-9746-40B8-B381-224498DBFB9C}" presName="composite1" presStyleCnt="0"/>
      <dgm:spPr/>
    </dgm:pt>
    <dgm:pt modelId="{F5E02982-6601-4FF2-84B9-FF1FFB49908B}" type="pres">
      <dgm:prSet presAssocID="{581AAF46-9746-40B8-B381-224498DBFB9C}" presName="dummyNode1" presStyleLbl="node1" presStyleIdx="0" presStyleCnt="3"/>
      <dgm:spPr/>
    </dgm:pt>
    <dgm:pt modelId="{BE8B8C53-491E-4603-90CB-6801818B6C2A}" type="pres">
      <dgm:prSet presAssocID="{581AAF46-9746-40B8-B381-224498DBFB9C}" presName="childNode1" presStyleLbl="bgAcc1" presStyleIdx="0" presStyleCnt="3">
        <dgm:presLayoutVars>
          <dgm:bulletEnabled val="1"/>
        </dgm:presLayoutVars>
      </dgm:prSet>
      <dgm:spPr/>
      <dgm:t>
        <a:bodyPr/>
        <a:lstStyle/>
        <a:p>
          <a:endParaRPr lang="en-US"/>
        </a:p>
      </dgm:t>
    </dgm:pt>
    <dgm:pt modelId="{E8BE94C9-605F-4A43-9BDE-0EDD251C0DAC}" type="pres">
      <dgm:prSet presAssocID="{581AAF46-9746-40B8-B381-224498DBFB9C}" presName="childNode1tx" presStyleLbl="bgAcc1" presStyleIdx="0" presStyleCnt="3">
        <dgm:presLayoutVars>
          <dgm:bulletEnabled val="1"/>
        </dgm:presLayoutVars>
      </dgm:prSet>
      <dgm:spPr/>
      <dgm:t>
        <a:bodyPr/>
        <a:lstStyle/>
        <a:p>
          <a:endParaRPr lang="en-US"/>
        </a:p>
      </dgm:t>
    </dgm:pt>
    <dgm:pt modelId="{C4251F7D-FDEA-47DC-BC93-F9DE037543D7}" type="pres">
      <dgm:prSet presAssocID="{581AAF46-9746-40B8-B381-224498DBFB9C}" presName="parentNode1" presStyleLbl="node1" presStyleIdx="0" presStyleCnt="3">
        <dgm:presLayoutVars>
          <dgm:chMax val="1"/>
          <dgm:bulletEnabled val="1"/>
        </dgm:presLayoutVars>
      </dgm:prSet>
      <dgm:spPr/>
      <dgm:t>
        <a:bodyPr/>
        <a:lstStyle/>
        <a:p>
          <a:endParaRPr lang="en-US"/>
        </a:p>
      </dgm:t>
    </dgm:pt>
    <dgm:pt modelId="{3943C007-0EA6-4AFD-A75A-D1C128213815}" type="pres">
      <dgm:prSet presAssocID="{581AAF46-9746-40B8-B381-224498DBFB9C}" presName="connSite1" presStyleCnt="0"/>
      <dgm:spPr/>
    </dgm:pt>
    <dgm:pt modelId="{4629C983-48AD-449A-811B-4E870B968A09}" type="pres">
      <dgm:prSet presAssocID="{C1F31606-6AAB-4A3E-A673-1996EDC68ED0}" presName="Name9" presStyleLbl="sibTrans2D1" presStyleIdx="0" presStyleCnt="2"/>
      <dgm:spPr/>
      <dgm:t>
        <a:bodyPr/>
        <a:lstStyle/>
        <a:p>
          <a:endParaRPr lang="en-US"/>
        </a:p>
      </dgm:t>
    </dgm:pt>
    <dgm:pt modelId="{9D84855E-3D34-498A-B197-40237102E3B3}" type="pres">
      <dgm:prSet presAssocID="{24B5C9D9-CF75-4047-9BA8-7E77E9A529C7}" presName="composite2" presStyleCnt="0"/>
      <dgm:spPr/>
    </dgm:pt>
    <dgm:pt modelId="{2E76218F-78C8-4829-A4C2-AB4B24F4D955}" type="pres">
      <dgm:prSet presAssocID="{24B5C9D9-CF75-4047-9BA8-7E77E9A529C7}" presName="dummyNode2" presStyleLbl="node1" presStyleIdx="0" presStyleCnt="3"/>
      <dgm:spPr/>
    </dgm:pt>
    <dgm:pt modelId="{3C91DFF1-01AE-46B7-8D3E-67595C79635E}" type="pres">
      <dgm:prSet presAssocID="{24B5C9D9-CF75-4047-9BA8-7E77E9A529C7}" presName="childNode2" presStyleLbl="bgAcc1" presStyleIdx="1" presStyleCnt="3">
        <dgm:presLayoutVars>
          <dgm:bulletEnabled val="1"/>
        </dgm:presLayoutVars>
      </dgm:prSet>
      <dgm:spPr/>
      <dgm:t>
        <a:bodyPr/>
        <a:lstStyle/>
        <a:p>
          <a:endParaRPr lang="en-US"/>
        </a:p>
      </dgm:t>
    </dgm:pt>
    <dgm:pt modelId="{8EEC8A7C-1836-45D6-9364-5D120A442DDF}" type="pres">
      <dgm:prSet presAssocID="{24B5C9D9-CF75-4047-9BA8-7E77E9A529C7}" presName="childNode2tx" presStyleLbl="bgAcc1" presStyleIdx="1" presStyleCnt="3">
        <dgm:presLayoutVars>
          <dgm:bulletEnabled val="1"/>
        </dgm:presLayoutVars>
      </dgm:prSet>
      <dgm:spPr/>
      <dgm:t>
        <a:bodyPr/>
        <a:lstStyle/>
        <a:p>
          <a:endParaRPr lang="en-US"/>
        </a:p>
      </dgm:t>
    </dgm:pt>
    <dgm:pt modelId="{8A286FC4-80BD-4DC1-9DC3-7ED3A3D5B2D1}" type="pres">
      <dgm:prSet presAssocID="{24B5C9D9-CF75-4047-9BA8-7E77E9A529C7}" presName="parentNode2" presStyleLbl="node1" presStyleIdx="1" presStyleCnt="3">
        <dgm:presLayoutVars>
          <dgm:chMax val="0"/>
          <dgm:bulletEnabled val="1"/>
        </dgm:presLayoutVars>
      </dgm:prSet>
      <dgm:spPr/>
      <dgm:t>
        <a:bodyPr/>
        <a:lstStyle/>
        <a:p>
          <a:endParaRPr lang="en-US"/>
        </a:p>
      </dgm:t>
    </dgm:pt>
    <dgm:pt modelId="{19A1DB42-D7E9-444B-B36C-55BF4B98CC6D}" type="pres">
      <dgm:prSet presAssocID="{24B5C9D9-CF75-4047-9BA8-7E77E9A529C7}" presName="connSite2" presStyleCnt="0"/>
      <dgm:spPr/>
    </dgm:pt>
    <dgm:pt modelId="{3C1D0653-3389-483B-9FC5-18BB3B561194}" type="pres">
      <dgm:prSet presAssocID="{1F2FDA06-B884-459D-9229-1045D946E0A6}" presName="Name18" presStyleLbl="sibTrans2D1" presStyleIdx="1" presStyleCnt="2"/>
      <dgm:spPr/>
      <dgm:t>
        <a:bodyPr/>
        <a:lstStyle/>
        <a:p>
          <a:endParaRPr lang="en-US"/>
        </a:p>
      </dgm:t>
    </dgm:pt>
    <dgm:pt modelId="{0E00BCA3-5F34-4487-A6A2-5282F1FE4102}" type="pres">
      <dgm:prSet presAssocID="{D963AEA1-A596-4F9A-86B5-3A10CAAC41EC}" presName="composite1" presStyleCnt="0"/>
      <dgm:spPr/>
    </dgm:pt>
    <dgm:pt modelId="{A93DF31B-F7B0-402E-9761-11A34555D669}" type="pres">
      <dgm:prSet presAssocID="{D963AEA1-A596-4F9A-86B5-3A10CAAC41EC}" presName="dummyNode1" presStyleLbl="node1" presStyleIdx="1" presStyleCnt="3"/>
      <dgm:spPr/>
    </dgm:pt>
    <dgm:pt modelId="{70F0EE92-82C9-494F-BD0E-EA718827E8D4}" type="pres">
      <dgm:prSet presAssocID="{D963AEA1-A596-4F9A-86B5-3A10CAAC41EC}" presName="childNode1" presStyleLbl="bgAcc1" presStyleIdx="2" presStyleCnt="3">
        <dgm:presLayoutVars>
          <dgm:bulletEnabled val="1"/>
        </dgm:presLayoutVars>
      </dgm:prSet>
      <dgm:spPr/>
      <dgm:t>
        <a:bodyPr/>
        <a:lstStyle/>
        <a:p>
          <a:endParaRPr lang="en-US"/>
        </a:p>
      </dgm:t>
    </dgm:pt>
    <dgm:pt modelId="{5E250189-45C7-4CBC-8F6D-DEB4D688FC37}" type="pres">
      <dgm:prSet presAssocID="{D963AEA1-A596-4F9A-86B5-3A10CAAC41EC}" presName="childNode1tx" presStyleLbl="bgAcc1" presStyleIdx="2" presStyleCnt="3">
        <dgm:presLayoutVars>
          <dgm:bulletEnabled val="1"/>
        </dgm:presLayoutVars>
      </dgm:prSet>
      <dgm:spPr/>
      <dgm:t>
        <a:bodyPr/>
        <a:lstStyle/>
        <a:p>
          <a:endParaRPr lang="en-US"/>
        </a:p>
      </dgm:t>
    </dgm:pt>
    <dgm:pt modelId="{A0C340A4-8640-403F-8982-1F37C61C05CA}" type="pres">
      <dgm:prSet presAssocID="{D963AEA1-A596-4F9A-86B5-3A10CAAC41EC}" presName="parentNode1" presStyleLbl="node1" presStyleIdx="2" presStyleCnt="3">
        <dgm:presLayoutVars>
          <dgm:chMax val="1"/>
          <dgm:bulletEnabled val="1"/>
        </dgm:presLayoutVars>
      </dgm:prSet>
      <dgm:spPr/>
      <dgm:t>
        <a:bodyPr/>
        <a:lstStyle/>
        <a:p>
          <a:endParaRPr lang="en-US"/>
        </a:p>
      </dgm:t>
    </dgm:pt>
    <dgm:pt modelId="{09DDB14E-2031-4C7E-BFC6-E6591C3CDEDF}" type="pres">
      <dgm:prSet presAssocID="{D963AEA1-A596-4F9A-86B5-3A10CAAC41EC}" presName="connSite1" presStyleCnt="0"/>
      <dgm:spPr/>
    </dgm:pt>
  </dgm:ptLst>
  <dgm:cxnLst>
    <dgm:cxn modelId="{5F3726E7-E6EC-4B8E-A446-A09EB87034E1}" srcId="{24B5C9D9-CF75-4047-9BA8-7E77E9A529C7}" destId="{745005A4-158C-4032-AA3D-DE81D1FEC85E}" srcOrd="0" destOrd="0" parTransId="{A4C65B09-FD14-4280-8BA0-7F70492EE891}" sibTransId="{1A7C9727-EFAF-4D6B-9548-D1612F4978AF}"/>
    <dgm:cxn modelId="{A0FB7AB4-6737-47CE-9572-BA4CDA4D608D}" srcId="{06653387-3E1A-4519-8182-C95E9B132F7D}" destId="{581AAF46-9746-40B8-B381-224498DBFB9C}" srcOrd="0" destOrd="0" parTransId="{5765589C-800D-4087-AF11-592D803B44FF}" sibTransId="{C1F31606-6AAB-4A3E-A673-1996EDC68ED0}"/>
    <dgm:cxn modelId="{9254F882-86FE-4A01-9074-7BF1584866BD}" type="presOf" srcId="{745005A4-158C-4032-AA3D-DE81D1FEC85E}" destId="{3C91DFF1-01AE-46B7-8D3E-67595C79635E}" srcOrd="0" destOrd="0" presId="urn:microsoft.com/office/officeart/2005/8/layout/hProcess4"/>
    <dgm:cxn modelId="{9DE941F6-5D4E-4DC7-94D3-79C41EBBA540}" srcId="{06653387-3E1A-4519-8182-C95E9B132F7D}" destId="{24B5C9D9-CF75-4047-9BA8-7E77E9A529C7}" srcOrd="1" destOrd="0" parTransId="{8E134537-8E10-4414-8D22-2B718F19E42A}" sibTransId="{1F2FDA06-B884-459D-9229-1045D946E0A6}"/>
    <dgm:cxn modelId="{77C614D0-33CE-47BF-9463-F28235B5A691}" type="presOf" srcId="{24B5C9D9-CF75-4047-9BA8-7E77E9A529C7}" destId="{8A286FC4-80BD-4DC1-9DC3-7ED3A3D5B2D1}" srcOrd="0" destOrd="0" presId="urn:microsoft.com/office/officeart/2005/8/layout/hProcess4"/>
    <dgm:cxn modelId="{6A5D9407-D4D5-4370-B1F4-58ED2F8C50C4}" type="presOf" srcId="{F209CFEB-858C-4CD4-9DED-DB98FFED765E}" destId="{5E250189-45C7-4CBC-8F6D-DEB4D688FC37}" srcOrd="1" destOrd="0" presId="urn:microsoft.com/office/officeart/2005/8/layout/hProcess4"/>
    <dgm:cxn modelId="{03AAA0BD-C197-4EBC-9582-8232036BED2A}" type="presOf" srcId="{06653387-3E1A-4519-8182-C95E9B132F7D}" destId="{6FDBC9D5-62B0-42F2-9B0A-4EABC1E619D3}" srcOrd="0" destOrd="0" presId="urn:microsoft.com/office/officeart/2005/8/layout/hProcess4"/>
    <dgm:cxn modelId="{4FC6F1CF-3D6B-49C6-831C-303792F4E1FB}" type="presOf" srcId="{581AAF46-9746-40B8-B381-224498DBFB9C}" destId="{C4251F7D-FDEA-47DC-BC93-F9DE037543D7}" srcOrd="0" destOrd="0" presId="urn:microsoft.com/office/officeart/2005/8/layout/hProcess4"/>
    <dgm:cxn modelId="{2B0E812F-26C9-4483-B642-3CB032552F21}" srcId="{D963AEA1-A596-4F9A-86B5-3A10CAAC41EC}" destId="{F209CFEB-858C-4CD4-9DED-DB98FFED765E}" srcOrd="0" destOrd="0" parTransId="{6707938A-D74A-491C-8799-687C01947AF5}" sibTransId="{C8603061-FEAA-4FE7-8F5D-1C448E569402}"/>
    <dgm:cxn modelId="{F9225774-9D21-4D28-B278-11D649742E45}" type="presOf" srcId="{745005A4-158C-4032-AA3D-DE81D1FEC85E}" destId="{8EEC8A7C-1836-45D6-9364-5D120A442DDF}" srcOrd="1" destOrd="0" presId="urn:microsoft.com/office/officeart/2005/8/layout/hProcess4"/>
    <dgm:cxn modelId="{F069D5E8-6D97-4894-83C0-A46A040751DC}" srcId="{581AAF46-9746-40B8-B381-224498DBFB9C}" destId="{CC770131-3DE4-46B5-B431-85C380BBB5D2}" srcOrd="0" destOrd="0" parTransId="{263D4770-9F1D-40E4-B6BD-A7944DF374FD}" sibTransId="{9670A1DC-EA50-4B36-8C2A-196C8BDEE21F}"/>
    <dgm:cxn modelId="{4EC2BBA2-27FE-43FC-83E2-4B0F38D77F2A}" type="presOf" srcId="{CC770131-3DE4-46B5-B431-85C380BBB5D2}" destId="{E8BE94C9-605F-4A43-9BDE-0EDD251C0DAC}" srcOrd="1" destOrd="0" presId="urn:microsoft.com/office/officeart/2005/8/layout/hProcess4"/>
    <dgm:cxn modelId="{C5AA35AA-08FE-4ADC-AE0E-1489D3BBCE9C}" type="presOf" srcId="{1F2FDA06-B884-459D-9229-1045D946E0A6}" destId="{3C1D0653-3389-483B-9FC5-18BB3B561194}" srcOrd="0" destOrd="0" presId="urn:microsoft.com/office/officeart/2005/8/layout/hProcess4"/>
    <dgm:cxn modelId="{5203390D-4028-4A74-9F5D-E883B25007DA}" srcId="{06653387-3E1A-4519-8182-C95E9B132F7D}" destId="{D963AEA1-A596-4F9A-86B5-3A10CAAC41EC}" srcOrd="2" destOrd="0" parTransId="{EB161DB7-42F0-4EFF-AAD5-8ACF0B50B257}" sibTransId="{EBC35822-B1CC-4F7F-A53F-13ABFDC2844F}"/>
    <dgm:cxn modelId="{14B9E3FA-26F6-4AF1-8DE4-F058C96D8A61}" type="presOf" srcId="{CC770131-3DE4-46B5-B431-85C380BBB5D2}" destId="{BE8B8C53-491E-4603-90CB-6801818B6C2A}" srcOrd="0" destOrd="0" presId="urn:microsoft.com/office/officeart/2005/8/layout/hProcess4"/>
    <dgm:cxn modelId="{F5D80A79-30DE-4F90-9AD6-83A6E3364127}" type="presOf" srcId="{D963AEA1-A596-4F9A-86B5-3A10CAAC41EC}" destId="{A0C340A4-8640-403F-8982-1F37C61C05CA}" srcOrd="0" destOrd="0" presId="urn:microsoft.com/office/officeart/2005/8/layout/hProcess4"/>
    <dgm:cxn modelId="{F6064B44-EDC6-48FB-B29E-08AFDAB9B32F}" type="presOf" srcId="{F209CFEB-858C-4CD4-9DED-DB98FFED765E}" destId="{70F0EE92-82C9-494F-BD0E-EA718827E8D4}" srcOrd="0" destOrd="0" presId="urn:microsoft.com/office/officeart/2005/8/layout/hProcess4"/>
    <dgm:cxn modelId="{5921C6C7-73E2-44EF-803D-CD575C7DE07D}" type="presOf" srcId="{C1F31606-6AAB-4A3E-A673-1996EDC68ED0}" destId="{4629C983-48AD-449A-811B-4E870B968A09}" srcOrd="0" destOrd="0" presId="urn:microsoft.com/office/officeart/2005/8/layout/hProcess4"/>
    <dgm:cxn modelId="{B0D280BF-2561-4249-B653-1D3F7F72943D}" type="presParOf" srcId="{6FDBC9D5-62B0-42F2-9B0A-4EABC1E619D3}" destId="{85E3409A-6A3A-4058-BAA3-3E2D4F6C77C3}" srcOrd="0" destOrd="0" presId="urn:microsoft.com/office/officeart/2005/8/layout/hProcess4"/>
    <dgm:cxn modelId="{930ED377-7865-4236-8DCB-9972422D0EE4}" type="presParOf" srcId="{6FDBC9D5-62B0-42F2-9B0A-4EABC1E619D3}" destId="{DC88FA38-E043-49DE-82F1-A3871372817C}" srcOrd="1" destOrd="0" presId="urn:microsoft.com/office/officeart/2005/8/layout/hProcess4"/>
    <dgm:cxn modelId="{543A9C7F-8BA7-4EA7-ADDD-D2E2662A23A4}" type="presParOf" srcId="{6FDBC9D5-62B0-42F2-9B0A-4EABC1E619D3}" destId="{04F1B4A4-3E50-4719-9DBE-CBA5F2E701D7}" srcOrd="2" destOrd="0" presId="urn:microsoft.com/office/officeart/2005/8/layout/hProcess4"/>
    <dgm:cxn modelId="{176E8553-E565-4CBF-82BC-1640E0184571}" type="presParOf" srcId="{04F1B4A4-3E50-4719-9DBE-CBA5F2E701D7}" destId="{9A441DBC-62F1-4A55-A806-BA8A16E87F34}" srcOrd="0" destOrd="0" presId="urn:microsoft.com/office/officeart/2005/8/layout/hProcess4"/>
    <dgm:cxn modelId="{E06E89EC-3FAE-4C03-B74E-4010ECAE0428}" type="presParOf" srcId="{9A441DBC-62F1-4A55-A806-BA8A16E87F34}" destId="{F5E02982-6601-4FF2-84B9-FF1FFB49908B}" srcOrd="0" destOrd="0" presId="urn:microsoft.com/office/officeart/2005/8/layout/hProcess4"/>
    <dgm:cxn modelId="{BA8EC902-F398-4446-826D-75733DFF3640}" type="presParOf" srcId="{9A441DBC-62F1-4A55-A806-BA8A16E87F34}" destId="{BE8B8C53-491E-4603-90CB-6801818B6C2A}" srcOrd="1" destOrd="0" presId="urn:microsoft.com/office/officeart/2005/8/layout/hProcess4"/>
    <dgm:cxn modelId="{80820DE5-1FE0-454D-98B7-63D7470DF54E}" type="presParOf" srcId="{9A441DBC-62F1-4A55-A806-BA8A16E87F34}" destId="{E8BE94C9-605F-4A43-9BDE-0EDD251C0DAC}" srcOrd="2" destOrd="0" presId="urn:microsoft.com/office/officeart/2005/8/layout/hProcess4"/>
    <dgm:cxn modelId="{670AEE80-5967-4A30-A8BD-31837E2A310C}" type="presParOf" srcId="{9A441DBC-62F1-4A55-A806-BA8A16E87F34}" destId="{C4251F7D-FDEA-47DC-BC93-F9DE037543D7}" srcOrd="3" destOrd="0" presId="urn:microsoft.com/office/officeart/2005/8/layout/hProcess4"/>
    <dgm:cxn modelId="{7A83C346-A61C-4322-AA57-DB1B31453581}" type="presParOf" srcId="{9A441DBC-62F1-4A55-A806-BA8A16E87F34}" destId="{3943C007-0EA6-4AFD-A75A-D1C128213815}" srcOrd="4" destOrd="0" presId="urn:microsoft.com/office/officeart/2005/8/layout/hProcess4"/>
    <dgm:cxn modelId="{CED47472-A699-4006-B847-453AB02F4809}" type="presParOf" srcId="{04F1B4A4-3E50-4719-9DBE-CBA5F2E701D7}" destId="{4629C983-48AD-449A-811B-4E870B968A09}" srcOrd="1" destOrd="0" presId="urn:microsoft.com/office/officeart/2005/8/layout/hProcess4"/>
    <dgm:cxn modelId="{FC8957F7-1C6A-4D1A-8158-CF0884A603F3}" type="presParOf" srcId="{04F1B4A4-3E50-4719-9DBE-CBA5F2E701D7}" destId="{9D84855E-3D34-498A-B197-40237102E3B3}" srcOrd="2" destOrd="0" presId="urn:microsoft.com/office/officeart/2005/8/layout/hProcess4"/>
    <dgm:cxn modelId="{A1CE2682-4EF5-456F-80D0-5950F2635EDE}" type="presParOf" srcId="{9D84855E-3D34-498A-B197-40237102E3B3}" destId="{2E76218F-78C8-4829-A4C2-AB4B24F4D955}" srcOrd="0" destOrd="0" presId="urn:microsoft.com/office/officeart/2005/8/layout/hProcess4"/>
    <dgm:cxn modelId="{D9A0635C-4DF8-4F7C-B7E7-D787FD809F68}" type="presParOf" srcId="{9D84855E-3D34-498A-B197-40237102E3B3}" destId="{3C91DFF1-01AE-46B7-8D3E-67595C79635E}" srcOrd="1" destOrd="0" presId="urn:microsoft.com/office/officeart/2005/8/layout/hProcess4"/>
    <dgm:cxn modelId="{272E2D74-DDD9-4D2B-AFF5-AD445E47289A}" type="presParOf" srcId="{9D84855E-3D34-498A-B197-40237102E3B3}" destId="{8EEC8A7C-1836-45D6-9364-5D120A442DDF}" srcOrd="2" destOrd="0" presId="urn:microsoft.com/office/officeart/2005/8/layout/hProcess4"/>
    <dgm:cxn modelId="{2E5B7407-C783-4618-B6A3-F5CE2C04B604}" type="presParOf" srcId="{9D84855E-3D34-498A-B197-40237102E3B3}" destId="{8A286FC4-80BD-4DC1-9DC3-7ED3A3D5B2D1}" srcOrd="3" destOrd="0" presId="urn:microsoft.com/office/officeart/2005/8/layout/hProcess4"/>
    <dgm:cxn modelId="{4E29B91A-1969-4955-A60A-0889785DB526}" type="presParOf" srcId="{9D84855E-3D34-498A-B197-40237102E3B3}" destId="{19A1DB42-D7E9-444B-B36C-55BF4B98CC6D}" srcOrd="4" destOrd="0" presId="urn:microsoft.com/office/officeart/2005/8/layout/hProcess4"/>
    <dgm:cxn modelId="{3D1C485A-D17A-45B1-9D03-2D3919F31C29}" type="presParOf" srcId="{04F1B4A4-3E50-4719-9DBE-CBA5F2E701D7}" destId="{3C1D0653-3389-483B-9FC5-18BB3B561194}" srcOrd="3" destOrd="0" presId="urn:microsoft.com/office/officeart/2005/8/layout/hProcess4"/>
    <dgm:cxn modelId="{A1AD5A5D-2C5B-4347-A3BE-F460D0B80980}" type="presParOf" srcId="{04F1B4A4-3E50-4719-9DBE-CBA5F2E701D7}" destId="{0E00BCA3-5F34-4487-A6A2-5282F1FE4102}" srcOrd="4" destOrd="0" presId="urn:microsoft.com/office/officeart/2005/8/layout/hProcess4"/>
    <dgm:cxn modelId="{EDAF9A58-9B2E-4A97-BAB8-FCDF17D78752}" type="presParOf" srcId="{0E00BCA3-5F34-4487-A6A2-5282F1FE4102}" destId="{A93DF31B-F7B0-402E-9761-11A34555D669}" srcOrd="0" destOrd="0" presId="urn:microsoft.com/office/officeart/2005/8/layout/hProcess4"/>
    <dgm:cxn modelId="{10DB980C-FCFB-4B7F-B4BD-60188F74D01A}" type="presParOf" srcId="{0E00BCA3-5F34-4487-A6A2-5282F1FE4102}" destId="{70F0EE92-82C9-494F-BD0E-EA718827E8D4}" srcOrd="1" destOrd="0" presId="urn:microsoft.com/office/officeart/2005/8/layout/hProcess4"/>
    <dgm:cxn modelId="{A23A52E9-55D4-4D63-A7E2-A18C8ED1A0FF}" type="presParOf" srcId="{0E00BCA3-5F34-4487-A6A2-5282F1FE4102}" destId="{5E250189-45C7-4CBC-8F6D-DEB4D688FC37}" srcOrd="2" destOrd="0" presId="urn:microsoft.com/office/officeart/2005/8/layout/hProcess4"/>
    <dgm:cxn modelId="{A72426C9-8CEB-499E-B0B9-58DD76E2CFE0}" type="presParOf" srcId="{0E00BCA3-5F34-4487-A6A2-5282F1FE4102}" destId="{A0C340A4-8640-403F-8982-1F37C61C05CA}" srcOrd="3" destOrd="0" presId="urn:microsoft.com/office/officeart/2005/8/layout/hProcess4"/>
    <dgm:cxn modelId="{D7AD45A1-BF0B-429D-BB96-BB0CA11FE216}" type="presParOf" srcId="{0E00BCA3-5F34-4487-A6A2-5282F1FE4102}" destId="{09DDB14E-2031-4C7E-BFC6-E6591C3CDEDF}" srcOrd="4" destOrd="0" presId="urn:microsoft.com/office/officeart/2005/8/layout/h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6653387-3E1A-4519-8182-C95E9B132F7D}" type="doc">
      <dgm:prSet loTypeId="urn:microsoft.com/office/officeart/2009/3/layout/PhasedProcess" loCatId="process" qsTypeId="urn:microsoft.com/office/officeart/2005/8/quickstyle/simple5" qsCatId="simple" csTypeId="urn:microsoft.com/office/officeart/2005/8/colors/colorful4" csCatId="colorful" phldr="1"/>
      <dgm:spPr/>
      <dgm:t>
        <a:bodyPr/>
        <a:lstStyle/>
        <a:p>
          <a:endParaRPr lang="en-US"/>
        </a:p>
      </dgm:t>
    </dgm:pt>
    <dgm:pt modelId="{581AAF46-9746-40B8-B381-224498DBFB9C}">
      <dgm:prSet phldrT="[Text]"/>
      <dgm:spPr/>
      <dgm:t>
        <a:bodyPr/>
        <a:lstStyle/>
        <a:p>
          <a:r>
            <a:rPr lang="en-US" dirty="0" smtClean="0"/>
            <a:t>Step 1</a:t>
          </a:r>
          <a:endParaRPr lang="en-US" dirty="0"/>
        </a:p>
      </dgm:t>
    </dgm:pt>
    <dgm:pt modelId="{5765589C-800D-4087-AF11-592D803B44FF}" type="parTrans" cxnId="{A0FB7AB4-6737-47CE-9572-BA4CDA4D608D}">
      <dgm:prSet/>
      <dgm:spPr/>
      <dgm:t>
        <a:bodyPr/>
        <a:lstStyle/>
        <a:p>
          <a:endParaRPr lang="en-US"/>
        </a:p>
      </dgm:t>
    </dgm:pt>
    <dgm:pt modelId="{C1F31606-6AAB-4A3E-A673-1996EDC68ED0}" type="sibTrans" cxnId="{A0FB7AB4-6737-47CE-9572-BA4CDA4D608D}">
      <dgm:prSet/>
      <dgm:spPr/>
      <dgm:t>
        <a:bodyPr/>
        <a:lstStyle/>
        <a:p>
          <a:endParaRPr lang="en-US"/>
        </a:p>
      </dgm:t>
    </dgm:pt>
    <dgm:pt modelId="{CC770131-3DE4-46B5-B431-85C380BBB5D2}">
      <dgm:prSet phldrT="[Text]"/>
      <dgm:spPr/>
      <dgm:t>
        <a:bodyPr/>
        <a:lstStyle/>
        <a:p>
          <a:r>
            <a:rPr lang="en-US" dirty="0" smtClean="0"/>
            <a:t>Identify Entities</a:t>
          </a:r>
          <a:endParaRPr lang="en-US" dirty="0"/>
        </a:p>
      </dgm:t>
    </dgm:pt>
    <dgm:pt modelId="{263D4770-9F1D-40E4-B6BD-A7944DF374FD}" type="parTrans" cxnId="{F069D5E8-6D97-4894-83C0-A46A040751DC}">
      <dgm:prSet/>
      <dgm:spPr/>
      <dgm:t>
        <a:bodyPr/>
        <a:lstStyle/>
        <a:p>
          <a:endParaRPr lang="en-US"/>
        </a:p>
      </dgm:t>
    </dgm:pt>
    <dgm:pt modelId="{9670A1DC-EA50-4B36-8C2A-196C8BDEE21F}" type="sibTrans" cxnId="{F069D5E8-6D97-4894-83C0-A46A040751DC}">
      <dgm:prSet/>
      <dgm:spPr/>
      <dgm:t>
        <a:bodyPr/>
        <a:lstStyle/>
        <a:p>
          <a:endParaRPr lang="en-US"/>
        </a:p>
      </dgm:t>
    </dgm:pt>
    <dgm:pt modelId="{24B5C9D9-CF75-4047-9BA8-7E77E9A529C7}">
      <dgm:prSet phldrT="[Text]"/>
      <dgm:spPr/>
      <dgm:t>
        <a:bodyPr/>
        <a:lstStyle/>
        <a:p>
          <a:r>
            <a:rPr lang="en-US" dirty="0" smtClean="0"/>
            <a:t>Step 2</a:t>
          </a:r>
          <a:endParaRPr lang="en-US" dirty="0"/>
        </a:p>
      </dgm:t>
    </dgm:pt>
    <dgm:pt modelId="{8E134537-8E10-4414-8D22-2B718F19E42A}" type="parTrans" cxnId="{9DE941F6-5D4E-4DC7-94D3-79C41EBBA540}">
      <dgm:prSet/>
      <dgm:spPr/>
      <dgm:t>
        <a:bodyPr/>
        <a:lstStyle/>
        <a:p>
          <a:endParaRPr lang="en-US"/>
        </a:p>
      </dgm:t>
    </dgm:pt>
    <dgm:pt modelId="{1F2FDA06-B884-459D-9229-1045D946E0A6}" type="sibTrans" cxnId="{9DE941F6-5D4E-4DC7-94D3-79C41EBBA540}">
      <dgm:prSet/>
      <dgm:spPr/>
      <dgm:t>
        <a:bodyPr/>
        <a:lstStyle/>
        <a:p>
          <a:endParaRPr lang="en-US"/>
        </a:p>
      </dgm:t>
    </dgm:pt>
    <dgm:pt modelId="{745005A4-158C-4032-AA3D-DE81D1FEC85E}">
      <dgm:prSet phldrT="[Text]"/>
      <dgm:spPr/>
      <dgm:t>
        <a:bodyPr/>
        <a:lstStyle/>
        <a:p>
          <a:r>
            <a:rPr lang="en-US" dirty="0" smtClean="0"/>
            <a:t>Identify Attributes and Keys</a:t>
          </a:r>
          <a:endParaRPr lang="en-US" dirty="0"/>
        </a:p>
      </dgm:t>
    </dgm:pt>
    <dgm:pt modelId="{A4C65B09-FD14-4280-8BA0-7F70492EE891}" type="parTrans" cxnId="{5F3726E7-E6EC-4B8E-A446-A09EB87034E1}">
      <dgm:prSet/>
      <dgm:spPr/>
      <dgm:t>
        <a:bodyPr/>
        <a:lstStyle/>
        <a:p>
          <a:endParaRPr lang="en-US"/>
        </a:p>
      </dgm:t>
    </dgm:pt>
    <dgm:pt modelId="{1A7C9727-EFAF-4D6B-9548-D1612F4978AF}" type="sibTrans" cxnId="{5F3726E7-E6EC-4B8E-A446-A09EB87034E1}">
      <dgm:prSet/>
      <dgm:spPr/>
      <dgm:t>
        <a:bodyPr/>
        <a:lstStyle/>
        <a:p>
          <a:endParaRPr lang="en-US"/>
        </a:p>
      </dgm:t>
    </dgm:pt>
    <dgm:pt modelId="{D963AEA1-A596-4F9A-86B5-3A10CAAC41EC}">
      <dgm:prSet phldrT="[Text]"/>
      <dgm:spPr/>
      <dgm:t>
        <a:bodyPr/>
        <a:lstStyle/>
        <a:p>
          <a:r>
            <a:rPr lang="en-US" dirty="0" smtClean="0"/>
            <a:t>Step 3</a:t>
          </a:r>
          <a:endParaRPr lang="en-US" dirty="0"/>
        </a:p>
      </dgm:t>
    </dgm:pt>
    <dgm:pt modelId="{EB161DB7-42F0-4EFF-AAD5-8ACF0B50B257}" type="parTrans" cxnId="{5203390D-4028-4A74-9F5D-E883B25007DA}">
      <dgm:prSet/>
      <dgm:spPr/>
      <dgm:t>
        <a:bodyPr/>
        <a:lstStyle/>
        <a:p>
          <a:endParaRPr lang="en-US"/>
        </a:p>
      </dgm:t>
    </dgm:pt>
    <dgm:pt modelId="{EBC35822-B1CC-4F7F-A53F-13ABFDC2844F}" type="sibTrans" cxnId="{5203390D-4028-4A74-9F5D-E883B25007DA}">
      <dgm:prSet/>
      <dgm:spPr/>
      <dgm:t>
        <a:bodyPr/>
        <a:lstStyle/>
        <a:p>
          <a:endParaRPr lang="en-US"/>
        </a:p>
      </dgm:t>
    </dgm:pt>
    <dgm:pt modelId="{F209CFEB-858C-4CD4-9DED-DB98FFED765E}">
      <dgm:prSet phldrT="[Text]"/>
      <dgm:spPr/>
      <dgm:t>
        <a:bodyPr/>
        <a:lstStyle/>
        <a:p>
          <a:r>
            <a:rPr lang="en-US" dirty="0" smtClean="0"/>
            <a:t>Determine Relationship between Entities</a:t>
          </a:r>
          <a:endParaRPr lang="en-US" dirty="0"/>
        </a:p>
      </dgm:t>
    </dgm:pt>
    <dgm:pt modelId="{6707938A-D74A-491C-8799-687C01947AF5}" type="parTrans" cxnId="{2B0E812F-26C9-4483-B642-3CB032552F21}">
      <dgm:prSet/>
      <dgm:spPr/>
      <dgm:t>
        <a:bodyPr/>
        <a:lstStyle/>
        <a:p>
          <a:endParaRPr lang="en-US"/>
        </a:p>
      </dgm:t>
    </dgm:pt>
    <dgm:pt modelId="{C8603061-FEAA-4FE7-8F5D-1C448E569402}" type="sibTrans" cxnId="{2B0E812F-26C9-4483-B642-3CB032552F21}">
      <dgm:prSet/>
      <dgm:spPr/>
      <dgm:t>
        <a:bodyPr/>
        <a:lstStyle/>
        <a:p>
          <a:endParaRPr lang="en-US"/>
        </a:p>
      </dgm:t>
    </dgm:pt>
    <dgm:pt modelId="{7F32001C-09C1-4C6D-80C9-00B3777B8AEA}" type="pres">
      <dgm:prSet presAssocID="{06653387-3E1A-4519-8182-C95E9B132F7D}" presName="Name0" presStyleCnt="0">
        <dgm:presLayoutVars>
          <dgm:chMax val="3"/>
          <dgm:chPref val="3"/>
          <dgm:bulletEnabled val="1"/>
          <dgm:dir/>
          <dgm:animLvl val="lvl"/>
        </dgm:presLayoutVars>
      </dgm:prSet>
      <dgm:spPr/>
      <dgm:t>
        <a:bodyPr/>
        <a:lstStyle/>
        <a:p>
          <a:endParaRPr lang="en-US"/>
        </a:p>
      </dgm:t>
    </dgm:pt>
    <dgm:pt modelId="{8959B878-4388-4A9A-989E-725D7B79EE02}" type="pres">
      <dgm:prSet presAssocID="{06653387-3E1A-4519-8182-C95E9B132F7D}" presName="arc1" presStyleLbl="node1" presStyleIdx="0" presStyleCnt="4"/>
      <dgm:spPr/>
    </dgm:pt>
    <dgm:pt modelId="{516798C1-E95C-4E99-A190-FC29780B938E}" type="pres">
      <dgm:prSet presAssocID="{06653387-3E1A-4519-8182-C95E9B132F7D}" presName="arc3" presStyleLbl="node1" presStyleIdx="1" presStyleCnt="4"/>
      <dgm:spPr/>
    </dgm:pt>
    <dgm:pt modelId="{C74709F1-3B0E-46BF-BA19-A5AB6460FDB6}" type="pres">
      <dgm:prSet presAssocID="{06653387-3E1A-4519-8182-C95E9B132F7D}" presName="parentText2" presStyleLbl="revTx" presStyleIdx="0" presStyleCnt="3">
        <dgm:presLayoutVars>
          <dgm:chMax val="4"/>
          <dgm:chPref val="3"/>
          <dgm:bulletEnabled val="1"/>
        </dgm:presLayoutVars>
      </dgm:prSet>
      <dgm:spPr/>
      <dgm:t>
        <a:bodyPr/>
        <a:lstStyle/>
        <a:p>
          <a:endParaRPr lang="en-US"/>
        </a:p>
      </dgm:t>
    </dgm:pt>
    <dgm:pt modelId="{07BF6709-F752-4349-95BA-1D531871DBEE}" type="pres">
      <dgm:prSet presAssocID="{06653387-3E1A-4519-8182-C95E9B132F7D}" presName="arc2" presStyleLbl="node1" presStyleIdx="2" presStyleCnt="4"/>
      <dgm:spPr/>
    </dgm:pt>
    <dgm:pt modelId="{7A292BCD-57F5-471E-AF57-EC9E9A9EDEEA}" type="pres">
      <dgm:prSet presAssocID="{06653387-3E1A-4519-8182-C95E9B132F7D}" presName="arc4" presStyleLbl="node1" presStyleIdx="3" presStyleCnt="4"/>
      <dgm:spPr/>
    </dgm:pt>
    <dgm:pt modelId="{AFE8FD83-1C40-4BE6-90ED-00FEDC6307F4}" type="pres">
      <dgm:prSet presAssocID="{06653387-3E1A-4519-8182-C95E9B132F7D}" presName="parentText3" presStyleLbl="revTx" presStyleIdx="1" presStyleCnt="3">
        <dgm:presLayoutVars>
          <dgm:chMax val="1"/>
          <dgm:chPref val="1"/>
          <dgm:bulletEnabled val="1"/>
        </dgm:presLayoutVars>
      </dgm:prSet>
      <dgm:spPr/>
      <dgm:t>
        <a:bodyPr/>
        <a:lstStyle/>
        <a:p>
          <a:endParaRPr lang="en-US"/>
        </a:p>
      </dgm:t>
    </dgm:pt>
    <dgm:pt modelId="{F652A47E-E176-4246-9BB8-933A667D8730}" type="pres">
      <dgm:prSet presAssocID="{06653387-3E1A-4519-8182-C95E9B132F7D}" presName="middleComposite" presStyleCnt="0"/>
      <dgm:spPr/>
    </dgm:pt>
    <dgm:pt modelId="{21B2A724-4887-4621-8B6F-77D0D547577F}" type="pres">
      <dgm:prSet presAssocID="{745005A4-158C-4032-AA3D-DE81D1FEC85E}" presName="circ1" presStyleLbl="vennNode1" presStyleIdx="0" presStyleCnt="4"/>
      <dgm:spPr/>
      <dgm:t>
        <a:bodyPr/>
        <a:lstStyle/>
        <a:p>
          <a:endParaRPr lang="en-US"/>
        </a:p>
      </dgm:t>
    </dgm:pt>
    <dgm:pt modelId="{6899BAE2-7137-4D43-A973-0231C5F0971B}" type="pres">
      <dgm:prSet presAssocID="{745005A4-158C-4032-AA3D-DE81D1FEC85E}" presName="circ1Tx" presStyleLbl="revTx" presStyleIdx="1" presStyleCnt="3">
        <dgm:presLayoutVars>
          <dgm:chMax val="0"/>
          <dgm:chPref val="0"/>
        </dgm:presLayoutVars>
      </dgm:prSet>
      <dgm:spPr/>
      <dgm:t>
        <a:bodyPr/>
        <a:lstStyle/>
        <a:p>
          <a:endParaRPr lang="en-US"/>
        </a:p>
      </dgm:t>
    </dgm:pt>
    <dgm:pt modelId="{8F1A680F-7AF2-405B-87FE-3A77C7BCABAB}" type="pres">
      <dgm:prSet presAssocID="{06653387-3E1A-4519-8182-C95E9B132F7D}" presName="leftComposite" presStyleCnt="0"/>
      <dgm:spPr/>
    </dgm:pt>
    <dgm:pt modelId="{FF4AFDBA-C965-4601-97F6-5CCF39A1B02B}" type="pres">
      <dgm:prSet presAssocID="{CC770131-3DE4-46B5-B431-85C380BBB5D2}" presName="childText1_1" presStyleLbl="vennNode1" presStyleIdx="1" presStyleCnt="4">
        <dgm:presLayoutVars>
          <dgm:chMax val="0"/>
          <dgm:chPref val="0"/>
        </dgm:presLayoutVars>
      </dgm:prSet>
      <dgm:spPr/>
      <dgm:t>
        <a:bodyPr/>
        <a:lstStyle/>
        <a:p>
          <a:endParaRPr lang="en-US"/>
        </a:p>
      </dgm:t>
    </dgm:pt>
    <dgm:pt modelId="{487C5A8E-6853-4646-B0E1-36A5D9422098}" type="pres">
      <dgm:prSet presAssocID="{CC770131-3DE4-46B5-B431-85C380BBB5D2}" presName="ellipse1" presStyleLbl="vennNode1" presStyleIdx="2" presStyleCnt="4"/>
      <dgm:spPr/>
    </dgm:pt>
    <dgm:pt modelId="{E57A6257-6688-4832-BF6B-5EA84819D3A0}" type="pres">
      <dgm:prSet presAssocID="{CC770131-3DE4-46B5-B431-85C380BBB5D2}" presName="ellipse2" presStyleLbl="vennNode1" presStyleIdx="3" presStyleCnt="4"/>
      <dgm:spPr/>
    </dgm:pt>
    <dgm:pt modelId="{72FE3CAC-6127-4D8E-AAF4-389C99C99E19}" type="pres">
      <dgm:prSet presAssocID="{06653387-3E1A-4519-8182-C95E9B132F7D}" presName="rightChild" presStyleLbl="node2" presStyleIdx="0" presStyleCnt="1">
        <dgm:presLayoutVars>
          <dgm:chMax val="0"/>
          <dgm:chPref val="0"/>
        </dgm:presLayoutVars>
      </dgm:prSet>
      <dgm:spPr/>
      <dgm:t>
        <a:bodyPr/>
        <a:lstStyle/>
        <a:p>
          <a:endParaRPr lang="en-US"/>
        </a:p>
      </dgm:t>
    </dgm:pt>
    <dgm:pt modelId="{22B49E7B-0747-42ED-B0BA-F71FAD2495D4}" type="pres">
      <dgm:prSet presAssocID="{06653387-3E1A-4519-8182-C95E9B132F7D}" presName="parentText1" presStyleLbl="revTx" presStyleIdx="2" presStyleCnt="3">
        <dgm:presLayoutVars>
          <dgm:chMax val="4"/>
          <dgm:chPref val="3"/>
          <dgm:bulletEnabled val="1"/>
        </dgm:presLayoutVars>
      </dgm:prSet>
      <dgm:spPr/>
      <dgm:t>
        <a:bodyPr/>
        <a:lstStyle/>
        <a:p>
          <a:endParaRPr lang="en-US"/>
        </a:p>
      </dgm:t>
    </dgm:pt>
  </dgm:ptLst>
  <dgm:cxnLst>
    <dgm:cxn modelId="{A515C802-0ACC-4C20-A553-8F2E38CD00F5}" type="presOf" srcId="{06653387-3E1A-4519-8182-C95E9B132F7D}" destId="{7F32001C-09C1-4C6D-80C9-00B3777B8AEA}" srcOrd="0" destOrd="0" presId="urn:microsoft.com/office/officeart/2009/3/layout/PhasedProcess"/>
    <dgm:cxn modelId="{5F3726E7-E6EC-4B8E-A446-A09EB87034E1}" srcId="{24B5C9D9-CF75-4047-9BA8-7E77E9A529C7}" destId="{745005A4-158C-4032-AA3D-DE81D1FEC85E}" srcOrd="0" destOrd="0" parTransId="{A4C65B09-FD14-4280-8BA0-7F70492EE891}" sibTransId="{1A7C9727-EFAF-4D6B-9548-D1612F4978AF}"/>
    <dgm:cxn modelId="{93CED32F-FE25-48FE-999F-003FAF433C60}" type="presOf" srcId="{745005A4-158C-4032-AA3D-DE81D1FEC85E}" destId="{6899BAE2-7137-4D43-A973-0231C5F0971B}" srcOrd="1" destOrd="0" presId="urn:microsoft.com/office/officeart/2009/3/layout/PhasedProcess"/>
    <dgm:cxn modelId="{DD8CB84B-9297-4826-8DA4-570C326668C9}" type="presOf" srcId="{581AAF46-9746-40B8-B381-224498DBFB9C}" destId="{22B49E7B-0747-42ED-B0BA-F71FAD2495D4}" srcOrd="0" destOrd="0" presId="urn:microsoft.com/office/officeart/2009/3/layout/PhasedProcess"/>
    <dgm:cxn modelId="{A0FB7AB4-6737-47CE-9572-BA4CDA4D608D}" srcId="{06653387-3E1A-4519-8182-C95E9B132F7D}" destId="{581AAF46-9746-40B8-B381-224498DBFB9C}" srcOrd="0" destOrd="0" parTransId="{5765589C-800D-4087-AF11-592D803B44FF}" sibTransId="{C1F31606-6AAB-4A3E-A673-1996EDC68ED0}"/>
    <dgm:cxn modelId="{9DE941F6-5D4E-4DC7-94D3-79C41EBBA540}" srcId="{06653387-3E1A-4519-8182-C95E9B132F7D}" destId="{24B5C9D9-CF75-4047-9BA8-7E77E9A529C7}" srcOrd="1" destOrd="0" parTransId="{8E134537-8E10-4414-8D22-2B718F19E42A}" sibTransId="{1F2FDA06-B884-459D-9229-1045D946E0A6}"/>
    <dgm:cxn modelId="{7BA21A38-CE14-49D2-A977-77DEA8A1E84E}" type="presOf" srcId="{745005A4-158C-4032-AA3D-DE81D1FEC85E}" destId="{21B2A724-4887-4621-8B6F-77D0D547577F}" srcOrd="0" destOrd="0" presId="urn:microsoft.com/office/officeart/2009/3/layout/PhasedProcess"/>
    <dgm:cxn modelId="{CAAB708C-4217-4EA4-8D0B-A72E6B74741C}" type="presOf" srcId="{CC770131-3DE4-46B5-B431-85C380BBB5D2}" destId="{FF4AFDBA-C965-4601-97F6-5CCF39A1B02B}" srcOrd="0" destOrd="0" presId="urn:microsoft.com/office/officeart/2009/3/layout/PhasedProcess"/>
    <dgm:cxn modelId="{2B0E812F-26C9-4483-B642-3CB032552F21}" srcId="{D963AEA1-A596-4F9A-86B5-3A10CAAC41EC}" destId="{F209CFEB-858C-4CD4-9DED-DB98FFED765E}" srcOrd="0" destOrd="0" parTransId="{6707938A-D74A-491C-8799-687C01947AF5}" sibTransId="{C8603061-FEAA-4FE7-8F5D-1C448E569402}"/>
    <dgm:cxn modelId="{1B16484D-252F-40A2-899C-79846ADDD188}" type="presOf" srcId="{D963AEA1-A596-4F9A-86B5-3A10CAAC41EC}" destId="{AFE8FD83-1C40-4BE6-90ED-00FEDC6307F4}" srcOrd="0" destOrd="0" presId="urn:microsoft.com/office/officeart/2009/3/layout/PhasedProcess"/>
    <dgm:cxn modelId="{F069D5E8-6D97-4894-83C0-A46A040751DC}" srcId="{581AAF46-9746-40B8-B381-224498DBFB9C}" destId="{CC770131-3DE4-46B5-B431-85C380BBB5D2}" srcOrd="0" destOrd="0" parTransId="{263D4770-9F1D-40E4-B6BD-A7944DF374FD}" sibTransId="{9670A1DC-EA50-4B36-8C2A-196C8BDEE21F}"/>
    <dgm:cxn modelId="{CA352909-C899-4064-8FBD-5772F24B37D2}" type="presOf" srcId="{F209CFEB-858C-4CD4-9DED-DB98FFED765E}" destId="{72FE3CAC-6127-4D8E-AAF4-389C99C99E19}" srcOrd="0" destOrd="0" presId="urn:microsoft.com/office/officeart/2009/3/layout/PhasedProcess"/>
    <dgm:cxn modelId="{5203390D-4028-4A74-9F5D-E883B25007DA}" srcId="{06653387-3E1A-4519-8182-C95E9B132F7D}" destId="{D963AEA1-A596-4F9A-86B5-3A10CAAC41EC}" srcOrd="2" destOrd="0" parTransId="{EB161DB7-42F0-4EFF-AAD5-8ACF0B50B257}" sibTransId="{EBC35822-B1CC-4F7F-A53F-13ABFDC2844F}"/>
    <dgm:cxn modelId="{E9D5ED60-A63B-4C67-8EC1-A33BBB9BE9C8}" type="presOf" srcId="{24B5C9D9-CF75-4047-9BA8-7E77E9A529C7}" destId="{C74709F1-3B0E-46BF-BA19-A5AB6460FDB6}" srcOrd="0" destOrd="0" presId="urn:microsoft.com/office/officeart/2009/3/layout/PhasedProcess"/>
    <dgm:cxn modelId="{A84FF3F9-6B40-4A28-8B9D-62557D6B54F5}" type="presParOf" srcId="{7F32001C-09C1-4C6D-80C9-00B3777B8AEA}" destId="{8959B878-4388-4A9A-989E-725D7B79EE02}" srcOrd="0" destOrd="0" presId="urn:microsoft.com/office/officeart/2009/3/layout/PhasedProcess"/>
    <dgm:cxn modelId="{06DD2A28-EF53-4196-B592-B71B1597F247}" type="presParOf" srcId="{7F32001C-09C1-4C6D-80C9-00B3777B8AEA}" destId="{516798C1-E95C-4E99-A190-FC29780B938E}" srcOrd="1" destOrd="0" presId="urn:microsoft.com/office/officeart/2009/3/layout/PhasedProcess"/>
    <dgm:cxn modelId="{441EFBCD-15CE-43C8-BE19-11C57B6E1022}" type="presParOf" srcId="{7F32001C-09C1-4C6D-80C9-00B3777B8AEA}" destId="{C74709F1-3B0E-46BF-BA19-A5AB6460FDB6}" srcOrd="2" destOrd="0" presId="urn:microsoft.com/office/officeart/2009/3/layout/PhasedProcess"/>
    <dgm:cxn modelId="{F5E5EE08-91C7-408B-8A65-329DB71AA0F5}" type="presParOf" srcId="{7F32001C-09C1-4C6D-80C9-00B3777B8AEA}" destId="{07BF6709-F752-4349-95BA-1D531871DBEE}" srcOrd="3" destOrd="0" presId="urn:microsoft.com/office/officeart/2009/3/layout/PhasedProcess"/>
    <dgm:cxn modelId="{BFCA94D6-F9EA-48D6-A6AD-4B1F1A059455}" type="presParOf" srcId="{7F32001C-09C1-4C6D-80C9-00B3777B8AEA}" destId="{7A292BCD-57F5-471E-AF57-EC9E9A9EDEEA}" srcOrd="4" destOrd="0" presId="urn:microsoft.com/office/officeart/2009/3/layout/PhasedProcess"/>
    <dgm:cxn modelId="{C2570B7A-41CD-4A05-A9AF-30779E80B152}" type="presParOf" srcId="{7F32001C-09C1-4C6D-80C9-00B3777B8AEA}" destId="{AFE8FD83-1C40-4BE6-90ED-00FEDC6307F4}" srcOrd="5" destOrd="0" presId="urn:microsoft.com/office/officeart/2009/3/layout/PhasedProcess"/>
    <dgm:cxn modelId="{EC7F8C90-F7B6-4518-815C-BE743E4104C7}" type="presParOf" srcId="{7F32001C-09C1-4C6D-80C9-00B3777B8AEA}" destId="{F652A47E-E176-4246-9BB8-933A667D8730}" srcOrd="6" destOrd="0" presId="urn:microsoft.com/office/officeart/2009/3/layout/PhasedProcess"/>
    <dgm:cxn modelId="{710CA682-7225-48B7-82EC-600639133D12}" type="presParOf" srcId="{F652A47E-E176-4246-9BB8-933A667D8730}" destId="{21B2A724-4887-4621-8B6F-77D0D547577F}" srcOrd="0" destOrd="0" presId="urn:microsoft.com/office/officeart/2009/3/layout/PhasedProcess"/>
    <dgm:cxn modelId="{2A364D13-30D0-42C1-B259-1F025F673D82}" type="presParOf" srcId="{F652A47E-E176-4246-9BB8-933A667D8730}" destId="{6899BAE2-7137-4D43-A973-0231C5F0971B}" srcOrd="1" destOrd="0" presId="urn:microsoft.com/office/officeart/2009/3/layout/PhasedProcess"/>
    <dgm:cxn modelId="{19ACE4E2-3A45-4A4C-92D7-C80E4A3D582E}" type="presParOf" srcId="{7F32001C-09C1-4C6D-80C9-00B3777B8AEA}" destId="{8F1A680F-7AF2-405B-87FE-3A77C7BCABAB}" srcOrd="7" destOrd="0" presId="urn:microsoft.com/office/officeart/2009/3/layout/PhasedProcess"/>
    <dgm:cxn modelId="{8BAB8145-806D-40B9-B856-3E2D10B9F8BC}" type="presParOf" srcId="{8F1A680F-7AF2-405B-87FE-3A77C7BCABAB}" destId="{FF4AFDBA-C965-4601-97F6-5CCF39A1B02B}" srcOrd="0" destOrd="0" presId="urn:microsoft.com/office/officeart/2009/3/layout/PhasedProcess"/>
    <dgm:cxn modelId="{00FD1724-695B-426F-BA5C-8BEDCA634A30}" type="presParOf" srcId="{8F1A680F-7AF2-405B-87FE-3A77C7BCABAB}" destId="{487C5A8E-6853-4646-B0E1-36A5D9422098}" srcOrd="1" destOrd="0" presId="urn:microsoft.com/office/officeart/2009/3/layout/PhasedProcess"/>
    <dgm:cxn modelId="{1519BD53-3946-44A2-B642-6F8BAB6FBF68}" type="presParOf" srcId="{8F1A680F-7AF2-405B-87FE-3A77C7BCABAB}" destId="{E57A6257-6688-4832-BF6B-5EA84819D3A0}" srcOrd="2" destOrd="0" presId="urn:microsoft.com/office/officeart/2009/3/layout/PhasedProcess"/>
    <dgm:cxn modelId="{EF0ABD91-0F36-4989-9A27-006D8569206D}" type="presParOf" srcId="{7F32001C-09C1-4C6D-80C9-00B3777B8AEA}" destId="{72FE3CAC-6127-4D8E-AAF4-389C99C99E19}" srcOrd="8" destOrd="0" presId="urn:microsoft.com/office/officeart/2009/3/layout/PhasedProcess"/>
    <dgm:cxn modelId="{94CD487F-7527-4E9C-AF76-D7EC9825C241}" type="presParOf" srcId="{7F32001C-09C1-4C6D-80C9-00B3777B8AEA}" destId="{22B49E7B-0747-42ED-B0BA-F71FAD2495D4}" srcOrd="9" destOrd="0" presId="urn:microsoft.com/office/officeart/2009/3/layout/Phased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C3A485E-0CB6-41C2-8DF8-02CAC388C262}" type="doc">
      <dgm:prSet loTypeId="urn:microsoft.com/office/officeart/2005/8/layout/hProcess10" loCatId="process" qsTypeId="urn:microsoft.com/office/officeart/2005/8/quickstyle/simple5" qsCatId="simple" csTypeId="urn:microsoft.com/office/officeart/2005/8/colors/colorful4" csCatId="colorful" phldr="1"/>
      <dgm:spPr/>
    </dgm:pt>
    <dgm:pt modelId="{E2A73231-1C70-4BC3-9A1F-D4EBA982725E}">
      <dgm:prSet phldrT="[Text]"/>
      <dgm:spPr/>
      <dgm:t>
        <a:bodyPr/>
        <a:lstStyle/>
        <a:p>
          <a:r>
            <a:rPr lang="en-US" dirty="0" smtClean="0"/>
            <a:t>Entity</a:t>
          </a:r>
        </a:p>
        <a:p>
          <a:r>
            <a:rPr lang="en-US" dirty="0" smtClean="0"/>
            <a:t>[Rectangle]</a:t>
          </a:r>
          <a:endParaRPr lang="en-US" dirty="0"/>
        </a:p>
      </dgm:t>
    </dgm:pt>
    <dgm:pt modelId="{4C524CDE-F867-484F-ADA5-9B50AA3470C1}" type="parTrans" cxnId="{57E6CD89-E791-48B2-82E5-9027C0E51D56}">
      <dgm:prSet/>
      <dgm:spPr/>
      <dgm:t>
        <a:bodyPr/>
        <a:lstStyle/>
        <a:p>
          <a:endParaRPr lang="en-US"/>
        </a:p>
      </dgm:t>
    </dgm:pt>
    <dgm:pt modelId="{1E54F1F6-BFE2-4DE8-9FB5-F6F7AAE334BE}" type="sibTrans" cxnId="{57E6CD89-E791-48B2-82E5-9027C0E51D56}">
      <dgm:prSet/>
      <dgm:spPr/>
      <dgm:t>
        <a:bodyPr/>
        <a:lstStyle/>
        <a:p>
          <a:endParaRPr lang="en-US"/>
        </a:p>
      </dgm:t>
    </dgm:pt>
    <dgm:pt modelId="{4839B26D-C616-4BA4-B370-9F194881118B}">
      <dgm:prSet phldrT="[Text]"/>
      <dgm:spPr/>
      <dgm:t>
        <a:bodyPr/>
        <a:lstStyle/>
        <a:p>
          <a:r>
            <a:rPr lang="en-US" dirty="0" smtClean="0"/>
            <a:t>Attribute</a:t>
          </a:r>
        </a:p>
        <a:p>
          <a:r>
            <a:rPr lang="en-US" dirty="0" smtClean="0"/>
            <a:t>[Oval]</a:t>
          </a:r>
          <a:endParaRPr lang="en-US" dirty="0"/>
        </a:p>
      </dgm:t>
    </dgm:pt>
    <dgm:pt modelId="{6B65FDC8-44E5-4550-A6FD-A55ED681D300}" type="parTrans" cxnId="{A9616074-3981-4B7F-ABD9-F0387FF2CCE3}">
      <dgm:prSet/>
      <dgm:spPr/>
      <dgm:t>
        <a:bodyPr/>
        <a:lstStyle/>
        <a:p>
          <a:endParaRPr lang="en-US"/>
        </a:p>
      </dgm:t>
    </dgm:pt>
    <dgm:pt modelId="{D92C35FD-03FC-4947-AF43-122215B32B85}" type="sibTrans" cxnId="{A9616074-3981-4B7F-ABD9-F0387FF2CCE3}">
      <dgm:prSet/>
      <dgm:spPr/>
      <dgm:t>
        <a:bodyPr/>
        <a:lstStyle/>
        <a:p>
          <a:endParaRPr lang="en-US"/>
        </a:p>
      </dgm:t>
    </dgm:pt>
    <dgm:pt modelId="{D5F3CAD9-85CF-43F8-A4DA-F2070D9E5106}">
      <dgm:prSet phldrT="[Text]"/>
      <dgm:spPr/>
      <dgm:t>
        <a:bodyPr/>
        <a:lstStyle/>
        <a:p>
          <a:r>
            <a:rPr lang="en-US" dirty="0" smtClean="0"/>
            <a:t>Relationship</a:t>
          </a:r>
        </a:p>
        <a:p>
          <a:r>
            <a:rPr lang="en-US" dirty="0" smtClean="0"/>
            <a:t>[Diamond]</a:t>
          </a:r>
          <a:endParaRPr lang="en-US" dirty="0"/>
        </a:p>
      </dgm:t>
    </dgm:pt>
    <dgm:pt modelId="{253E5C03-CA61-40F2-AFD9-8F234855A84B}" type="parTrans" cxnId="{91C4CF91-835E-401A-AD13-1D0EB485710C}">
      <dgm:prSet/>
      <dgm:spPr/>
      <dgm:t>
        <a:bodyPr/>
        <a:lstStyle/>
        <a:p>
          <a:endParaRPr lang="en-US"/>
        </a:p>
      </dgm:t>
    </dgm:pt>
    <dgm:pt modelId="{99989D09-187C-4418-B35B-A9CD0D188057}" type="sibTrans" cxnId="{91C4CF91-835E-401A-AD13-1D0EB485710C}">
      <dgm:prSet/>
      <dgm:spPr/>
      <dgm:t>
        <a:bodyPr/>
        <a:lstStyle/>
        <a:p>
          <a:endParaRPr lang="en-US"/>
        </a:p>
      </dgm:t>
    </dgm:pt>
    <dgm:pt modelId="{5E9BA84E-B8A8-4C28-AC46-332872C10042}" type="pres">
      <dgm:prSet presAssocID="{7C3A485E-0CB6-41C2-8DF8-02CAC388C262}" presName="Name0" presStyleCnt="0">
        <dgm:presLayoutVars>
          <dgm:dir/>
          <dgm:resizeHandles val="exact"/>
        </dgm:presLayoutVars>
      </dgm:prSet>
      <dgm:spPr/>
    </dgm:pt>
    <dgm:pt modelId="{0D0E9B18-ABA4-4082-B376-77DC09082196}" type="pres">
      <dgm:prSet presAssocID="{E2A73231-1C70-4BC3-9A1F-D4EBA982725E}" presName="composite" presStyleCnt="0"/>
      <dgm:spPr/>
    </dgm:pt>
    <dgm:pt modelId="{27EB00C8-75FF-4587-8DFE-C283995928FB}" type="pres">
      <dgm:prSet presAssocID="{E2A73231-1C70-4BC3-9A1F-D4EBA982725E}" presName="imagSh" presStyleLbl="bgImgPlace1" presStyleIdx="0" presStyleCnt="3" custLinFactNeighborX="-212" custLinFactNeighborY="-37633"/>
      <dgm:spPr>
        <a:blipFill rotWithShape="1">
          <a:blip xmlns:r="http://schemas.openxmlformats.org/officeDocument/2006/relationships" r:embed="rId1"/>
          <a:stretch>
            <a:fillRect/>
          </a:stretch>
        </a:blipFill>
      </dgm:spPr>
    </dgm:pt>
    <dgm:pt modelId="{6DEA6B21-9214-4CF8-852C-77B3461949D5}" type="pres">
      <dgm:prSet presAssocID="{E2A73231-1C70-4BC3-9A1F-D4EBA982725E}" presName="txNode" presStyleLbl="node1" presStyleIdx="0" presStyleCnt="3" custLinFactNeighborX="-16491" custLinFactNeighborY="40421">
        <dgm:presLayoutVars>
          <dgm:bulletEnabled val="1"/>
        </dgm:presLayoutVars>
      </dgm:prSet>
      <dgm:spPr/>
      <dgm:t>
        <a:bodyPr/>
        <a:lstStyle/>
        <a:p>
          <a:endParaRPr lang="en-US"/>
        </a:p>
      </dgm:t>
    </dgm:pt>
    <dgm:pt modelId="{C2B75814-C698-471C-AA8E-4FA6F09834D4}" type="pres">
      <dgm:prSet presAssocID="{1E54F1F6-BFE2-4DE8-9FB5-F6F7AAE334BE}" presName="sibTrans" presStyleLbl="sibTrans2D1" presStyleIdx="0" presStyleCnt="2"/>
      <dgm:spPr/>
      <dgm:t>
        <a:bodyPr/>
        <a:lstStyle/>
        <a:p>
          <a:endParaRPr lang="en-US"/>
        </a:p>
      </dgm:t>
    </dgm:pt>
    <dgm:pt modelId="{AFF568FF-BBDF-4138-8CC6-87C3D6C174D7}" type="pres">
      <dgm:prSet presAssocID="{1E54F1F6-BFE2-4DE8-9FB5-F6F7AAE334BE}" presName="connTx" presStyleLbl="sibTrans2D1" presStyleIdx="0" presStyleCnt="2"/>
      <dgm:spPr/>
      <dgm:t>
        <a:bodyPr/>
        <a:lstStyle/>
        <a:p>
          <a:endParaRPr lang="en-US"/>
        </a:p>
      </dgm:t>
    </dgm:pt>
    <dgm:pt modelId="{10BE22E6-A6E2-4E0D-8FC3-5FCF3A7EBFBA}" type="pres">
      <dgm:prSet presAssocID="{4839B26D-C616-4BA4-B370-9F194881118B}" presName="composite" presStyleCnt="0"/>
      <dgm:spPr/>
    </dgm:pt>
    <dgm:pt modelId="{AAE28EB5-78A3-46C5-B4D6-324F03AABB1C}" type="pres">
      <dgm:prSet presAssocID="{4839B26D-C616-4BA4-B370-9F194881118B}" presName="imagSh" presStyleLbl="bgImgPlace1" presStyleIdx="1" presStyleCnt="3" custLinFactNeighborY="-25089"/>
      <dgm:spPr>
        <a:blipFill rotWithShape="1">
          <a:blip xmlns:r="http://schemas.openxmlformats.org/officeDocument/2006/relationships" r:embed="rId2"/>
          <a:stretch>
            <a:fillRect/>
          </a:stretch>
        </a:blipFill>
      </dgm:spPr>
    </dgm:pt>
    <dgm:pt modelId="{7D55010A-C494-44EF-94CD-9D0E3B837EAA}" type="pres">
      <dgm:prSet presAssocID="{4839B26D-C616-4BA4-B370-9F194881118B}" presName="txNode" presStyleLbl="node1" presStyleIdx="1" presStyleCnt="3" custLinFactNeighborX="-14635" custLinFactNeighborY="27877">
        <dgm:presLayoutVars>
          <dgm:bulletEnabled val="1"/>
        </dgm:presLayoutVars>
      </dgm:prSet>
      <dgm:spPr/>
      <dgm:t>
        <a:bodyPr/>
        <a:lstStyle/>
        <a:p>
          <a:endParaRPr lang="en-US"/>
        </a:p>
      </dgm:t>
    </dgm:pt>
    <dgm:pt modelId="{B3175854-89CC-40E6-AF74-F852A40C8B45}" type="pres">
      <dgm:prSet presAssocID="{D92C35FD-03FC-4947-AF43-122215B32B85}" presName="sibTrans" presStyleLbl="sibTrans2D1" presStyleIdx="1" presStyleCnt="2"/>
      <dgm:spPr/>
      <dgm:t>
        <a:bodyPr/>
        <a:lstStyle/>
        <a:p>
          <a:endParaRPr lang="en-US"/>
        </a:p>
      </dgm:t>
    </dgm:pt>
    <dgm:pt modelId="{5971C6A1-E600-4F3E-A90E-57FBFB64A3EE}" type="pres">
      <dgm:prSet presAssocID="{D92C35FD-03FC-4947-AF43-122215B32B85}" presName="connTx" presStyleLbl="sibTrans2D1" presStyleIdx="1" presStyleCnt="2"/>
      <dgm:spPr/>
      <dgm:t>
        <a:bodyPr/>
        <a:lstStyle/>
        <a:p>
          <a:endParaRPr lang="en-US"/>
        </a:p>
      </dgm:t>
    </dgm:pt>
    <dgm:pt modelId="{128F715A-93D3-4DAB-8557-2E411FFE1BE3}" type="pres">
      <dgm:prSet presAssocID="{D5F3CAD9-85CF-43F8-A4DA-F2070D9E5106}" presName="composite" presStyleCnt="0"/>
      <dgm:spPr/>
    </dgm:pt>
    <dgm:pt modelId="{79059B2A-3FDE-445D-ACA1-3367A7EF3A71}" type="pres">
      <dgm:prSet presAssocID="{D5F3CAD9-85CF-43F8-A4DA-F2070D9E5106}" presName="imagSh" presStyleLbl="bgImgPlace1" presStyleIdx="2" presStyleCnt="3" custLinFactNeighborY="-21604"/>
      <dgm:spPr>
        <a:blipFill rotWithShape="1">
          <a:blip xmlns:r="http://schemas.openxmlformats.org/officeDocument/2006/relationships" r:embed="rId3"/>
          <a:stretch>
            <a:fillRect/>
          </a:stretch>
        </a:blipFill>
      </dgm:spPr>
    </dgm:pt>
    <dgm:pt modelId="{9952380F-AD39-4580-869D-7806C435BD15}" type="pres">
      <dgm:prSet presAssocID="{D5F3CAD9-85CF-43F8-A4DA-F2070D9E5106}" presName="txNode" presStyleLbl="node1" presStyleIdx="2" presStyleCnt="3" custLinFactNeighborX="-16726" custLinFactNeighborY="33291">
        <dgm:presLayoutVars>
          <dgm:bulletEnabled val="1"/>
        </dgm:presLayoutVars>
      </dgm:prSet>
      <dgm:spPr/>
      <dgm:t>
        <a:bodyPr/>
        <a:lstStyle/>
        <a:p>
          <a:endParaRPr lang="en-US"/>
        </a:p>
      </dgm:t>
    </dgm:pt>
  </dgm:ptLst>
  <dgm:cxnLst>
    <dgm:cxn modelId="{91C4CF91-835E-401A-AD13-1D0EB485710C}" srcId="{7C3A485E-0CB6-41C2-8DF8-02CAC388C262}" destId="{D5F3CAD9-85CF-43F8-A4DA-F2070D9E5106}" srcOrd="2" destOrd="0" parTransId="{253E5C03-CA61-40F2-AFD9-8F234855A84B}" sibTransId="{99989D09-187C-4418-B35B-A9CD0D188057}"/>
    <dgm:cxn modelId="{C2B4F5D4-726F-4D26-941B-1EEFC227C60B}" type="presOf" srcId="{D92C35FD-03FC-4947-AF43-122215B32B85}" destId="{B3175854-89CC-40E6-AF74-F852A40C8B45}" srcOrd="0" destOrd="0" presId="urn:microsoft.com/office/officeart/2005/8/layout/hProcess10"/>
    <dgm:cxn modelId="{4CDCCFF7-0780-49CB-ABA6-832D312DD480}" type="presOf" srcId="{7C3A485E-0CB6-41C2-8DF8-02CAC388C262}" destId="{5E9BA84E-B8A8-4C28-AC46-332872C10042}" srcOrd="0" destOrd="0" presId="urn:microsoft.com/office/officeart/2005/8/layout/hProcess10"/>
    <dgm:cxn modelId="{D1B0A095-7D89-4757-BB21-0ECC867E79A1}" type="presOf" srcId="{D92C35FD-03FC-4947-AF43-122215B32B85}" destId="{5971C6A1-E600-4F3E-A90E-57FBFB64A3EE}" srcOrd="1" destOrd="0" presId="urn:microsoft.com/office/officeart/2005/8/layout/hProcess10"/>
    <dgm:cxn modelId="{D23898C1-5211-4C08-96E9-0C8A268AEEE2}" type="presOf" srcId="{1E54F1F6-BFE2-4DE8-9FB5-F6F7AAE334BE}" destId="{C2B75814-C698-471C-AA8E-4FA6F09834D4}" srcOrd="0" destOrd="0" presId="urn:microsoft.com/office/officeart/2005/8/layout/hProcess10"/>
    <dgm:cxn modelId="{BFFAA7F1-C84C-4628-9309-A3E094F0E3E8}" type="presOf" srcId="{D5F3CAD9-85CF-43F8-A4DA-F2070D9E5106}" destId="{9952380F-AD39-4580-869D-7806C435BD15}" srcOrd="0" destOrd="0" presId="urn:microsoft.com/office/officeart/2005/8/layout/hProcess10"/>
    <dgm:cxn modelId="{953D492D-F5EB-437E-8D71-A5FF857CC29A}" type="presOf" srcId="{4839B26D-C616-4BA4-B370-9F194881118B}" destId="{7D55010A-C494-44EF-94CD-9D0E3B837EAA}" srcOrd="0" destOrd="0" presId="urn:microsoft.com/office/officeart/2005/8/layout/hProcess10"/>
    <dgm:cxn modelId="{23A87703-1969-4C05-90BE-2DE97A34ACC5}" type="presOf" srcId="{E2A73231-1C70-4BC3-9A1F-D4EBA982725E}" destId="{6DEA6B21-9214-4CF8-852C-77B3461949D5}" srcOrd="0" destOrd="0" presId="urn:microsoft.com/office/officeart/2005/8/layout/hProcess10"/>
    <dgm:cxn modelId="{5B00F457-5A8A-4880-94E9-92C27CCE5B21}" type="presOf" srcId="{1E54F1F6-BFE2-4DE8-9FB5-F6F7AAE334BE}" destId="{AFF568FF-BBDF-4138-8CC6-87C3D6C174D7}" srcOrd="1" destOrd="0" presId="urn:microsoft.com/office/officeart/2005/8/layout/hProcess10"/>
    <dgm:cxn modelId="{A9616074-3981-4B7F-ABD9-F0387FF2CCE3}" srcId="{7C3A485E-0CB6-41C2-8DF8-02CAC388C262}" destId="{4839B26D-C616-4BA4-B370-9F194881118B}" srcOrd="1" destOrd="0" parTransId="{6B65FDC8-44E5-4550-A6FD-A55ED681D300}" sibTransId="{D92C35FD-03FC-4947-AF43-122215B32B85}"/>
    <dgm:cxn modelId="{57E6CD89-E791-48B2-82E5-9027C0E51D56}" srcId="{7C3A485E-0CB6-41C2-8DF8-02CAC388C262}" destId="{E2A73231-1C70-4BC3-9A1F-D4EBA982725E}" srcOrd="0" destOrd="0" parTransId="{4C524CDE-F867-484F-ADA5-9B50AA3470C1}" sibTransId="{1E54F1F6-BFE2-4DE8-9FB5-F6F7AAE334BE}"/>
    <dgm:cxn modelId="{18D624AA-4A5B-458F-AEC1-CD8B4432E11C}" type="presParOf" srcId="{5E9BA84E-B8A8-4C28-AC46-332872C10042}" destId="{0D0E9B18-ABA4-4082-B376-77DC09082196}" srcOrd="0" destOrd="0" presId="urn:microsoft.com/office/officeart/2005/8/layout/hProcess10"/>
    <dgm:cxn modelId="{28CF0E77-2EBB-4F57-B399-A35993FEEEE1}" type="presParOf" srcId="{0D0E9B18-ABA4-4082-B376-77DC09082196}" destId="{27EB00C8-75FF-4587-8DFE-C283995928FB}" srcOrd="0" destOrd="0" presId="urn:microsoft.com/office/officeart/2005/8/layout/hProcess10"/>
    <dgm:cxn modelId="{0375A8DD-E0D1-4BA0-A512-AEEC62EEEC33}" type="presParOf" srcId="{0D0E9B18-ABA4-4082-B376-77DC09082196}" destId="{6DEA6B21-9214-4CF8-852C-77B3461949D5}" srcOrd="1" destOrd="0" presId="urn:microsoft.com/office/officeart/2005/8/layout/hProcess10"/>
    <dgm:cxn modelId="{6DC6E13A-E10F-4931-8616-5DE32C98F06F}" type="presParOf" srcId="{5E9BA84E-B8A8-4C28-AC46-332872C10042}" destId="{C2B75814-C698-471C-AA8E-4FA6F09834D4}" srcOrd="1" destOrd="0" presId="urn:microsoft.com/office/officeart/2005/8/layout/hProcess10"/>
    <dgm:cxn modelId="{A2548DF8-BF4B-47AB-A1E8-DFEA7A865DAE}" type="presParOf" srcId="{C2B75814-C698-471C-AA8E-4FA6F09834D4}" destId="{AFF568FF-BBDF-4138-8CC6-87C3D6C174D7}" srcOrd="0" destOrd="0" presId="urn:microsoft.com/office/officeart/2005/8/layout/hProcess10"/>
    <dgm:cxn modelId="{1D5483F9-0D95-41DF-A3CF-12310A58A863}" type="presParOf" srcId="{5E9BA84E-B8A8-4C28-AC46-332872C10042}" destId="{10BE22E6-A6E2-4E0D-8FC3-5FCF3A7EBFBA}" srcOrd="2" destOrd="0" presId="urn:microsoft.com/office/officeart/2005/8/layout/hProcess10"/>
    <dgm:cxn modelId="{FCEC1452-DD94-43FB-8B75-480E5E376443}" type="presParOf" srcId="{10BE22E6-A6E2-4E0D-8FC3-5FCF3A7EBFBA}" destId="{AAE28EB5-78A3-46C5-B4D6-324F03AABB1C}" srcOrd="0" destOrd="0" presId="urn:microsoft.com/office/officeart/2005/8/layout/hProcess10"/>
    <dgm:cxn modelId="{056366CA-3F22-4F3D-A963-FFCCE2BDE710}" type="presParOf" srcId="{10BE22E6-A6E2-4E0D-8FC3-5FCF3A7EBFBA}" destId="{7D55010A-C494-44EF-94CD-9D0E3B837EAA}" srcOrd="1" destOrd="0" presId="urn:microsoft.com/office/officeart/2005/8/layout/hProcess10"/>
    <dgm:cxn modelId="{5FC4726F-EA1D-4467-B1AF-9A34E017678D}" type="presParOf" srcId="{5E9BA84E-B8A8-4C28-AC46-332872C10042}" destId="{B3175854-89CC-40E6-AF74-F852A40C8B45}" srcOrd="3" destOrd="0" presId="urn:microsoft.com/office/officeart/2005/8/layout/hProcess10"/>
    <dgm:cxn modelId="{7B9F395E-D981-4B65-B698-B9D6805D38BE}" type="presParOf" srcId="{B3175854-89CC-40E6-AF74-F852A40C8B45}" destId="{5971C6A1-E600-4F3E-A90E-57FBFB64A3EE}" srcOrd="0" destOrd="0" presId="urn:microsoft.com/office/officeart/2005/8/layout/hProcess10"/>
    <dgm:cxn modelId="{153C259B-F457-4BD5-8330-433BE272B11E}" type="presParOf" srcId="{5E9BA84E-B8A8-4C28-AC46-332872C10042}" destId="{128F715A-93D3-4DAB-8557-2E411FFE1BE3}" srcOrd="4" destOrd="0" presId="urn:microsoft.com/office/officeart/2005/8/layout/hProcess10"/>
    <dgm:cxn modelId="{E744C4CA-3F5A-4E4C-A1BB-1A3BC75A822B}" type="presParOf" srcId="{128F715A-93D3-4DAB-8557-2E411FFE1BE3}" destId="{79059B2A-3FDE-445D-ACA1-3367A7EF3A71}" srcOrd="0" destOrd="0" presId="urn:microsoft.com/office/officeart/2005/8/layout/hProcess10"/>
    <dgm:cxn modelId="{0924134B-1720-49BF-BDF2-3533C2013C60}" type="presParOf" srcId="{128F715A-93D3-4DAB-8557-2E411FFE1BE3}" destId="{9952380F-AD39-4580-869D-7806C435BD15}" srcOrd="1" destOrd="0" presId="urn:microsoft.com/office/officeart/2005/8/layout/hProcess10"/>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C96E685-CF2E-4CCD-B511-432E80C23B94}" type="doc">
      <dgm:prSet loTypeId="urn:microsoft.com/office/officeart/2005/8/layout/vList6" loCatId="process" qsTypeId="urn:microsoft.com/office/officeart/2005/8/quickstyle/simple1" qsCatId="simple" csTypeId="urn:microsoft.com/office/officeart/2005/8/colors/colorful4" csCatId="colorful" phldr="1"/>
      <dgm:spPr/>
      <dgm:t>
        <a:bodyPr/>
        <a:lstStyle/>
        <a:p>
          <a:endParaRPr lang="en-US"/>
        </a:p>
      </dgm:t>
    </dgm:pt>
    <dgm:pt modelId="{B3D3778A-BEFC-4FD9-B1C3-BAED13222F92}">
      <dgm:prSet phldrT="[Text]"/>
      <dgm:spPr/>
      <dgm:t>
        <a:bodyPr/>
        <a:lstStyle/>
        <a:p>
          <a:r>
            <a:rPr lang="en-US" dirty="0" smtClean="0"/>
            <a:t>Entity</a:t>
          </a:r>
          <a:endParaRPr lang="en-US" dirty="0"/>
        </a:p>
      </dgm:t>
    </dgm:pt>
    <dgm:pt modelId="{23A83C79-4937-4684-A999-20184ACA3CE2}" type="parTrans" cxnId="{9A11AC6D-54D0-46D5-ACA2-AAB449E5BE3F}">
      <dgm:prSet/>
      <dgm:spPr/>
      <dgm:t>
        <a:bodyPr/>
        <a:lstStyle/>
        <a:p>
          <a:endParaRPr lang="en-US"/>
        </a:p>
      </dgm:t>
    </dgm:pt>
    <dgm:pt modelId="{7BF2846C-C9DA-49A2-9BED-377938D470F9}" type="sibTrans" cxnId="{9A11AC6D-54D0-46D5-ACA2-AAB449E5BE3F}">
      <dgm:prSet/>
      <dgm:spPr/>
      <dgm:t>
        <a:bodyPr/>
        <a:lstStyle/>
        <a:p>
          <a:endParaRPr lang="en-US"/>
        </a:p>
      </dgm:t>
    </dgm:pt>
    <dgm:pt modelId="{BEC841BC-6E2A-47E7-A5FD-AA2874C435F6}">
      <dgm:prSet phldrT="[Text]"/>
      <dgm:spPr/>
      <dgm:t>
        <a:bodyPr/>
        <a:lstStyle/>
        <a:p>
          <a:r>
            <a:rPr lang="en-US" b="0" i="0" dirty="0" smtClean="0"/>
            <a:t>An entity can be a person, place, event, or object that is relevant to a given system</a:t>
          </a:r>
          <a:endParaRPr lang="en-US" dirty="0"/>
        </a:p>
      </dgm:t>
    </dgm:pt>
    <dgm:pt modelId="{6E948A2D-1D96-4926-84C5-6CC51ECD5DD0}" type="parTrans" cxnId="{AD250A35-59E2-4CAD-BC69-A82BB9345D2E}">
      <dgm:prSet/>
      <dgm:spPr/>
      <dgm:t>
        <a:bodyPr/>
        <a:lstStyle/>
        <a:p>
          <a:endParaRPr lang="en-US"/>
        </a:p>
      </dgm:t>
    </dgm:pt>
    <dgm:pt modelId="{1A96F7DD-AB24-4731-9475-2DC962D4B826}" type="sibTrans" cxnId="{AD250A35-59E2-4CAD-BC69-A82BB9345D2E}">
      <dgm:prSet/>
      <dgm:spPr/>
      <dgm:t>
        <a:bodyPr/>
        <a:lstStyle/>
        <a:p>
          <a:endParaRPr lang="en-US"/>
        </a:p>
      </dgm:t>
    </dgm:pt>
    <dgm:pt modelId="{FCF522B4-A6C6-443C-954A-19117DAEF3FD}">
      <dgm:prSet phldrT="[Text]"/>
      <dgm:spPr/>
      <dgm:t>
        <a:bodyPr/>
        <a:lstStyle/>
        <a:p>
          <a:r>
            <a:rPr lang="en-US" dirty="0" smtClean="0"/>
            <a:t>Weak Entity</a:t>
          </a:r>
          <a:endParaRPr lang="en-US" dirty="0"/>
        </a:p>
      </dgm:t>
    </dgm:pt>
    <dgm:pt modelId="{CB463073-3168-4700-A3F7-A7C1C07C8AFC}" type="parTrans" cxnId="{530CCB2A-69E9-4008-A23F-4F3AF43E47EC}">
      <dgm:prSet/>
      <dgm:spPr/>
      <dgm:t>
        <a:bodyPr/>
        <a:lstStyle/>
        <a:p>
          <a:endParaRPr lang="en-US"/>
        </a:p>
      </dgm:t>
    </dgm:pt>
    <dgm:pt modelId="{083DC77B-4021-41A7-8EAC-D5A532CD6C95}" type="sibTrans" cxnId="{530CCB2A-69E9-4008-A23F-4F3AF43E47EC}">
      <dgm:prSet/>
      <dgm:spPr/>
      <dgm:t>
        <a:bodyPr/>
        <a:lstStyle/>
        <a:p>
          <a:endParaRPr lang="en-US"/>
        </a:p>
      </dgm:t>
    </dgm:pt>
    <dgm:pt modelId="{490EB739-80DD-4087-B0B1-B95273C661AD}">
      <dgm:prSet phldrT="[Text]"/>
      <dgm:spPr/>
      <dgm:t>
        <a:bodyPr/>
        <a:lstStyle/>
        <a:p>
          <a:r>
            <a:rPr lang="en-US" b="0" i="0" dirty="0" smtClean="0"/>
            <a:t>A weak entity is an entity that depends on the existence of another entity. In more technical terms it can defined as an entity that cannot be identified by its own attributes</a:t>
          </a:r>
          <a:endParaRPr lang="en-US" dirty="0"/>
        </a:p>
      </dgm:t>
    </dgm:pt>
    <dgm:pt modelId="{ABC2F3E3-A130-441D-B013-2D98E68174F7}" type="parTrans" cxnId="{FEC4CDCD-E4E2-44F9-B678-2889F8EC551A}">
      <dgm:prSet/>
      <dgm:spPr/>
      <dgm:t>
        <a:bodyPr/>
        <a:lstStyle/>
        <a:p>
          <a:endParaRPr lang="en-US"/>
        </a:p>
      </dgm:t>
    </dgm:pt>
    <dgm:pt modelId="{F22CBABB-94FB-40BC-AB70-62C25FE7F9E9}" type="sibTrans" cxnId="{FEC4CDCD-E4E2-44F9-B678-2889F8EC551A}">
      <dgm:prSet/>
      <dgm:spPr/>
      <dgm:t>
        <a:bodyPr/>
        <a:lstStyle/>
        <a:p>
          <a:endParaRPr lang="en-US"/>
        </a:p>
      </dgm:t>
    </dgm:pt>
    <dgm:pt modelId="{A8069BC9-0520-4B49-B459-6E61866BBB09}">
      <dgm:prSet phldrT="[Text]"/>
      <dgm:spPr/>
      <dgm:t>
        <a:bodyPr/>
        <a:lstStyle/>
        <a:p>
          <a:r>
            <a:rPr lang="en-US" b="0" i="0" dirty="0" smtClean="0"/>
            <a:t>The order item will be meaningless without an order so it depends on the existence of order</a:t>
          </a:r>
          <a:endParaRPr lang="en-US" dirty="0"/>
        </a:p>
      </dgm:t>
    </dgm:pt>
    <dgm:pt modelId="{AFD6069A-5470-40C4-BC91-EFA56207F916}" type="parTrans" cxnId="{6FEC7A9E-960B-4C71-9CAD-D0663E2932B4}">
      <dgm:prSet/>
      <dgm:spPr/>
      <dgm:t>
        <a:bodyPr/>
        <a:lstStyle/>
        <a:p>
          <a:endParaRPr lang="en-US"/>
        </a:p>
      </dgm:t>
    </dgm:pt>
    <dgm:pt modelId="{5A7E9FC8-5FA9-4470-83D2-34F3ACF620AB}" type="sibTrans" cxnId="{6FEC7A9E-960B-4C71-9CAD-D0663E2932B4}">
      <dgm:prSet/>
      <dgm:spPr/>
      <dgm:t>
        <a:bodyPr/>
        <a:lstStyle/>
        <a:p>
          <a:endParaRPr lang="en-US"/>
        </a:p>
      </dgm:t>
    </dgm:pt>
    <dgm:pt modelId="{57954CFF-EBF9-4760-8C90-4D25CEA54074}">
      <dgm:prSet phldrT="[Text]"/>
      <dgm:spPr/>
      <dgm:t>
        <a:bodyPr/>
        <a:lstStyle/>
        <a:p>
          <a:r>
            <a:rPr lang="en-US" b="0" i="0" dirty="0" smtClean="0"/>
            <a:t>For example, a school system may include students, teachers, major courses, subjects, fees, and other items</a:t>
          </a:r>
          <a:endParaRPr lang="en-US" dirty="0"/>
        </a:p>
      </dgm:t>
    </dgm:pt>
    <dgm:pt modelId="{2703320F-53BC-462E-91BC-FE4A330B5909}" type="parTrans" cxnId="{399B03DE-C74C-4929-A84B-BA71288AD740}">
      <dgm:prSet/>
      <dgm:spPr/>
      <dgm:t>
        <a:bodyPr/>
        <a:lstStyle/>
        <a:p>
          <a:endParaRPr lang="en-US"/>
        </a:p>
      </dgm:t>
    </dgm:pt>
    <dgm:pt modelId="{6E1A648A-3477-4A88-981F-76E2C8C5691B}" type="sibTrans" cxnId="{399B03DE-C74C-4929-A84B-BA71288AD740}">
      <dgm:prSet/>
      <dgm:spPr/>
      <dgm:t>
        <a:bodyPr/>
        <a:lstStyle/>
        <a:p>
          <a:endParaRPr lang="en-US"/>
        </a:p>
      </dgm:t>
    </dgm:pt>
    <dgm:pt modelId="{0C5794BD-A392-460F-8C80-B6F60DC90071}">
      <dgm:prSet phldrT="[Text]"/>
      <dgm:spPr/>
      <dgm:t>
        <a:bodyPr/>
        <a:lstStyle/>
        <a:p>
          <a:r>
            <a:rPr lang="en-US" b="0" i="0" dirty="0" smtClean="0"/>
            <a:t>Entities are represented in ER diagrams by a rectangle and named using singular nouns</a:t>
          </a:r>
          <a:endParaRPr lang="en-US" dirty="0"/>
        </a:p>
      </dgm:t>
    </dgm:pt>
    <dgm:pt modelId="{A31179BB-231E-405A-B37C-520FA0C98942}" type="parTrans" cxnId="{0BBD1E42-48F8-41AB-8131-DCDFFB10F929}">
      <dgm:prSet/>
      <dgm:spPr/>
      <dgm:t>
        <a:bodyPr/>
        <a:lstStyle/>
        <a:p>
          <a:endParaRPr lang="en-US"/>
        </a:p>
      </dgm:t>
    </dgm:pt>
    <dgm:pt modelId="{F8D9E50F-A926-45BA-BD3E-F529CEFA3256}" type="sibTrans" cxnId="{0BBD1E42-48F8-41AB-8131-DCDFFB10F929}">
      <dgm:prSet/>
      <dgm:spPr/>
      <dgm:t>
        <a:bodyPr/>
        <a:lstStyle/>
        <a:p>
          <a:endParaRPr lang="en-US"/>
        </a:p>
      </dgm:t>
    </dgm:pt>
    <dgm:pt modelId="{DAAE28FB-7F22-4BAC-B1BF-46DE4393DEEE}" type="pres">
      <dgm:prSet presAssocID="{6C96E685-CF2E-4CCD-B511-432E80C23B94}" presName="Name0" presStyleCnt="0">
        <dgm:presLayoutVars>
          <dgm:dir/>
          <dgm:animLvl val="lvl"/>
          <dgm:resizeHandles/>
        </dgm:presLayoutVars>
      </dgm:prSet>
      <dgm:spPr/>
      <dgm:t>
        <a:bodyPr/>
        <a:lstStyle/>
        <a:p>
          <a:endParaRPr lang="en-US"/>
        </a:p>
      </dgm:t>
    </dgm:pt>
    <dgm:pt modelId="{B682DE8A-68F8-453D-B55D-C000E10948F9}" type="pres">
      <dgm:prSet presAssocID="{B3D3778A-BEFC-4FD9-B1C3-BAED13222F92}" presName="linNode" presStyleCnt="0"/>
      <dgm:spPr/>
      <dgm:t>
        <a:bodyPr/>
        <a:lstStyle/>
        <a:p>
          <a:endParaRPr lang="en-US"/>
        </a:p>
      </dgm:t>
    </dgm:pt>
    <dgm:pt modelId="{23138547-F0D8-4CED-AB67-389136514AD6}" type="pres">
      <dgm:prSet presAssocID="{B3D3778A-BEFC-4FD9-B1C3-BAED13222F92}" presName="parentShp" presStyleLbl="node1" presStyleIdx="0" presStyleCnt="2">
        <dgm:presLayoutVars>
          <dgm:bulletEnabled val="1"/>
        </dgm:presLayoutVars>
      </dgm:prSet>
      <dgm:spPr/>
      <dgm:t>
        <a:bodyPr/>
        <a:lstStyle/>
        <a:p>
          <a:endParaRPr lang="en-US"/>
        </a:p>
      </dgm:t>
    </dgm:pt>
    <dgm:pt modelId="{461D7A9D-37E9-416A-9A2C-0CDBC5BAD80E}" type="pres">
      <dgm:prSet presAssocID="{B3D3778A-BEFC-4FD9-B1C3-BAED13222F92}" presName="childShp" presStyleLbl="bgAccFollowNode1" presStyleIdx="0" presStyleCnt="2" custLinFactNeighborX="22183" custLinFactNeighborY="-296">
        <dgm:presLayoutVars>
          <dgm:bulletEnabled val="1"/>
        </dgm:presLayoutVars>
      </dgm:prSet>
      <dgm:spPr/>
      <dgm:t>
        <a:bodyPr/>
        <a:lstStyle/>
        <a:p>
          <a:endParaRPr lang="en-US"/>
        </a:p>
      </dgm:t>
    </dgm:pt>
    <dgm:pt modelId="{90B3ED4D-08E7-424D-A798-2CF77D13E452}" type="pres">
      <dgm:prSet presAssocID="{7BF2846C-C9DA-49A2-9BED-377938D470F9}" presName="spacing" presStyleCnt="0"/>
      <dgm:spPr/>
      <dgm:t>
        <a:bodyPr/>
        <a:lstStyle/>
        <a:p>
          <a:endParaRPr lang="en-US"/>
        </a:p>
      </dgm:t>
    </dgm:pt>
    <dgm:pt modelId="{DC914685-44C9-4ADB-A507-6C47AFD6458B}" type="pres">
      <dgm:prSet presAssocID="{FCF522B4-A6C6-443C-954A-19117DAEF3FD}" presName="linNode" presStyleCnt="0"/>
      <dgm:spPr/>
      <dgm:t>
        <a:bodyPr/>
        <a:lstStyle/>
        <a:p>
          <a:endParaRPr lang="en-US"/>
        </a:p>
      </dgm:t>
    </dgm:pt>
    <dgm:pt modelId="{CC3E1DCA-DF23-40FA-94F0-0B4860165DF5}" type="pres">
      <dgm:prSet presAssocID="{FCF522B4-A6C6-443C-954A-19117DAEF3FD}" presName="parentShp" presStyleLbl="node1" presStyleIdx="1" presStyleCnt="2">
        <dgm:presLayoutVars>
          <dgm:bulletEnabled val="1"/>
        </dgm:presLayoutVars>
      </dgm:prSet>
      <dgm:spPr/>
      <dgm:t>
        <a:bodyPr/>
        <a:lstStyle/>
        <a:p>
          <a:endParaRPr lang="en-US"/>
        </a:p>
      </dgm:t>
    </dgm:pt>
    <dgm:pt modelId="{3CA74625-B19E-477C-814F-F52BA403FDDC}" type="pres">
      <dgm:prSet presAssocID="{FCF522B4-A6C6-443C-954A-19117DAEF3FD}" presName="childShp" presStyleLbl="bgAccFollowNode1" presStyleIdx="1" presStyleCnt="2">
        <dgm:presLayoutVars>
          <dgm:bulletEnabled val="1"/>
        </dgm:presLayoutVars>
      </dgm:prSet>
      <dgm:spPr/>
      <dgm:t>
        <a:bodyPr/>
        <a:lstStyle/>
        <a:p>
          <a:endParaRPr lang="en-US"/>
        </a:p>
      </dgm:t>
    </dgm:pt>
  </dgm:ptLst>
  <dgm:cxnLst>
    <dgm:cxn modelId="{92489FFB-BC3C-4CA8-93D6-F8870BA1CD85}" type="presOf" srcId="{BEC841BC-6E2A-47E7-A5FD-AA2874C435F6}" destId="{461D7A9D-37E9-416A-9A2C-0CDBC5BAD80E}" srcOrd="0" destOrd="0" presId="urn:microsoft.com/office/officeart/2005/8/layout/vList6"/>
    <dgm:cxn modelId="{530CCB2A-69E9-4008-A23F-4F3AF43E47EC}" srcId="{6C96E685-CF2E-4CCD-B511-432E80C23B94}" destId="{FCF522B4-A6C6-443C-954A-19117DAEF3FD}" srcOrd="1" destOrd="0" parTransId="{CB463073-3168-4700-A3F7-A7C1C07C8AFC}" sibTransId="{083DC77B-4021-41A7-8EAC-D5A532CD6C95}"/>
    <dgm:cxn modelId="{399B03DE-C74C-4929-A84B-BA71288AD740}" srcId="{B3D3778A-BEFC-4FD9-B1C3-BAED13222F92}" destId="{57954CFF-EBF9-4760-8C90-4D25CEA54074}" srcOrd="1" destOrd="0" parTransId="{2703320F-53BC-462E-91BC-FE4A330B5909}" sibTransId="{6E1A648A-3477-4A88-981F-76E2C8C5691B}"/>
    <dgm:cxn modelId="{34E9FF9C-E33B-46D1-99D2-40374FDB551E}" type="presOf" srcId="{57954CFF-EBF9-4760-8C90-4D25CEA54074}" destId="{461D7A9D-37E9-416A-9A2C-0CDBC5BAD80E}" srcOrd="0" destOrd="1" presId="urn:microsoft.com/office/officeart/2005/8/layout/vList6"/>
    <dgm:cxn modelId="{AD250A35-59E2-4CAD-BC69-A82BB9345D2E}" srcId="{B3D3778A-BEFC-4FD9-B1C3-BAED13222F92}" destId="{BEC841BC-6E2A-47E7-A5FD-AA2874C435F6}" srcOrd="0" destOrd="0" parTransId="{6E948A2D-1D96-4926-84C5-6CC51ECD5DD0}" sibTransId="{1A96F7DD-AB24-4731-9475-2DC962D4B826}"/>
    <dgm:cxn modelId="{6FEC7A9E-960B-4C71-9CAD-D0663E2932B4}" srcId="{FCF522B4-A6C6-443C-954A-19117DAEF3FD}" destId="{A8069BC9-0520-4B49-B459-6E61866BBB09}" srcOrd="1" destOrd="0" parTransId="{AFD6069A-5470-40C4-BC91-EFA56207F916}" sibTransId="{5A7E9FC8-5FA9-4470-83D2-34F3ACF620AB}"/>
    <dgm:cxn modelId="{5155BAD7-A553-4735-83F9-76092CD8A230}" type="presOf" srcId="{FCF522B4-A6C6-443C-954A-19117DAEF3FD}" destId="{CC3E1DCA-DF23-40FA-94F0-0B4860165DF5}" srcOrd="0" destOrd="0" presId="urn:microsoft.com/office/officeart/2005/8/layout/vList6"/>
    <dgm:cxn modelId="{0EC8E94E-AB20-4C6D-932D-3249C90DEC49}" type="presOf" srcId="{0C5794BD-A392-460F-8C80-B6F60DC90071}" destId="{461D7A9D-37E9-416A-9A2C-0CDBC5BAD80E}" srcOrd="0" destOrd="2" presId="urn:microsoft.com/office/officeart/2005/8/layout/vList6"/>
    <dgm:cxn modelId="{0BBD1E42-48F8-41AB-8131-DCDFFB10F929}" srcId="{B3D3778A-BEFC-4FD9-B1C3-BAED13222F92}" destId="{0C5794BD-A392-460F-8C80-B6F60DC90071}" srcOrd="2" destOrd="0" parTransId="{A31179BB-231E-405A-B37C-520FA0C98942}" sibTransId="{F8D9E50F-A926-45BA-BD3E-F529CEFA3256}"/>
    <dgm:cxn modelId="{4ADAAB25-5EE3-46C7-99F2-F1AC0B3098BF}" type="presOf" srcId="{6C96E685-CF2E-4CCD-B511-432E80C23B94}" destId="{DAAE28FB-7F22-4BAC-B1BF-46DE4393DEEE}" srcOrd="0" destOrd="0" presId="urn:microsoft.com/office/officeart/2005/8/layout/vList6"/>
    <dgm:cxn modelId="{CBC17B86-0D5C-4253-97E2-132C8F853C6D}" type="presOf" srcId="{490EB739-80DD-4087-B0B1-B95273C661AD}" destId="{3CA74625-B19E-477C-814F-F52BA403FDDC}" srcOrd="0" destOrd="0" presId="urn:microsoft.com/office/officeart/2005/8/layout/vList6"/>
    <dgm:cxn modelId="{FEC4CDCD-E4E2-44F9-B678-2889F8EC551A}" srcId="{FCF522B4-A6C6-443C-954A-19117DAEF3FD}" destId="{490EB739-80DD-4087-B0B1-B95273C661AD}" srcOrd="0" destOrd="0" parTransId="{ABC2F3E3-A130-441D-B013-2D98E68174F7}" sibTransId="{F22CBABB-94FB-40BC-AB70-62C25FE7F9E9}"/>
    <dgm:cxn modelId="{63945ABE-CA33-45FA-B9CE-A5B083888228}" type="presOf" srcId="{A8069BC9-0520-4B49-B459-6E61866BBB09}" destId="{3CA74625-B19E-477C-814F-F52BA403FDDC}" srcOrd="0" destOrd="1" presId="urn:microsoft.com/office/officeart/2005/8/layout/vList6"/>
    <dgm:cxn modelId="{991A8C5C-7CCA-480B-A2A0-81F1A81FDDD5}" type="presOf" srcId="{B3D3778A-BEFC-4FD9-B1C3-BAED13222F92}" destId="{23138547-F0D8-4CED-AB67-389136514AD6}" srcOrd="0" destOrd="0" presId="urn:microsoft.com/office/officeart/2005/8/layout/vList6"/>
    <dgm:cxn modelId="{9A11AC6D-54D0-46D5-ACA2-AAB449E5BE3F}" srcId="{6C96E685-CF2E-4CCD-B511-432E80C23B94}" destId="{B3D3778A-BEFC-4FD9-B1C3-BAED13222F92}" srcOrd="0" destOrd="0" parTransId="{23A83C79-4937-4684-A999-20184ACA3CE2}" sibTransId="{7BF2846C-C9DA-49A2-9BED-377938D470F9}"/>
    <dgm:cxn modelId="{022F3602-9653-4C85-952D-DB5CF0955427}" type="presParOf" srcId="{DAAE28FB-7F22-4BAC-B1BF-46DE4393DEEE}" destId="{B682DE8A-68F8-453D-B55D-C000E10948F9}" srcOrd="0" destOrd="0" presId="urn:microsoft.com/office/officeart/2005/8/layout/vList6"/>
    <dgm:cxn modelId="{751BFD94-5E03-4D17-8968-ADFF7FF6888C}" type="presParOf" srcId="{B682DE8A-68F8-453D-B55D-C000E10948F9}" destId="{23138547-F0D8-4CED-AB67-389136514AD6}" srcOrd="0" destOrd="0" presId="urn:microsoft.com/office/officeart/2005/8/layout/vList6"/>
    <dgm:cxn modelId="{1037C9F1-E605-44A4-A041-BEAC13DB5172}" type="presParOf" srcId="{B682DE8A-68F8-453D-B55D-C000E10948F9}" destId="{461D7A9D-37E9-416A-9A2C-0CDBC5BAD80E}" srcOrd="1" destOrd="0" presId="urn:microsoft.com/office/officeart/2005/8/layout/vList6"/>
    <dgm:cxn modelId="{B560FC32-DF76-4616-9E48-3D669B8DF88B}" type="presParOf" srcId="{DAAE28FB-7F22-4BAC-B1BF-46DE4393DEEE}" destId="{90B3ED4D-08E7-424D-A798-2CF77D13E452}" srcOrd="1" destOrd="0" presId="urn:microsoft.com/office/officeart/2005/8/layout/vList6"/>
    <dgm:cxn modelId="{46DF28A6-AFEE-4994-8DF7-A9D92A832806}" type="presParOf" srcId="{DAAE28FB-7F22-4BAC-B1BF-46DE4393DEEE}" destId="{DC914685-44C9-4ADB-A507-6C47AFD6458B}" srcOrd="2" destOrd="0" presId="urn:microsoft.com/office/officeart/2005/8/layout/vList6"/>
    <dgm:cxn modelId="{26457ED1-8884-4A2A-A4E2-257C7894B411}" type="presParOf" srcId="{DC914685-44C9-4ADB-A507-6C47AFD6458B}" destId="{CC3E1DCA-DF23-40FA-94F0-0B4860165DF5}" srcOrd="0" destOrd="0" presId="urn:microsoft.com/office/officeart/2005/8/layout/vList6"/>
    <dgm:cxn modelId="{6D731733-A2AB-4E20-8E03-ECB0DE5B57D0}" type="presParOf" srcId="{DC914685-44C9-4ADB-A507-6C47AFD6458B}" destId="{3CA74625-B19E-477C-814F-F52BA403FDDC}" srcOrd="1" destOrd="0" presId="urn:microsoft.com/office/officeart/2005/8/layout/v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6911A4-1566-41C4-9FAD-9730ACDE4A71}">
      <dsp:nvSpPr>
        <dsp:cNvPr id="0" name=""/>
        <dsp:cNvSpPr/>
      </dsp:nvSpPr>
      <dsp:spPr>
        <a:xfrm rot="16200000">
          <a:off x="270702" y="-266755"/>
          <a:ext cx="3263504" cy="3797014"/>
        </a:xfrm>
        <a:prstGeom prst="flowChartManualOperation">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0" tIns="0" rIns="229363" bIns="0" numCol="1" spcCol="1270" anchor="t" anchorCtr="0">
          <a:noAutofit/>
        </a:bodyPr>
        <a:lstStyle/>
        <a:p>
          <a:pPr lvl="0" algn="l" defTabSz="1600200">
            <a:lnSpc>
              <a:spcPct val="90000"/>
            </a:lnSpc>
            <a:spcBef>
              <a:spcPct val="0"/>
            </a:spcBef>
            <a:spcAft>
              <a:spcPct val="35000"/>
            </a:spcAft>
          </a:pPr>
          <a:r>
            <a:rPr lang="en-US" sz="3600" kern="1200" dirty="0" smtClean="0"/>
            <a:t>Relational Model</a:t>
          </a:r>
          <a:endParaRPr lang="en-US" sz="3600" kern="1200" dirty="0"/>
        </a:p>
        <a:p>
          <a:pPr marL="285750" lvl="1" indent="-285750" algn="l" defTabSz="1244600">
            <a:lnSpc>
              <a:spcPct val="90000"/>
            </a:lnSpc>
            <a:spcBef>
              <a:spcPct val="0"/>
            </a:spcBef>
            <a:spcAft>
              <a:spcPct val="15000"/>
            </a:spcAft>
            <a:buChar char="••"/>
          </a:pPr>
          <a:r>
            <a:rPr lang="en-US" sz="2800" kern="1200" dirty="0" smtClean="0"/>
            <a:t>Top Down Approach</a:t>
          </a:r>
          <a:endParaRPr lang="en-US" sz="2800" kern="1200" dirty="0"/>
        </a:p>
        <a:p>
          <a:pPr marL="285750" lvl="1" indent="-285750" algn="l" defTabSz="1244600">
            <a:lnSpc>
              <a:spcPct val="90000"/>
            </a:lnSpc>
            <a:spcBef>
              <a:spcPct val="0"/>
            </a:spcBef>
            <a:spcAft>
              <a:spcPct val="15000"/>
            </a:spcAft>
            <a:buChar char="••"/>
          </a:pPr>
          <a:r>
            <a:rPr lang="en-US" sz="2800" kern="1200" dirty="0" smtClean="0"/>
            <a:t>Entity - Attributes</a:t>
          </a:r>
          <a:endParaRPr lang="en-US" sz="2800" kern="1200" dirty="0"/>
        </a:p>
      </dsp:txBody>
      <dsp:txXfrm rot="5400000">
        <a:off x="3947" y="652701"/>
        <a:ext cx="3797014" cy="1958102"/>
      </dsp:txXfrm>
    </dsp:sp>
    <dsp:sp modelId="{5711AADA-A804-48A2-BFD4-BF322325B398}">
      <dsp:nvSpPr>
        <dsp:cNvPr id="0" name=""/>
        <dsp:cNvSpPr/>
      </dsp:nvSpPr>
      <dsp:spPr>
        <a:xfrm rot="16200000">
          <a:off x="4352493" y="-266755"/>
          <a:ext cx="3263504" cy="3797014"/>
        </a:xfrm>
        <a:prstGeom prst="flowChartManualOperation">
          <a:avLst/>
        </a:prstGeom>
        <a:solidFill>
          <a:schemeClr val="accent4">
            <a:hueOff val="10395692"/>
            <a:satOff val="-47968"/>
            <a:lumOff val="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0" tIns="0" rIns="229363" bIns="0" numCol="1" spcCol="1270" anchor="t" anchorCtr="0">
          <a:noAutofit/>
        </a:bodyPr>
        <a:lstStyle/>
        <a:p>
          <a:pPr lvl="0" algn="l" defTabSz="1600200">
            <a:lnSpc>
              <a:spcPct val="90000"/>
            </a:lnSpc>
            <a:spcBef>
              <a:spcPct val="0"/>
            </a:spcBef>
            <a:spcAft>
              <a:spcPct val="35000"/>
            </a:spcAft>
          </a:pPr>
          <a:r>
            <a:rPr lang="en-US" sz="3600" kern="1200" dirty="0" smtClean="0"/>
            <a:t>Normalization</a:t>
          </a:r>
          <a:endParaRPr lang="en-US" sz="3600" kern="1200" dirty="0"/>
        </a:p>
        <a:p>
          <a:pPr marL="285750" lvl="1" indent="-285750" algn="l" defTabSz="1244600">
            <a:lnSpc>
              <a:spcPct val="90000"/>
            </a:lnSpc>
            <a:spcBef>
              <a:spcPct val="0"/>
            </a:spcBef>
            <a:spcAft>
              <a:spcPct val="15000"/>
            </a:spcAft>
            <a:buChar char="••"/>
          </a:pPr>
          <a:r>
            <a:rPr lang="en-US" sz="2800" kern="1200" dirty="0" smtClean="0"/>
            <a:t>Bottom Up Approach</a:t>
          </a:r>
          <a:endParaRPr lang="en-US" sz="2800" kern="1200" dirty="0"/>
        </a:p>
        <a:p>
          <a:pPr marL="285750" lvl="1" indent="-285750" algn="l" defTabSz="1244600">
            <a:lnSpc>
              <a:spcPct val="90000"/>
            </a:lnSpc>
            <a:spcBef>
              <a:spcPct val="0"/>
            </a:spcBef>
            <a:spcAft>
              <a:spcPct val="15000"/>
            </a:spcAft>
            <a:buChar char="••"/>
          </a:pPr>
          <a:r>
            <a:rPr lang="en-US" sz="2800" kern="1200" dirty="0" smtClean="0"/>
            <a:t>Attributes - Entity</a:t>
          </a:r>
          <a:endParaRPr lang="en-US" sz="2800" kern="1200" dirty="0"/>
        </a:p>
      </dsp:txBody>
      <dsp:txXfrm rot="5400000">
        <a:off x="4085738" y="652701"/>
        <a:ext cx="3797014" cy="19581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D7B1A0-C35A-44DB-A61F-E683DA366F0C}">
      <dsp:nvSpPr>
        <dsp:cNvPr id="0" name=""/>
        <dsp:cNvSpPr/>
      </dsp:nvSpPr>
      <dsp:spPr>
        <a:xfrm>
          <a:off x="1586113" y="0"/>
          <a:ext cx="1057408" cy="808632"/>
        </a:xfrm>
        <a:prstGeom prst="trapezoid">
          <a:avLst>
            <a:gd name="adj" fmla="val 65383"/>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2000250">
            <a:lnSpc>
              <a:spcPct val="90000"/>
            </a:lnSpc>
            <a:spcBef>
              <a:spcPct val="0"/>
            </a:spcBef>
            <a:spcAft>
              <a:spcPct val="35000"/>
            </a:spcAft>
          </a:pPr>
          <a:r>
            <a:rPr lang="en-US" sz="4500" kern="1200" dirty="0" smtClean="0"/>
            <a:t>3NF</a:t>
          </a:r>
          <a:endParaRPr lang="en-US" sz="4500" kern="1200" dirty="0"/>
        </a:p>
      </dsp:txBody>
      <dsp:txXfrm>
        <a:off x="1586113" y="0"/>
        <a:ext cx="1057408" cy="808632"/>
      </dsp:txXfrm>
    </dsp:sp>
    <dsp:sp modelId="{780F455E-A8E9-4CF4-AAA9-A7D6751A7A91}">
      <dsp:nvSpPr>
        <dsp:cNvPr id="0" name=""/>
        <dsp:cNvSpPr/>
      </dsp:nvSpPr>
      <dsp:spPr>
        <a:xfrm>
          <a:off x="1057409" y="808632"/>
          <a:ext cx="2114817" cy="808632"/>
        </a:xfrm>
        <a:prstGeom prst="trapezoid">
          <a:avLst>
            <a:gd name="adj" fmla="val 65383"/>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2000250">
            <a:lnSpc>
              <a:spcPct val="90000"/>
            </a:lnSpc>
            <a:spcBef>
              <a:spcPct val="0"/>
            </a:spcBef>
            <a:spcAft>
              <a:spcPct val="35000"/>
            </a:spcAft>
          </a:pPr>
          <a:r>
            <a:rPr lang="en-US" sz="4500" kern="1200" dirty="0" smtClean="0"/>
            <a:t>2NF</a:t>
          </a:r>
          <a:endParaRPr lang="en-US" sz="4500" kern="1200" dirty="0"/>
        </a:p>
      </dsp:txBody>
      <dsp:txXfrm>
        <a:off x="1427502" y="808632"/>
        <a:ext cx="1374631" cy="808632"/>
      </dsp:txXfrm>
    </dsp:sp>
    <dsp:sp modelId="{FB7F81BA-5BFC-4DAC-8227-91DD5CBE7FC4}">
      <dsp:nvSpPr>
        <dsp:cNvPr id="0" name=""/>
        <dsp:cNvSpPr/>
      </dsp:nvSpPr>
      <dsp:spPr>
        <a:xfrm>
          <a:off x="528704" y="1617265"/>
          <a:ext cx="3172227" cy="808632"/>
        </a:xfrm>
        <a:prstGeom prst="trapezoid">
          <a:avLst>
            <a:gd name="adj" fmla="val 65383"/>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2000250">
            <a:lnSpc>
              <a:spcPct val="90000"/>
            </a:lnSpc>
            <a:spcBef>
              <a:spcPct val="0"/>
            </a:spcBef>
            <a:spcAft>
              <a:spcPct val="35000"/>
            </a:spcAft>
          </a:pPr>
          <a:r>
            <a:rPr lang="en-US" sz="4500" kern="1200" dirty="0" smtClean="0"/>
            <a:t>1NF</a:t>
          </a:r>
          <a:endParaRPr lang="en-US" sz="4500" kern="1200" dirty="0"/>
        </a:p>
      </dsp:txBody>
      <dsp:txXfrm>
        <a:off x="1083844" y="1617265"/>
        <a:ext cx="2061947" cy="808632"/>
      </dsp:txXfrm>
    </dsp:sp>
    <dsp:sp modelId="{E66DB00D-9BE3-45B1-8572-32414730CA01}">
      <dsp:nvSpPr>
        <dsp:cNvPr id="0" name=""/>
        <dsp:cNvSpPr/>
      </dsp:nvSpPr>
      <dsp:spPr>
        <a:xfrm>
          <a:off x="0" y="2425898"/>
          <a:ext cx="4229635" cy="808632"/>
        </a:xfrm>
        <a:prstGeom prst="trapezoid">
          <a:avLst>
            <a:gd name="adj" fmla="val 65383"/>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2000250">
            <a:lnSpc>
              <a:spcPct val="90000"/>
            </a:lnSpc>
            <a:spcBef>
              <a:spcPct val="0"/>
            </a:spcBef>
            <a:spcAft>
              <a:spcPct val="35000"/>
            </a:spcAft>
          </a:pPr>
          <a:r>
            <a:rPr lang="en-US" sz="4500" kern="1200" dirty="0" smtClean="0"/>
            <a:t>UNF</a:t>
          </a:r>
          <a:endParaRPr lang="en-US" sz="4500" kern="1200" dirty="0"/>
        </a:p>
      </dsp:txBody>
      <dsp:txXfrm>
        <a:off x="740186" y="2425898"/>
        <a:ext cx="2749263" cy="80863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8B8C53-491E-4603-90CB-6801818B6C2A}">
      <dsp:nvSpPr>
        <dsp:cNvPr id="0" name=""/>
        <dsp:cNvSpPr/>
      </dsp:nvSpPr>
      <dsp:spPr>
        <a:xfrm>
          <a:off x="317656" y="832193"/>
          <a:ext cx="1938815" cy="1599116"/>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3815" tIns="43815" rIns="43815" bIns="43815" numCol="1" spcCol="1270" anchor="t" anchorCtr="0">
          <a:noAutofit/>
        </a:bodyPr>
        <a:lstStyle/>
        <a:p>
          <a:pPr marL="228600" lvl="1" indent="-228600" algn="l" defTabSz="1022350">
            <a:lnSpc>
              <a:spcPct val="90000"/>
            </a:lnSpc>
            <a:spcBef>
              <a:spcPct val="0"/>
            </a:spcBef>
            <a:spcAft>
              <a:spcPct val="15000"/>
            </a:spcAft>
            <a:buChar char="••"/>
          </a:pPr>
          <a:r>
            <a:rPr lang="en-US" sz="2300" kern="1200" dirty="0" smtClean="0"/>
            <a:t>Remove Repeating Values</a:t>
          </a:r>
          <a:endParaRPr lang="en-US" sz="2300" kern="1200" dirty="0"/>
        </a:p>
      </dsp:txBody>
      <dsp:txXfrm>
        <a:off x="354456" y="868993"/>
        <a:ext cx="1865215" cy="1182849"/>
      </dsp:txXfrm>
    </dsp:sp>
    <dsp:sp modelId="{4629C983-48AD-449A-811B-4E870B968A09}">
      <dsp:nvSpPr>
        <dsp:cNvPr id="0" name=""/>
        <dsp:cNvSpPr/>
      </dsp:nvSpPr>
      <dsp:spPr>
        <a:xfrm>
          <a:off x="1385086" y="1133560"/>
          <a:ext cx="2255588" cy="2255588"/>
        </a:xfrm>
        <a:prstGeom prst="leftCircularArrow">
          <a:avLst>
            <a:gd name="adj1" fmla="val 3671"/>
            <a:gd name="adj2" fmla="val 457399"/>
            <a:gd name="adj3" fmla="val 2232910"/>
            <a:gd name="adj4" fmla="val 9024489"/>
            <a:gd name="adj5" fmla="val 4283"/>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4251F7D-FDEA-47DC-BC93-F9DE037543D7}">
      <dsp:nvSpPr>
        <dsp:cNvPr id="0" name=""/>
        <dsp:cNvSpPr/>
      </dsp:nvSpPr>
      <dsp:spPr>
        <a:xfrm>
          <a:off x="748504" y="2088642"/>
          <a:ext cx="1723391" cy="685335"/>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4295" tIns="49530" rIns="74295" bIns="49530" numCol="1" spcCol="1270" anchor="ctr" anchorCtr="0">
          <a:noAutofit/>
        </a:bodyPr>
        <a:lstStyle/>
        <a:p>
          <a:pPr lvl="0" algn="ctr" defTabSz="1733550">
            <a:lnSpc>
              <a:spcPct val="90000"/>
            </a:lnSpc>
            <a:spcBef>
              <a:spcPct val="0"/>
            </a:spcBef>
            <a:spcAft>
              <a:spcPct val="35000"/>
            </a:spcAft>
          </a:pPr>
          <a:r>
            <a:rPr lang="en-US" sz="3900" kern="1200" dirty="0" smtClean="0"/>
            <a:t>1NF</a:t>
          </a:r>
          <a:endParaRPr lang="en-US" sz="3900" kern="1200" dirty="0"/>
        </a:p>
      </dsp:txBody>
      <dsp:txXfrm>
        <a:off x="768577" y="2108715"/>
        <a:ext cx="1683245" cy="645189"/>
      </dsp:txXfrm>
    </dsp:sp>
    <dsp:sp modelId="{3C91DFF1-01AE-46B7-8D3E-67595C79635E}">
      <dsp:nvSpPr>
        <dsp:cNvPr id="0" name=""/>
        <dsp:cNvSpPr/>
      </dsp:nvSpPr>
      <dsp:spPr>
        <a:xfrm>
          <a:off x="2866230" y="832193"/>
          <a:ext cx="1938815" cy="1599116"/>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5197846"/>
              <a:satOff val="-23984"/>
              <a:lumOff val="88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3815" tIns="43815" rIns="43815" bIns="43815" numCol="1" spcCol="1270" anchor="t" anchorCtr="0">
          <a:noAutofit/>
        </a:bodyPr>
        <a:lstStyle/>
        <a:p>
          <a:pPr marL="228600" lvl="1" indent="-228600" algn="l" defTabSz="1022350">
            <a:lnSpc>
              <a:spcPct val="90000"/>
            </a:lnSpc>
            <a:spcBef>
              <a:spcPct val="0"/>
            </a:spcBef>
            <a:spcAft>
              <a:spcPct val="15000"/>
            </a:spcAft>
            <a:buChar char="••"/>
          </a:pPr>
          <a:r>
            <a:rPr lang="en-US" sz="2300" kern="1200" dirty="0" smtClean="0"/>
            <a:t>Remove Partial Dependency</a:t>
          </a:r>
          <a:endParaRPr lang="en-US" sz="2300" kern="1200" dirty="0"/>
        </a:p>
      </dsp:txBody>
      <dsp:txXfrm>
        <a:off x="2903030" y="1211661"/>
        <a:ext cx="1865215" cy="1182849"/>
      </dsp:txXfrm>
    </dsp:sp>
    <dsp:sp modelId="{3C1D0653-3389-483B-9FC5-18BB3B561194}">
      <dsp:nvSpPr>
        <dsp:cNvPr id="0" name=""/>
        <dsp:cNvSpPr/>
      </dsp:nvSpPr>
      <dsp:spPr>
        <a:xfrm>
          <a:off x="3917503" y="-188344"/>
          <a:ext cx="2503325" cy="2503325"/>
        </a:xfrm>
        <a:prstGeom prst="circularArrow">
          <a:avLst>
            <a:gd name="adj1" fmla="val 3308"/>
            <a:gd name="adj2" fmla="val 408578"/>
            <a:gd name="adj3" fmla="val 19415911"/>
            <a:gd name="adj4" fmla="val 12575511"/>
            <a:gd name="adj5" fmla="val 3859"/>
          </a:avLst>
        </a:prstGeom>
        <a:solidFill>
          <a:schemeClr val="accent4">
            <a:hueOff val="10395692"/>
            <a:satOff val="-47968"/>
            <a:lumOff val="1765"/>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A286FC4-80BD-4DC1-9DC3-7ED3A3D5B2D1}">
      <dsp:nvSpPr>
        <dsp:cNvPr id="0" name=""/>
        <dsp:cNvSpPr/>
      </dsp:nvSpPr>
      <dsp:spPr>
        <a:xfrm>
          <a:off x="3297078" y="489525"/>
          <a:ext cx="1723391" cy="685335"/>
        </a:xfrm>
        <a:prstGeom prst="roundRect">
          <a:avLst>
            <a:gd name="adj" fmla="val 10000"/>
          </a:avLst>
        </a:prstGeom>
        <a:solidFill>
          <a:schemeClr val="accent4">
            <a:hueOff val="5197846"/>
            <a:satOff val="-23984"/>
            <a:lumOff val="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4295" tIns="49530" rIns="74295" bIns="49530" numCol="1" spcCol="1270" anchor="ctr" anchorCtr="0">
          <a:noAutofit/>
        </a:bodyPr>
        <a:lstStyle/>
        <a:p>
          <a:pPr lvl="0" algn="ctr" defTabSz="1733550">
            <a:lnSpc>
              <a:spcPct val="90000"/>
            </a:lnSpc>
            <a:spcBef>
              <a:spcPct val="0"/>
            </a:spcBef>
            <a:spcAft>
              <a:spcPct val="35000"/>
            </a:spcAft>
          </a:pPr>
          <a:r>
            <a:rPr lang="en-US" sz="3900" kern="1200" dirty="0" smtClean="0"/>
            <a:t>2NF</a:t>
          </a:r>
          <a:endParaRPr lang="en-US" sz="3900" kern="1200" dirty="0"/>
        </a:p>
      </dsp:txBody>
      <dsp:txXfrm>
        <a:off x="3317151" y="509598"/>
        <a:ext cx="1683245" cy="645189"/>
      </dsp:txXfrm>
    </dsp:sp>
    <dsp:sp modelId="{70F0EE92-82C9-494F-BD0E-EA718827E8D4}">
      <dsp:nvSpPr>
        <dsp:cNvPr id="0" name=""/>
        <dsp:cNvSpPr/>
      </dsp:nvSpPr>
      <dsp:spPr>
        <a:xfrm>
          <a:off x="5414804" y="832193"/>
          <a:ext cx="1938815" cy="1599116"/>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10395692"/>
              <a:satOff val="-47968"/>
              <a:lumOff val="176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3815" tIns="43815" rIns="43815" bIns="43815" numCol="1" spcCol="1270" anchor="t" anchorCtr="0">
          <a:noAutofit/>
        </a:bodyPr>
        <a:lstStyle/>
        <a:p>
          <a:pPr marL="228600" lvl="1" indent="-228600" algn="l" defTabSz="1022350">
            <a:lnSpc>
              <a:spcPct val="90000"/>
            </a:lnSpc>
            <a:spcBef>
              <a:spcPct val="0"/>
            </a:spcBef>
            <a:spcAft>
              <a:spcPct val="15000"/>
            </a:spcAft>
            <a:buChar char="••"/>
          </a:pPr>
          <a:r>
            <a:rPr lang="en-US" sz="2300" kern="1200" dirty="0" smtClean="0"/>
            <a:t>Remove Transitive Dependency</a:t>
          </a:r>
          <a:endParaRPr lang="en-US" sz="2300" kern="1200" dirty="0"/>
        </a:p>
      </dsp:txBody>
      <dsp:txXfrm>
        <a:off x="5451604" y="868993"/>
        <a:ext cx="1865215" cy="1182849"/>
      </dsp:txXfrm>
    </dsp:sp>
    <dsp:sp modelId="{A0C340A4-8640-403F-8982-1F37C61C05CA}">
      <dsp:nvSpPr>
        <dsp:cNvPr id="0" name=""/>
        <dsp:cNvSpPr/>
      </dsp:nvSpPr>
      <dsp:spPr>
        <a:xfrm>
          <a:off x="5845652" y="2088642"/>
          <a:ext cx="1723391" cy="685335"/>
        </a:xfrm>
        <a:prstGeom prst="roundRect">
          <a:avLst>
            <a:gd name="adj" fmla="val 10000"/>
          </a:avLst>
        </a:prstGeom>
        <a:solidFill>
          <a:schemeClr val="accent4">
            <a:hueOff val="10395692"/>
            <a:satOff val="-47968"/>
            <a:lumOff val="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4295" tIns="49530" rIns="74295" bIns="49530" numCol="1" spcCol="1270" anchor="ctr" anchorCtr="0">
          <a:noAutofit/>
        </a:bodyPr>
        <a:lstStyle/>
        <a:p>
          <a:pPr lvl="0" algn="ctr" defTabSz="1733550">
            <a:lnSpc>
              <a:spcPct val="90000"/>
            </a:lnSpc>
            <a:spcBef>
              <a:spcPct val="0"/>
            </a:spcBef>
            <a:spcAft>
              <a:spcPct val="35000"/>
            </a:spcAft>
          </a:pPr>
          <a:r>
            <a:rPr lang="en-US" sz="3900" kern="1200" dirty="0" smtClean="0"/>
            <a:t>3NF</a:t>
          </a:r>
          <a:endParaRPr lang="en-US" sz="3900" kern="1200" dirty="0"/>
        </a:p>
      </dsp:txBody>
      <dsp:txXfrm>
        <a:off x="5865725" y="2108715"/>
        <a:ext cx="1683245" cy="64518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59B878-4388-4A9A-989E-725D7B79EE02}">
      <dsp:nvSpPr>
        <dsp:cNvPr id="0" name=""/>
        <dsp:cNvSpPr/>
      </dsp:nvSpPr>
      <dsp:spPr>
        <a:xfrm rot="5400000">
          <a:off x="200" y="238929"/>
          <a:ext cx="2606153" cy="2606554"/>
        </a:xfrm>
        <a:prstGeom prst="blockArc">
          <a:avLst>
            <a:gd name="adj1" fmla="val 13500000"/>
            <a:gd name="adj2" fmla="val 18900000"/>
            <a:gd name="adj3" fmla="val 496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516798C1-E95C-4E99-A190-FC29780B938E}">
      <dsp:nvSpPr>
        <dsp:cNvPr id="0" name=""/>
        <dsp:cNvSpPr/>
      </dsp:nvSpPr>
      <dsp:spPr>
        <a:xfrm rot="16200000">
          <a:off x="2682466" y="238929"/>
          <a:ext cx="2606153" cy="2606554"/>
        </a:xfrm>
        <a:prstGeom prst="blockArc">
          <a:avLst>
            <a:gd name="adj1" fmla="val 13500000"/>
            <a:gd name="adj2" fmla="val 18900000"/>
            <a:gd name="adj3" fmla="val 4960"/>
          </a:avLst>
        </a:prstGeom>
        <a:gradFill rotWithShape="0">
          <a:gsLst>
            <a:gs pos="0">
              <a:schemeClr val="accent4">
                <a:hueOff val="3465231"/>
                <a:satOff val="-15989"/>
                <a:lumOff val="588"/>
                <a:alphaOff val="0"/>
                <a:satMod val="103000"/>
                <a:lumMod val="102000"/>
                <a:tint val="94000"/>
              </a:schemeClr>
            </a:gs>
            <a:gs pos="50000">
              <a:schemeClr val="accent4">
                <a:hueOff val="3465231"/>
                <a:satOff val="-15989"/>
                <a:lumOff val="588"/>
                <a:alphaOff val="0"/>
                <a:satMod val="110000"/>
                <a:lumMod val="100000"/>
                <a:shade val="100000"/>
              </a:schemeClr>
            </a:gs>
            <a:gs pos="100000">
              <a:schemeClr val="accent4">
                <a:hueOff val="3465231"/>
                <a:satOff val="-15989"/>
                <a:lumOff val="58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C74709F1-3B0E-46BF-BA19-A5AB6460FDB6}">
      <dsp:nvSpPr>
        <dsp:cNvPr id="0" name=""/>
        <dsp:cNvSpPr/>
      </dsp:nvSpPr>
      <dsp:spPr>
        <a:xfrm>
          <a:off x="2990636" y="2502976"/>
          <a:ext cx="1978773" cy="5213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kern="1200" dirty="0" smtClean="0"/>
            <a:t>Step 2</a:t>
          </a:r>
          <a:endParaRPr lang="en-US" sz="2400" kern="1200" dirty="0"/>
        </a:p>
      </dsp:txBody>
      <dsp:txXfrm>
        <a:off x="2990636" y="2502976"/>
        <a:ext cx="1978773" cy="521397"/>
      </dsp:txXfrm>
    </dsp:sp>
    <dsp:sp modelId="{07BF6709-F752-4349-95BA-1D531871DBEE}">
      <dsp:nvSpPr>
        <dsp:cNvPr id="0" name=""/>
        <dsp:cNvSpPr/>
      </dsp:nvSpPr>
      <dsp:spPr>
        <a:xfrm rot="5400000">
          <a:off x="2598867" y="238929"/>
          <a:ext cx="2606153" cy="2606554"/>
        </a:xfrm>
        <a:prstGeom prst="blockArc">
          <a:avLst>
            <a:gd name="adj1" fmla="val 13500000"/>
            <a:gd name="adj2" fmla="val 18900000"/>
            <a:gd name="adj3" fmla="val 4960"/>
          </a:avLst>
        </a:prstGeom>
        <a:gradFill rotWithShape="0">
          <a:gsLst>
            <a:gs pos="0">
              <a:schemeClr val="accent4">
                <a:hueOff val="6930461"/>
                <a:satOff val="-31979"/>
                <a:lumOff val="1177"/>
                <a:alphaOff val="0"/>
                <a:satMod val="103000"/>
                <a:lumMod val="102000"/>
                <a:tint val="94000"/>
              </a:schemeClr>
            </a:gs>
            <a:gs pos="50000">
              <a:schemeClr val="accent4">
                <a:hueOff val="6930461"/>
                <a:satOff val="-31979"/>
                <a:lumOff val="1177"/>
                <a:alphaOff val="0"/>
                <a:satMod val="110000"/>
                <a:lumMod val="100000"/>
                <a:shade val="100000"/>
              </a:schemeClr>
            </a:gs>
            <a:gs pos="100000">
              <a:schemeClr val="accent4">
                <a:hueOff val="6930461"/>
                <a:satOff val="-31979"/>
                <a:lumOff val="1177"/>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7A292BCD-57F5-471E-AF57-EC9E9A9EDEEA}">
      <dsp:nvSpPr>
        <dsp:cNvPr id="0" name=""/>
        <dsp:cNvSpPr/>
      </dsp:nvSpPr>
      <dsp:spPr>
        <a:xfrm rot="16200000">
          <a:off x="5280345" y="238929"/>
          <a:ext cx="2606153" cy="2606554"/>
        </a:xfrm>
        <a:prstGeom prst="blockArc">
          <a:avLst>
            <a:gd name="adj1" fmla="val 13500000"/>
            <a:gd name="adj2" fmla="val 18900000"/>
            <a:gd name="adj3" fmla="val 4960"/>
          </a:avLst>
        </a:prstGeom>
        <a:gradFill rotWithShape="0">
          <a:gsLst>
            <a:gs pos="0">
              <a:schemeClr val="accent4">
                <a:hueOff val="10395692"/>
                <a:satOff val="-47968"/>
                <a:lumOff val="1765"/>
                <a:alphaOff val="0"/>
                <a:satMod val="103000"/>
                <a:lumMod val="102000"/>
                <a:tint val="94000"/>
              </a:schemeClr>
            </a:gs>
            <a:gs pos="50000">
              <a:schemeClr val="accent4">
                <a:hueOff val="10395692"/>
                <a:satOff val="-47968"/>
                <a:lumOff val="1765"/>
                <a:alphaOff val="0"/>
                <a:satMod val="110000"/>
                <a:lumMod val="100000"/>
                <a:shade val="100000"/>
              </a:schemeClr>
            </a:gs>
            <a:gs pos="100000">
              <a:schemeClr val="accent4">
                <a:hueOff val="10395692"/>
                <a:satOff val="-47968"/>
                <a:lumOff val="176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AFE8FD83-1C40-4BE6-90ED-00FEDC6307F4}">
      <dsp:nvSpPr>
        <dsp:cNvPr id="0" name=""/>
        <dsp:cNvSpPr/>
      </dsp:nvSpPr>
      <dsp:spPr>
        <a:xfrm>
          <a:off x="5398446" y="2502976"/>
          <a:ext cx="1978773" cy="5213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kern="1200" dirty="0" smtClean="0"/>
            <a:t>Step 3</a:t>
          </a:r>
          <a:endParaRPr lang="en-US" sz="2400" kern="1200" dirty="0"/>
        </a:p>
      </dsp:txBody>
      <dsp:txXfrm>
        <a:off x="5398446" y="2502976"/>
        <a:ext cx="1978773" cy="521397"/>
      </dsp:txXfrm>
    </dsp:sp>
    <dsp:sp modelId="{21B2A724-4887-4621-8B6F-77D0D547577F}">
      <dsp:nvSpPr>
        <dsp:cNvPr id="0" name=""/>
        <dsp:cNvSpPr/>
      </dsp:nvSpPr>
      <dsp:spPr>
        <a:xfrm>
          <a:off x="3039856" y="669449"/>
          <a:ext cx="1829070" cy="1829070"/>
        </a:xfrm>
        <a:prstGeom prst="ellipse">
          <a:avLst/>
        </a:prstGeom>
        <a:gradFill rotWithShape="0">
          <a:gsLst>
            <a:gs pos="0">
              <a:schemeClr val="accent4">
                <a:alpha val="50000"/>
                <a:hueOff val="0"/>
                <a:satOff val="0"/>
                <a:lumOff val="0"/>
                <a:alphaOff val="0"/>
                <a:satMod val="103000"/>
                <a:lumMod val="102000"/>
                <a:tint val="94000"/>
              </a:schemeClr>
            </a:gs>
            <a:gs pos="50000">
              <a:schemeClr val="accent4">
                <a:alpha val="50000"/>
                <a:hueOff val="0"/>
                <a:satOff val="0"/>
                <a:lumOff val="0"/>
                <a:alphaOff val="0"/>
                <a:satMod val="110000"/>
                <a:lumMod val="100000"/>
                <a:shade val="100000"/>
              </a:schemeClr>
            </a:gs>
            <a:gs pos="100000">
              <a:schemeClr val="accent4">
                <a:alpha val="5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tx1"/>
        </a:fontRef>
      </dsp:style>
      <dsp:txBody>
        <a:bodyPr spcFirstLastPara="0" vert="horz" wrap="square" lIns="0" tIns="0" rIns="0" bIns="0" numCol="1" spcCol="1270" anchor="ctr" anchorCtr="0">
          <a:noAutofit/>
        </a:bodyPr>
        <a:lstStyle/>
        <a:p>
          <a:pPr lvl="0" algn="ctr" defTabSz="933450">
            <a:lnSpc>
              <a:spcPct val="90000"/>
            </a:lnSpc>
            <a:spcBef>
              <a:spcPct val="0"/>
            </a:spcBef>
            <a:spcAft>
              <a:spcPct val="35000"/>
            </a:spcAft>
          </a:pPr>
          <a:r>
            <a:rPr lang="en-US" sz="2100" kern="1200" dirty="0" smtClean="0"/>
            <a:t>Identify Attributes and Keys</a:t>
          </a:r>
          <a:endParaRPr lang="en-US" sz="2100" kern="1200" dirty="0"/>
        </a:p>
      </dsp:txBody>
      <dsp:txXfrm>
        <a:off x="3405670" y="852356"/>
        <a:ext cx="1097442" cy="1463256"/>
      </dsp:txXfrm>
    </dsp:sp>
    <dsp:sp modelId="{FF4AFDBA-C965-4601-97F6-5CCF39A1B02B}">
      <dsp:nvSpPr>
        <dsp:cNvPr id="0" name=""/>
        <dsp:cNvSpPr/>
      </dsp:nvSpPr>
      <dsp:spPr>
        <a:xfrm>
          <a:off x="873426" y="790380"/>
          <a:ext cx="1115048" cy="1114952"/>
        </a:xfrm>
        <a:prstGeom prst="ellipse">
          <a:avLst/>
        </a:prstGeom>
        <a:gradFill rotWithShape="0">
          <a:gsLst>
            <a:gs pos="0">
              <a:schemeClr val="accent4">
                <a:alpha val="50000"/>
                <a:hueOff val="3465231"/>
                <a:satOff val="-15989"/>
                <a:lumOff val="588"/>
                <a:alphaOff val="0"/>
                <a:satMod val="103000"/>
                <a:lumMod val="102000"/>
                <a:tint val="94000"/>
              </a:schemeClr>
            </a:gs>
            <a:gs pos="50000">
              <a:schemeClr val="accent4">
                <a:alpha val="50000"/>
                <a:hueOff val="3465231"/>
                <a:satOff val="-15989"/>
                <a:lumOff val="588"/>
                <a:alphaOff val="0"/>
                <a:satMod val="110000"/>
                <a:lumMod val="100000"/>
                <a:shade val="100000"/>
              </a:schemeClr>
            </a:gs>
            <a:gs pos="100000">
              <a:schemeClr val="accent4">
                <a:alpha val="50000"/>
                <a:hueOff val="3465231"/>
                <a:satOff val="-15989"/>
                <a:lumOff val="58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tx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dirty="0" smtClean="0"/>
            <a:t>Identify Entities</a:t>
          </a:r>
          <a:endParaRPr lang="en-US" sz="1600" kern="1200" dirty="0"/>
        </a:p>
      </dsp:txBody>
      <dsp:txXfrm>
        <a:off x="1036721" y="953661"/>
        <a:ext cx="788458" cy="788390"/>
      </dsp:txXfrm>
    </dsp:sp>
    <dsp:sp modelId="{487C5A8E-6853-4646-B0E1-36A5D9422098}">
      <dsp:nvSpPr>
        <dsp:cNvPr id="0" name=""/>
        <dsp:cNvSpPr/>
      </dsp:nvSpPr>
      <dsp:spPr>
        <a:xfrm>
          <a:off x="462181" y="1722590"/>
          <a:ext cx="547553" cy="547488"/>
        </a:xfrm>
        <a:prstGeom prst="ellipse">
          <a:avLst/>
        </a:prstGeom>
        <a:gradFill rotWithShape="0">
          <a:gsLst>
            <a:gs pos="0">
              <a:schemeClr val="accent4">
                <a:alpha val="50000"/>
                <a:hueOff val="6930461"/>
                <a:satOff val="-31979"/>
                <a:lumOff val="1177"/>
                <a:alphaOff val="0"/>
                <a:satMod val="103000"/>
                <a:lumMod val="102000"/>
                <a:tint val="94000"/>
              </a:schemeClr>
            </a:gs>
            <a:gs pos="50000">
              <a:schemeClr val="accent4">
                <a:alpha val="50000"/>
                <a:hueOff val="6930461"/>
                <a:satOff val="-31979"/>
                <a:lumOff val="1177"/>
                <a:alphaOff val="0"/>
                <a:satMod val="110000"/>
                <a:lumMod val="100000"/>
                <a:shade val="100000"/>
              </a:schemeClr>
            </a:gs>
            <a:gs pos="100000">
              <a:schemeClr val="accent4">
                <a:alpha val="50000"/>
                <a:hueOff val="6930461"/>
                <a:satOff val="-31979"/>
                <a:lumOff val="1177"/>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tx1"/>
        </a:fontRef>
      </dsp:style>
    </dsp:sp>
    <dsp:sp modelId="{E57A6257-6688-4832-BF6B-5EA84819D3A0}">
      <dsp:nvSpPr>
        <dsp:cNvPr id="0" name=""/>
        <dsp:cNvSpPr/>
      </dsp:nvSpPr>
      <dsp:spPr>
        <a:xfrm>
          <a:off x="2049852" y="1041929"/>
          <a:ext cx="318502" cy="318578"/>
        </a:xfrm>
        <a:prstGeom prst="ellipse">
          <a:avLst/>
        </a:prstGeom>
        <a:gradFill rotWithShape="0">
          <a:gsLst>
            <a:gs pos="0">
              <a:schemeClr val="accent4">
                <a:alpha val="50000"/>
                <a:hueOff val="10395692"/>
                <a:satOff val="-47968"/>
                <a:lumOff val="1765"/>
                <a:alphaOff val="0"/>
                <a:satMod val="103000"/>
                <a:lumMod val="102000"/>
                <a:tint val="94000"/>
              </a:schemeClr>
            </a:gs>
            <a:gs pos="50000">
              <a:schemeClr val="accent4">
                <a:alpha val="50000"/>
                <a:hueOff val="10395692"/>
                <a:satOff val="-47968"/>
                <a:lumOff val="1765"/>
                <a:alphaOff val="0"/>
                <a:satMod val="110000"/>
                <a:lumMod val="100000"/>
                <a:shade val="100000"/>
              </a:schemeClr>
            </a:gs>
            <a:gs pos="100000">
              <a:schemeClr val="accent4">
                <a:alpha val="50000"/>
                <a:hueOff val="10395692"/>
                <a:satOff val="-47968"/>
                <a:lumOff val="176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tx1"/>
        </a:fontRef>
      </dsp:style>
    </dsp:sp>
    <dsp:sp modelId="{72FE3CAC-6127-4D8E-AAF4-389C99C99E19}">
      <dsp:nvSpPr>
        <dsp:cNvPr id="0" name=""/>
        <dsp:cNvSpPr/>
      </dsp:nvSpPr>
      <dsp:spPr>
        <a:xfrm>
          <a:off x="5623217" y="777795"/>
          <a:ext cx="1522133" cy="1521857"/>
        </a:xfrm>
        <a:prstGeom prst="ellipse">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sz="1500" kern="1200" dirty="0" smtClean="0"/>
            <a:t>Determine Relationship between Entities</a:t>
          </a:r>
          <a:endParaRPr lang="en-US" sz="1500" kern="1200" dirty="0"/>
        </a:p>
      </dsp:txBody>
      <dsp:txXfrm>
        <a:off x="5846128" y="1000666"/>
        <a:ext cx="1076311" cy="1076115"/>
      </dsp:txXfrm>
    </dsp:sp>
    <dsp:sp modelId="{22B49E7B-0747-42ED-B0BA-F71FAD2495D4}">
      <dsp:nvSpPr>
        <dsp:cNvPr id="0" name=""/>
        <dsp:cNvSpPr/>
      </dsp:nvSpPr>
      <dsp:spPr>
        <a:xfrm>
          <a:off x="489764" y="2502976"/>
          <a:ext cx="1978773" cy="5213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kern="1200" dirty="0" smtClean="0"/>
            <a:t>Step 1</a:t>
          </a:r>
          <a:endParaRPr lang="en-US" sz="2400" kern="1200" dirty="0"/>
        </a:p>
      </dsp:txBody>
      <dsp:txXfrm>
        <a:off x="489764" y="2502976"/>
        <a:ext cx="1978773" cy="52139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EB00C8-75FF-4587-8DFE-C283995928FB}">
      <dsp:nvSpPr>
        <dsp:cNvPr id="0" name=""/>
        <dsp:cNvSpPr/>
      </dsp:nvSpPr>
      <dsp:spPr>
        <a:xfrm>
          <a:off x="4" y="0"/>
          <a:ext cx="1847983" cy="1847983"/>
        </a:xfrm>
        <a:prstGeom prst="roundRect">
          <a:avLst>
            <a:gd name="adj" fmla="val 10000"/>
          </a:avLst>
        </a:prstGeom>
        <a:blipFill rotWithShape="1">
          <a:blip xmlns:r="http://schemas.openxmlformats.org/officeDocument/2006/relationships" r:embed="rId1"/>
          <a:stretch>
            <a:fillRect/>
          </a:stretch>
        </a:blip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 modelId="{6DEA6B21-9214-4CF8-852C-77B3461949D5}">
      <dsp:nvSpPr>
        <dsp:cNvPr id="0" name=""/>
        <dsp:cNvSpPr/>
      </dsp:nvSpPr>
      <dsp:spPr>
        <a:xfrm>
          <a:off x="6" y="2133164"/>
          <a:ext cx="1847983" cy="1847983"/>
        </a:xfrm>
        <a:prstGeom prst="roundRect">
          <a:avLst>
            <a:gd name="adj" fmla="val 1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kern="1200" dirty="0" smtClean="0"/>
            <a:t>Entity</a:t>
          </a:r>
        </a:p>
        <a:p>
          <a:pPr lvl="0" algn="ctr" defTabSz="1066800">
            <a:lnSpc>
              <a:spcPct val="90000"/>
            </a:lnSpc>
            <a:spcBef>
              <a:spcPct val="0"/>
            </a:spcBef>
            <a:spcAft>
              <a:spcPct val="35000"/>
            </a:spcAft>
          </a:pPr>
          <a:r>
            <a:rPr lang="en-US" sz="2400" kern="1200" dirty="0" smtClean="0"/>
            <a:t>[Rectangle]</a:t>
          </a:r>
          <a:endParaRPr lang="en-US" sz="2400" kern="1200" dirty="0"/>
        </a:p>
      </dsp:txBody>
      <dsp:txXfrm>
        <a:off x="54132" y="2187290"/>
        <a:ext cx="1739731" cy="1739731"/>
      </dsp:txXfrm>
    </dsp:sp>
    <dsp:sp modelId="{C2B75814-C698-471C-AA8E-4FA6F09834D4}">
      <dsp:nvSpPr>
        <dsp:cNvPr id="0" name=""/>
        <dsp:cNvSpPr/>
      </dsp:nvSpPr>
      <dsp:spPr>
        <a:xfrm rot="58167">
          <a:off x="2205296" y="726674"/>
          <a:ext cx="357384" cy="444044"/>
        </a:xfrm>
        <a:prstGeom prst="rightArrow">
          <a:avLst>
            <a:gd name="adj1" fmla="val 60000"/>
            <a:gd name="adj2" fmla="val 5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lvl="0" algn="ctr" defTabSz="844550">
            <a:lnSpc>
              <a:spcPct val="90000"/>
            </a:lnSpc>
            <a:spcBef>
              <a:spcPct val="0"/>
            </a:spcBef>
            <a:spcAft>
              <a:spcPct val="35000"/>
            </a:spcAft>
          </a:pPr>
          <a:endParaRPr lang="en-US" sz="1900" kern="1200"/>
        </a:p>
      </dsp:txBody>
      <dsp:txXfrm>
        <a:off x="2205304" y="814576"/>
        <a:ext cx="250169" cy="266426"/>
      </dsp:txXfrm>
    </dsp:sp>
    <dsp:sp modelId="{AAE28EB5-78A3-46C5-B4D6-324F03AABB1C}">
      <dsp:nvSpPr>
        <dsp:cNvPr id="0" name=""/>
        <dsp:cNvSpPr/>
      </dsp:nvSpPr>
      <dsp:spPr>
        <a:xfrm>
          <a:off x="2868941" y="48546"/>
          <a:ext cx="1847983" cy="1847983"/>
        </a:xfrm>
        <a:prstGeom prst="roundRect">
          <a:avLst>
            <a:gd name="adj" fmla="val 10000"/>
          </a:avLst>
        </a:prstGeom>
        <a:blipFill rotWithShape="1">
          <a:blip xmlns:r="http://schemas.openxmlformats.org/officeDocument/2006/relationships" r:embed="rId2"/>
          <a:stretch>
            <a:fillRect/>
          </a:stretch>
        </a:blip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 modelId="{7D55010A-C494-44EF-94CD-9D0E3B837EAA}">
      <dsp:nvSpPr>
        <dsp:cNvPr id="0" name=""/>
        <dsp:cNvSpPr/>
      </dsp:nvSpPr>
      <dsp:spPr>
        <a:xfrm>
          <a:off x="2899323" y="2133164"/>
          <a:ext cx="1847983" cy="1847983"/>
        </a:xfrm>
        <a:prstGeom prst="roundRect">
          <a:avLst>
            <a:gd name="adj" fmla="val 10000"/>
          </a:avLst>
        </a:prstGeom>
        <a:gradFill rotWithShape="0">
          <a:gsLst>
            <a:gs pos="0">
              <a:schemeClr val="accent4">
                <a:hueOff val="5197846"/>
                <a:satOff val="-23984"/>
                <a:lumOff val="883"/>
                <a:alphaOff val="0"/>
                <a:satMod val="103000"/>
                <a:lumMod val="102000"/>
                <a:tint val="94000"/>
              </a:schemeClr>
            </a:gs>
            <a:gs pos="50000">
              <a:schemeClr val="accent4">
                <a:hueOff val="5197846"/>
                <a:satOff val="-23984"/>
                <a:lumOff val="883"/>
                <a:alphaOff val="0"/>
                <a:satMod val="110000"/>
                <a:lumMod val="100000"/>
                <a:shade val="100000"/>
              </a:schemeClr>
            </a:gs>
            <a:gs pos="100000">
              <a:schemeClr val="accent4">
                <a:hueOff val="5197846"/>
                <a:satOff val="-23984"/>
                <a:lumOff val="883"/>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kern="1200" dirty="0" smtClean="0"/>
            <a:t>Attribute</a:t>
          </a:r>
        </a:p>
        <a:p>
          <a:pPr lvl="0" algn="ctr" defTabSz="1066800">
            <a:lnSpc>
              <a:spcPct val="90000"/>
            </a:lnSpc>
            <a:spcBef>
              <a:spcPct val="0"/>
            </a:spcBef>
            <a:spcAft>
              <a:spcPct val="35000"/>
            </a:spcAft>
          </a:pPr>
          <a:r>
            <a:rPr lang="en-US" sz="2400" kern="1200" dirty="0" smtClean="0"/>
            <a:t>[Oval]</a:t>
          </a:r>
          <a:endParaRPr lang="en-US" sz="2400" kern="1200" dirty="0"/>
        </a:p>
      </dsp:txBody>
      <dsp:txXfrm>
        <a:off x="2953449" y="2187290"/>
        <a:ext cx="1739731" cy="1739731"/>
      </dsp:txXfrm>
    </dsp:sp>
    <dsp:sp modelId="{B3175854-89CC-40E6-AF74-F852A40C8B45}">
      <dsp:nvSpPr>
        <dsp:cNvPr id="0" name=""/>
        <dsp:cNvSpPr/>
      </dsp:nvSpPr>
      <dsp:spPr>
        <a:xfrm rot="77263">
          <a:off x="5072841" y="783288"/>
          <a:ext cx="356052" cy="444044"/>
        </a:xfrm>
        <a:prstGeom prst="rightArrow">
          <a:avLst>
            <a:gd name="adj1" fmla="val 60000"/>
            <a:gd name="adj2" fmla="val 50000"/>
          </a:avLst>
        </a:prstGeom>
        <a:gradFill rotWithShape="0">
          <a:gsLst>
            <a:gs pos="0">
              <a:schemeClr val="accent4">
                <a:hueOff val="10395692"/>
                <a:satOff val="-47968"/>
                <a:lumOff val="1765"/>
                <a:alphaOff val="0"/>
                <a:satMod val="103000"/>
                <a:lumMod val="102000"/>
                <a:tint val="94000"/>
              </a:schemeClr>
            </a:gs>
            <a:gs pos="50000">
              <a:schemeClr val="accent4">
                <a:hueOff val="10395692"/>
                <a:satOff val="-47968"/>
                <a:lumOff val="1765"/>
                <a:alphaOff val="0"/>
                <a:satMod val="110000"/>
                <a:lumMod val="100000"/>
                <a:shade val="100000"/>
              </a:schemeClr>
            </a:gs>
            <a:gs pos="100000">
              <a:schemeClr val="accent4">
                <a:hueOff val="10395692"/>
                <a:satOff val="-47968"/>
                <a:lumOff val="176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lvl="0" algn="ctr" defTabSz="844550">
            <a:lnSpc>
              <a:spcPct val="90000"/>
            </a:lnSpc>
            <a:spcBef>
              <a:spcPct val="0"/>
            </a:spcBef>
            <a:spcAft>
              <a:spcPct val="35000"/>
            </a:spcAft>
          </a:pPr>
          <a:endParaRPr lang="en-US" sz="1900" kern="1200"/>
        </a:p>
      </dsp:txBody>
      <dsp:txXfrm>
        <a:off x="5072854" y="870897"/>
        <a:ext cx="249236" cy="266426"/>
      </dsp:txXfrm>
    </dsp:sp>
    <dsp:sp modelId="{79059B2A-3FDE-445D-ACA1-3367A7EF3A71}">
      <dsp:nvSpPr>
        <dsp:cNvPr id="0" name=""/>
        <dsp:cNvSpPr/>
      </dsp:nvSpPr>
      <dsp:spPr>
        <a:xfrm>
          <a:off x="5733959" y="112949"/>
          <a:ext cx="1847983" cy="1847983"/>
        </a:xfrm>
        <a:prstGeom prst="roundRect">
          <a:avLst>
            <a:gd name="adj" fmla="val 10000"/>
          </a:avLst>
        </a:prstGeom>
        <a:blipFill rotWithShape="1">
          <a:blip xmlns:r="http://schemas.openxmlformats.org/officeDocument/2006/relationships" r:embed="rId3"/>
          <a:stretch>
            <a:fillRect/>
          </a:stretch>
        </a:blip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 modelId="{9952380F-AD39-4580-869D-7806C435BD15}">
      <dsp:nvSpPr>
        <dsp:cNvPr id="0" name=""/>
        <dsp:cNvSpPr/>
      </dsp:nvSpPr>
      <dsp:spPr>
        <a:xfrm>
          <a:off x="5725700" y="2133164"/>
          <a:ext cx="1847983" cy="1847983"/>
        </a:xfrm>
        <a:prstGeom prst="roundRect">
          <a:avLst>
            <a:gd name="adj" fmla="val 10000"/>
          </a:avLst>
        </a:prstGeom>
        <a:gradFill rotWithShape="0">
          <a:gsLst>
            <a:gs pos="0">
              <a:schemeClr val="accent4">
                <a:hueOff val="10395692"/>
                <a:satOff val="-47968"/>
                <a:lumOff val="1765"/>
                <a:alphaOff val="0"/>
                <a:satMod val="103000"/>
                <a:lumMod val="102000"/>
                <a:tint val="94000"/>
              </a:schemeClr>
            </a:gs>
            <a:gs pos="50000">
              <a:schemeClr val="accent4">
                <a:hueOff val="10395692"/>
                <a:satOff val="-47968"/>
                <a:lumOff val="1765"/>
                <a:alphaOff val="0"/>
                <a:satMod val="110000"/>
                <a:lumMod val="100000"/>
                <a:shade val="100000"/>
              </a:schemeClr>
            </a:gs>
            <a:gs pos="100000">
              <a:schemeClr val="accent4">
                <a:hueOff val="10395692"/>
                <a:satOff val="-47968"/>
                <a:lumOff val="176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kern="1200" dirty="0" smtClean="0"/>
            <a:t>Relationship</a:t>
          </a:r>
        </a:p>
        <a:p>
          <a:pPr lvl="0" algn="ctr" defTabSz="1066800">
            <a:lnSpc>
              <a:spcPct val="90000"/>
            </a:lnSpc>
            <a:spcBef>
              <a:spcPct val="0"/>
            </a:spcBef>
            <a:spcAft>
              <a:spcPct val="35000"/>
            </a:spcAft>
          </a:pPr>
          <a:r>
            <a:rPr lang="en-US" sz="2400" kern="1200" dirty="0" smtClean="0"/>
            <a:t>[Diamond]</a:t>
          </a:r>
          <a:endParaRPr lang="en-US" sz="2400" kern="1200" dirty="0"/>
        </a:p>
      </dsp:txBody>
      <dsp:txXfrm>
        <a:off x="5779826" y="2187290"/>
        <a:ext cx="1739731" cy="173973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1D7A9D-37E9-416A-9A2C-0CDBC5BAD80E}">
      <dsp:nvSpPr>
        <dsp:cNvPr id="0" name=""/>
        <dsp:cNvSpPr/>
      </dsp:nvSpPr>
      <dsp:spPr>
        <a:xfrm>
          <a:off x="2735149" y="0"/>
          <a:ext cx="4102724" cy="1639909"/>
        </a:xfrm>
        <a:prstGeom prst="rightArrow">
          <a:avLst>
            <a:gd name="adj1" fmla="val 75000"/>
            <a:gd name="adj2" fmla="val 50000"/>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985" tIns="6985" rIns="6985" bIns="6985" numCol="1" spcCol="1270" anchor="t" anchorCtr="0">
          <a:noAutofit/>
        </a:bodyPr>
        <a:lstStyle/>
        <a:p>
          <a:pPr marL="57150" lvl="1" indent="-57150" algn="l" defTabSz="488950">
            <a:lnSpc>
              <a:spcPct val="90000"/>
            </a:lnSpc>
            <a:spcBef>
              <a:spcPct val="0"/>
            </a:spcBef>
            <a:spcAft>
              <a:spcPct val="15000"/>
            </a:spcAft>
            <a:buChar char="••"/>
          </a:pPr>
          <a:r>
            <a:rPr lang="en-US" sz="1100" b="0" i="0" kern="1200" dirty="0" smtClean="0"/>
            <a:t>An entity can be a person, place, event, or object that is relevant to a given system</a:t>
          </a:r>
          <a:endParaRPr lang="en-US" sz="1100" kern="1200" dirty="0"/>
        </a:p>
        <a:p>
          <a:pPr marL="57150" lvl="1" indent="-57150" algn="l" defTabSz="488950">
            <a:lnSpc>
              <a:spcPct val="90000"/>
            </a:lnSpc>
            <a:spcBef>
              <a:spcPct val="0"/>
            </a:spcBef>
            <a:spcAft>
              <a:spcPct val="15000"/>
            </a:spcAft>
            <a:buChar char="••"/>
          </a:pPr>
          <a:r>
            <a:rPr lang="en-US" sz="1100" b="0" i="0" kern="1200" dirty="0" smtClean="0"/>
            <a:t>For example, a school system may include students, teachers, major courses, subjects, fees, and other items</a:t>
          </a:r>
          <a:endParaRPr lang="en-US" sz="1100" kern="1200" dirty="0"/>
        </a:p>
        <a:p>
          <a:pPr marL="57150" lvl="1" indent="-57150" algn="l" defTabSz="488950">
            <a:lnSpc>
              <a:spcPct val="90000"/>
            </a:lnSpc>
            <a:spcBef>
              <a:spcPct val="0"/>
            </a:spcBef>
            <a:spcAft>
              <a:spcPct val="15000"/>
            </a:spcAft>
            <a:buChar char="••"/>
          </a:pPr>
          <a:r>
            <a:rPr lang="en-US" sz="1100" b="0" i="0" kern="1200" dirty="0" smtClean="0"/>
            <a:t>Entities are represented in ER diagrams by a rectangle and named using singular nouns</a:t>
          </a:r>
          <a:endParaRPr lang="en-US" sz="1100" kern="1200" dirty="0"/>
        </a:p>
      </dsp:txBody>
      <dsp:txXfrm>
        <a:off x="2735149" y="204989"/>
        <a:ext cx="3487758" cy="1229931"/>
      </dsp:txXfrm>
    </dsp:sp>
    <dsp:sp modelId="{23138547-F0D8-4CED-AB67-389136514AD6}">
      <dsp:nvSpPr>
        <dsp:cNvPr id="0" name=""/>
        <dsp:cNvSpPr/>
      </dsp:nvSpPr>
      <dsp:spPr>
        <a:xfrm>
          <a:off x="0" y="420"/>
          <a:ext cx="2735149" cy="1639909"/>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5260" tIns="87630" rIns="175260" bIns="87630" numCol="1" spcCol="1270" anchor="ctr" anchorCtr="0">
          <a:noAutofit/>
        </a:bodyPr>
        <a:lstStyle/>
        <a:p>
          <a:pPr lvl="0" algn="ctr" defTabSz="2044700">
            <a:lnSpc>
              <a:spcPct val="90000"/>
            </a:lnSpc>
            <a:spcBef>
              <a:spcPct val="0"/>
            </a:spcBef>
            <a:spcAft>
              <a:spcPct val="35000"/>
            </a:spcAft>
          </a:pPr>
          <a:r>
            <a:rPr lang="en-US" sz="4600" kern="1200" dirty="0" smtClean="0"/>
            <a:t>Entity</a:t>
          </a:r>
          <a:endParaRPr lang="en-US" sz="4600" kern="1200" dirty="0"/>
        </a:p>
      </dsp:txBody>
      <dsp:txXfrm>
        <a:off x="80054" y="80474"/>
        <a:ext cx="2575041" cy="1479801"/>
      </dsp:txXfrm>
    </dsp:sp>
    <dsp:sp modelId="{3CA74625-B19E-477C-814F-F52BA403FDDC}">
      <dsp:nvSpPr>
        <dsp:cNvPr id="0" name=""/>
        <dsp:cNvSpPr/>
      </dsp:nvSpPr>
      <dsp:spPr>
        <a:xfrm>
          <a:off x="2735149" y="1804320"/>
          <a:ext cx="4102724" cy="1639909"/>
        </a:xfrm>
        <a:prstGeom prst="rightArrow">
          <a:avLst>
            <a:gd name="adj1" fmla="val 75000"/>
            <a:gd name="adj2" fmla="val 50000"/>
          </a:avLst>
        </a:prstGeom>
        <a:solidFill>
          <a:schemeClr val="accent4">
            <a:tint val="40000"/>
            <a:alpha val="90000"/>
            <a:hueOff val="11513918"/>
            <a:satOff val="-61261"/>
            <a:lumOff val="-3490"/>
            <a:alphaOff val="0"/>
          </a:schemeClr>
        </a:solidFill>
        <a:ln w="12700" cap="flat" cmpd="sng" algn="ctr">
          <a:solidFill>
            <a:schemeClr val="accent4">
              <a:tint val="40000"/>
              <a:alpha val="90000"/>
              <a:hueOff val="11513918"/>
              <a:satOff val="-61261"/>
              <a:lumOff val="-349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985" tIns="6985" rIns="6985" bIns="6985" numCol="1" spcCol="1270" anchor="t" anchorCtr="0">
          <a:noAutofit/>
        </a:bodyPr>
        <a:lstStyle/>
        <a:p>
          <a:pPr marL="57150" lvl="1" indent="-57150" algn="l" defTabSz="488950">
            <a:lnSpc>
              <a:spcPct val="90000"/>
            </a:lnSpc>
            <a:spcBef>
              <a:spcPct val="0"/>
            </a:spcBef>
            <a:spcAft>
              <a:spcPct val="15000"/>
            </a:spcAft>
            <a:buChar char="••"/>
          </a:pPr>
          <a:r>
            <a:rPr lang="en-US" sz="1100" b="0" i="0" kern="1200" dirty="0" smtClean="0"/>
            <a:t>A weak entity is an entity that depends on the existence of another entity. In more technical terms it can defined as an entity that cannot be identified by its own attributes</a:t>
          </a:r>
          <a:endParaRPr lang="en-US" sz="1100" kern="1200" dirty="0"/>
        </a:p>
        <a:p>
          <a:pPr marL="57150" lvl="1" indent="-57150" algn="l" defTabSz="488950">
            <a:lnSpc>
              <a:spcPct val="90000"/>
            </a:lnSpc>
            <a:spcBef>
              <a:spcPct val="0"/>
            </a:spcBef>
            <a:spcAft>
              <a:spcPct val="15000"/>
            </a:spcAft>
            <a:buChar char="••"/>
          </a:pPr>
          <a:r>
            <a:rPr lang="en-US" sz="1100" b="0" i="0" kern="1200" dirty="0" smtClean="0"/>
            <a:t>The order item will be meaningless without an order so it depends on the existence of order</a:t>
          </a:r>
          <a:endParaRPr lang="en-US" sz="1100" kern="1200" dirty="0"/>
        </a:p>
      </dsp:txBody>
      <dsp:txXfrm>
        <a:off x="2735149" y="2009309"/>
        <a:ext cx="3487758" cy="1229931"/>
      </dsp:txXfrm>
    </dsp:sp>
    <dsp:sp modelId="{CC3E1DCA-DF23-40FA-94F0-0B4860165DF5}">
      <dsp:nvSpPr>
        <dsp:cNvPr id="0" name=""/>
        <dsp:cNvSpPr/>
      </dsp:nvSpPr>
      <dsp:spPr>
        <a:xfrm>
          <a:off x="0" y="1804320"/>
          <a:ext cx="2735149" cy="1639909"/>
        </a:xfrm>
        <a:prstGeom prst="roundRect">
          <a:avLst/>
        </a:prstGeom>
        <a:solidFill>
          <a:schemeClr val="accent4">
            <a:hueOff val="10395692"/>
            <a:satOff val="-47968"/>
            <a:lumOff val="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5260" tIns="87630" rIns="175260" bIns="87630" numCol="1" spcCol="1270" anchor="ctr" anchorCtr="0">
          <a:noAutofit/>
        </a:bodyPr>
        <a:lstStyle/>
        <a:p>
          <a:pPr lvl="0" algn="ctr" defTabSz="2044700">
            <a:lnSpc>
              <a:spcPct val="90000"/>
            </a:lnSpc>
            <a:spcBef>
              <a:spcPct val="0"/>
            </a:spcBef>
            <a:spcAft>
              <a:spcPct val="35000"/>
            </a:spcAft>
          </a:pPr>
          <a:r>
            <a:rPr lang="en-US" sz="4600" kern="1200" dirty="0" smtClean="0"/>
            <a:t>Weak Entity</a:t>
          </a:r>
          <a:endParaRPr lang="en-US" sz="4600" kern="1200" dirty="0"/>
        </a:p>
      </dsp:txBody>
      <dsp:txXfrm>
        <a:off x="80054" y="1884374"/>
        <a:ext cx="2575041" cy="1479801"/>
      </dsp:txXfrm>
    </dsp:sp>
  </dsp:spTree>
</dsp:drawing>
</file>

<file path=ppt/diagrams/layout1.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9/3/layout/PhasedProcess">
  <dgm:title val=""/>
  <dgm:desc val=""/>
  <dgm:catLst>
    <dgm:cat type="process" pri="12500"/>
  </dgm:catLst>
  <dgm:samp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30">
          <dgm:prSet phldr="1"/>
        </dgm:pt>
        <dgm:pt modelId="31">
          <dgm:prSet phldr="1"/>
        </dgm:pt>
      </dgm:ptLst>
      <dgm:cxnLst>
        <dgm:cxn modelId="40" srcId="0" destId="10" srcOrd="0" destOrd="0"/>
        <dgm:cxn modelId="16" srcId="10" destId="11" srcOrd="0" destOrd="0"/>
        <dgm:cxn modelId="17" srcId="10" destId="12" srcOrd="1" destOrd="0"/>
        <dgm:cxn modelId="18" srcId="10" destId="13" srcOrd="2" destOrd="0"/>
        <dgm:cxn modelId="50" srcId="0" destId="20" srcOrd="1" destOrd="0"/>
        <dgm:cxn modelId="60" srcId="0" destId="30" srcOrd="2" destOrd="0"/>
        <dgm:cxn modelId="32" srcId="30" destId="31" srcOrd="0" destOrd="0"/>
        <dgm:cxn modelId="26" srcId="20" destId="21" srcOrd="0" destOrd="0"/>
        <dgm:cxn modelId="27" srcId="20" destId="22" srcOrd="1" destOrd="0"/>
      </dgm:cxnLst>
      <dgm:bg/>
      <dgm:whole/>
    </dgm:dataModel>
  </dgm:sampData>
  <dgm:style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30">
          <dgm:prSet phldr="1"/>
        </dgm:pt>
        <dgm:pt modelId="31">
          <dgm:prSet phldr="1"/>
        </dgm:pt>
      </dgm:ptLst>
      <dgm:cxnLst>
        <dgm:cxn modelId="40" srcId="0" destId="10" srcOrd="0" destOrd="0"/>
        <dgm:cxn modelId="16" srcId="10" destId="11" srcOrd="0" destOrd="0"/>
        <dgm:cxn modelId="17" srcId="10" destId="12" srcOrd="1" destOrd="0"/>
        <dgm:cxn modelId="18" srcId="10" destId="13" srcOrd="2" destOrd="0"/>
        <dgm:cxn modelId="50" srcId="0" destId="20" srcOrd="1" destOrd="0"/>
        <dgm:cxn modelId="60" srcId="0" destId="30" srcOrd="2" destOrd="0"/>
        <dgm:cxn modelId="32" srcId="30" destId="31" srcOrd="0" destOrd="0"/>
        <dgm:cxn modelId="26" srcId="20" destId="21" srcOrd="0" destOrd="0"/>
        <dgm:cxn modelId="27" srcId="20" destId="22" srcOrd="1"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30">
          <dgm:prSet phldr="1"/>
        </dgm:pt>
        <dgm:pt modelId="31">
          <dgm:prSet phldr="1"/>
        </dgm:pt>
      </dgm:ptLst>
      <dgm:cxnLst>
        <dgm:cxn modelId="40" srcId="0" destId="10" srcOrd="0" destOrd="0"/>
        <dgm:cxn modelId="16" srcId="10" destId="11" srcOrd="0" destOrd="0"/>
        <dgm:cxn modelId="17" srcId="10" destId="12" srcOrd="1" destOrd="0"/>
        <dgm:cxn modelId="18" srcId="10" destId="13" srcOrd="2" destOrd="0"/>
        <dgm:cxn modelId="50" srcId="0" destId="20" srcOrd="1" destOrd="0"/>
        <dgm:cxn modelId="60" srcId="0" destId="30" srcOrd="2" destOrd="0"/>
        <dgm:cxn modelId="32" srcId="30" destId="31" srcOrd="0" destOrd="0"/>
        <dgm:cxn modelId="26" srcId="20" destId="21" srcOrd="0" destOrd="0"/>
        <dgm:cxn modelId="27" srcId="20" destId="22" srcOrd="1" destOrd="0"/>
      </dgm:cxnLst>
      <dgm:bg/>
      <dgm:whole/>
    </dgm:dataModel>
  </dgm:clrData>
  <dgm:layoutNode name="Name0">
    <dgm:varLst>
      <dgm:chMax val="3"/>
      <dgm:chPref val="3"/>
      <dgm:bulletEnabled val="1"/>
      <dgm:dir/>
      <dgm:animLvl val="lvl"/>
    </dgm:varLst>
    <dgm:shape xmlns:r="http://schemas.openxmlformats.org/officeDocument/2006/relationships" r:blip="">
      <dgm:adjLst/>
    </dgm:shape>
    <dgm:choose name="Name1">
      <dgm:if name="Name2" axis="ch" ptType="node" func="cnt" op="gte" val="3">
        <dgm:alg type="composite">
          <dgm:param type="ar" val="2.8316"/>
        </dgm:alg>
        <dgm:choose name="Name3">
          <dgm:if name="Name4" func="var" arg="dir" op="equ" val="norm">
            <dgm:constrLst>
              <dgm:constr type="primFontSz" for="des" forName="parentText1" val="65"/>
              <dgm:constr type="primFontSz" for="des" forName="childText1_1" val="65"/>
              <dgm:constr type="primFontSz" for="des" forName="circ1Tx" val="65"/>
              <dgm:constr type="primFontSz" for="des" forName="parentText2" refType="primFontSz" refFor="des" refForName="parentText1" op="equ"/>
              <dgm:constr type="primFontSz" for="des" forName="parentText3" refType="primFontSz" refFor="des" refForName="parentText1" op="equ"/>
              <dgm:constr type="primFontSz" for="des" forName="childText1_1" refType="primFontSz" refFor="des" refForName="parentText1" op="lte"/>
              <dgm:constr type="primFontSz" for="des" forName="childText1_2" refType="primFontSz" refFor="des" refForName="parentText1" op="lte"/>
              <dgm:constr type="primFontSz" for="des" forName="childText1_3" refType="primFontSz" refFor="des" refForName="parentText1" op="lte"/>
              <dgm:constr type="primFontSz" for="des" forName="childText1_4" refType="primFontSz" refFor="des" refForName="parentText1" op="lte"/>
              <dgm:constr type="primFontSz" for="des" forName="childText1_1" refType="primFontSz" refFor="des" refForName="parentText2" op="lte"/>
              <dgm:constr type="primFontSz" for="des" forName="childText1_2" refType="primFontSz" refFor="des" refForName="parentText2" op="lte"/>
              <dgm:constr type="primFontSz" for="des" forName="childText1_3" refType="primFontSz" refFor="des" refForName="parentText2" op="lte"/>
              <dgm:constr type="primFontSz" for="des" forName="childText1_4" refType="primFontSz" refFor="des" refForName="parentText2" op="lte"/>
              <dgm:constr type="primFontSz" for="des" forName="childText1_1" refType="primFontSz" refFor="des" refForName="parentText3" op="lte"/>
              <dgm:constr type="primFontSz" for="des" forName="childText1_2" refType="primFontSz" refFor="des" refForName="parentText3" op="lte"/>
              <dgm:constr type="primFontSz" for="des" forName="childText1_3" refType="primFontSz" refFor="des" refForName="parentText3" op="lte"/>
              <dgm:constr type="primFontSz" for="des" forName="childText1_4" refType="primFontSz" refFor="des" refForName="parentText3" op="lte"/>
              <dgm:constr type="primFontSz" for="des" forName="circ1Tx" refType="primFontSz" refFor="des" refForName="parentText1" op="lte"/>
              <dgm:constr type="primFontSz" for="des" forName="circ2Tx" refType="primFontSz" refFor="des" refForName="parentText1" op="lte"/>
              <dgm:constr type="primFontSz" for="des" forName="circ3Tx" refType="primFontSz" refFor="des" refForName="parentText1" op="lte"/>
              <dgm:constr type="primFontSz" for="des" forName="circ4Tx" refType="primFontSz" refFor="des" refForName="parentText1" op="lte"/>
              <dgm:constr type="primFontSz" for="des" forName="circ1Tx" refType="primFontSz" refFor="des" refForName="parentText2" op="lte"/>
              <dgm:constr type="primFontSz" for="des" forName="circ2Tx" refType="primFontSz" refFor="des" refForName="parentText2" op="lte"/>
              <dgm:constr type="primFontSz" for="des" forName="circ3Tx" refType="primFontSz" refFor="des" refForName="parentText2" op="lte"/>
              <dgm:constr type="primFontSz" for="des" forName="circ4Tx" refType="primFontSz" refFor="des" refForName="parentText2" op="lte"/>
              <dgm:constr type="primFontSz" for="des" forName="circ1Tx" refType="primFontSz" refFor="des" refForName="parentText3" op="lte"/>
              <dgm:constr type="primFontSz" for="des" forName="circ2Tx" refType="primFontSz" refFor="des" refForName="parentText3" op="lte"/>
              <dgm:constr type="primFontSz" for="des" forName="circ3Tx" refType="primFontSz" refFor="des" refForName="parentText3" op="lte"/>
              <dgm:constr type="primFontSz" for="des" forName="circ4Tx" refType="primFontSz" refFor="des" refForName="parentText3" op="lte"/>
              <dgm:constr type="primFontSz" for="des" forName="rightChild" refType="primFontSz" refFor="des" refForName="parentText1" op="lte"/>
              <dgm:constr type="primFontSz" for="des" forName="rightChild" refType="primFontSz" refFor="des" refForName="parentText2" op="lte"/>
              <dgm:constr type="primFontSz" for="des" forName="rightChild" refType="primFontSz" refFor="des" refForName="parentText3" op="lte"/>
              <dgm:constr type="primFontSz" for="des" forName="childText1_2" refType="primFontSz" refFor="des" refForName="childText1_1" op="equ"/>
              <dgm:constr type="primFontSz" for="des" forName="childText1_3" refType="primFontSz" refFor="des" refForName="childText1_1" op="equ"/>
              <dgm:constr type="primFontSz" for="des" forName="childText1_4" refType="primFontSz" refFor="des" refForName="childText1_1" op="equ"/>
              <dgm:constr type="primFontSz" for="des" forName="circ2Tx" refType="primFontSz" refFor="des" refForName="circ1Tx" op="equ"/>
              <dgm:constr type="primFontSz" for="des" forName="circ3Tx" refType="primFontSz" refFor="des" refForName="circ1Tx" op="equ"/>
              <dgm:constr type="primFontSz" for="des" forName="circ4Tx" refType="primFontSz" refFor="des" refForName="circ1Tx" op="equ"/>
              <dgm:constr type="l" for="ch" forName="leftComposite" refType="w" fact="0.0567"/>
              <dgm:constr type="t" for="ch" forName="leftComposite" refType="h" fact="0.1159"/>
              <dgm:constr type="w" for="ch" forName="leftComposite" refType="w" fact="0.2455"/>
              <dgm:constr type="h" for="ch" forName="leftComposite" refType="h" fact="0.6953"/>
              <dgm:constr type="l" for="ch" forName="middleComposite" refType="w" fact="0.365"/>
              <dgm:constr type="t" for="ch" forName="middleComposite" refType="h" fact="0.1545"/>
              <dgm:constr type="w" for="ch" forName="middleComposite" refType="w" fact="0.2728"/>
              <dgm:constr type="h" for="ch" forName="middleComposite" refType="h" fact="0.6567"/>
              <dgm:constr type="l" for="ch" forName="arc1" refType="w" fact="0"/>
              <dgm:constr type="t" for="ch" forName="arc1" refType="h" fact="0"/>
              <dgm:constr type="w" for="ch" forName="arc1" refType="w" fact="0.3305"/>
              <dgm:constr type="h" for="ch" forName="arc1" refType="h" fact="0.9357"/>
              <dgm:constr type="l" for="ch" forName="arc2" refType="w" fact="0.3295"/>
              <dgm:constr type="t" for="ch" forName="arc2" refType="h" fact="0"/>
              <dgm:constr type="w" for="ch" forName="arc2" refType="w" fact="0.3305"/>
              <dgm:constr type="h" for="ch" forName="arc2" refType="h" fact="0.9357"/>
              <dgm:constr type="l" for="ch" forName="arc3" refType="w" fact="0.3401"/>
              <dgm:constr type="t" for="ch" forName="arc3" refType="h" fact="0"/>
              <dgm:constr type="w" for="ch" forName="arc3" refType="w" fact="0.3305"/>
              <dgm:constr type="h" for="ch" forName="arc3" refType="h" fact="0.9357"/>
              <dgm:constr type="l" for="ch" forName="arc4" refType="w" fact="0.6695"/>
              <dgm:constr type="t" for="ch" forName="arc4" refType="h" fact="0"/>
              <dgm:constr type="w" for="ch" forName="arc4" refType="w" fact="0.3305"/>
              <dgm:constr type="h" for="ch" forName="arc4" refType="h" fact="0.9357"/>
              <dgm:constr type="l" for="ch" forName="rightChild" refType="w" fact="0.713"/>
              <dgm:constr type="t" for="ch" forName="rightChild" refType="h" fact="0.1934"/>
              <dgm:constr type="w" for="ch" forName="rightChild" refType="w" fact="0.193"/>
              <dgm:constr type="h" for="ch" forName="rightChild" refType="h" fact="0.5464"/>
              <dgm:constr type="l" for="ch" forName="parentText1" refType="w" fact="0.0621"/>
              <dgm:constr type="t" for="ch" forName="parentText1" refType="h" fact="0.8128"/>
              <dgm:constr type="w" for="ch" forName="parentText1" refType="w" fact="0.2509"/>
              <dgm:constr type="h" for="ch" forName="parentText1" refType="h" fact="0.1872"/>
              <dgm:constr type="l" for="ch" forName="parentText2" refType="w" fact="0.3792"/>
              <dgm:constr type="t" for="ch" forName="parentText2" refType="h" fact="0.8128"/>
              <dgm:constr type="w" for="ch" forName="parentText2" refType="w" fact="0.2509"/>
              <dgm:constr type="h" for="ch" forName="parentText2" refType="h" fact="0.1872"/>
              <dgm:constr type="l" for="ch" forName="parentText3" refType="w" fact="0.6845"/>
              <dgm:constr type="t" for="ch" forName="parentText3" refType="h" fact="0.8128"/>
              <dgm:constr type="w" for="ch" forName="parentText3" refType="w" fact="0.2509"/>
              <dgm:constr type="h" for="ch" forName="parentText3" refType="h" fact="0.1872"/>
            </dgm:constrLst>
          </dgm:if>
          <dgm:else name="Name5">
            <dgm:constrLst>
              <dgm:constr type="primFontSz" for="des" forName="parentText1" val="65"/>
              <dgm:constr type="primFontSz" for="des" forName="childText1_1" val="65"/>
              <dgm:constr type="primFontSz" for="des" forName="circ1Tx" val="65"/>
              <dgm:constr type="primFontSz" for="des" forName="parentText2" refType="primFontSz" refFor="des" refForName="parentText1" op="equ"/>
              <dgm:constr type="primFontSz" for="des" forName="parentText3" refType="primFontSz" refFor="des" refForName="parentText1" op="equ"/>
              <dgm:constr type="primFontSz" for="des" forName="childText1_1" refType="primFontSz" refFor="des" refForName="parentText1" op="lte"/>
              <dgm:constr type="primFontSz" for="des" forName="childText1_2" refType="primFontSz" refFor="des" refForName="parentText1" op="lte"/>
              <dgm:constr type="primFontSz" for="des" forName="childText1_3" refType="primFontSz" refFor="des" refForName="parentText1" op="lte"/>
              <dgm:constr type="primFontSz" for="des" forName="childText1_4" refType="primFontSz" refFor="des" refForName="parentText1" op="lte"/>
              <dgm:constr type="primFontSz" for="des" forName="childText1_1" refType="primFontSz" refFor="des" refForName="parentText2" op="lte"/>
              <dgm:constr type="primFontSz" for="des" forName="childText1_2" refType="primFontSz" refFor="des" refForName="parentText2" op="lte"/>
              <dgm:constr type="primFontSz" for="des" forName="childText1_3" refType="primFontSz" refFor="des" refForName="parentText2" op="lte"/>
              <dgm:constr type="primFontSz" for="des" forName="childText1_4" refType="primFontSz" refFor="des" refForName="parentText2" op="lte"/>
              <dgm:constr type="primFontSz" for="des" forName="childText1_1" refType="primFontSz" refFor="des" refForName="parentText3" op="lte"/>
              <dgm:constr type="primFontSz" for="des" forName="childText1_2" refType="primFontSz" refFor="des" refForName="parentText3" op="lte"/>
              <dgm:constr type="primFontSz" for="des" forName="childText1_3" refType="primFontSz" refFor="des" refForName="parentText3" op="lte"/>
              <dgm:constr type="primFontSz" for="des" forName="childText1_4" refType="primFontSz" refFor="des" refForName="parentText3" op="lte"/>
              <dgm:constr type="primFontSz" for="des" forName="circ1Tx" refType="primFontSz" refFor="des" refForName="parentText1" op="lte"/>
              <dgm:constr type="primFontSz" for="des" forName="circ2Tx" refType="primFontSz" refFor="des" refForName="parentText1" op="lte"/>
              <dgm:constr type="primFontSz" for="des" forName="circ3Tx" refType="primFontSz" refFor="des" refForName="parentText1" op="lte"/>
              <dgm:constr type="primFontSz" for="des" forName="circ4Tx" refType="primFontSz" refFor="des" refForName="parentText1" op="lte"/>
              <dgm:constr type="primFontSz" for="des" forName="circ1Tx" refType="primFontSz" refFor="des" refForName="parentText2" op="lte"/>
              <dgm:constr type="primFontSz" for="des" forName="circ2Tx" refType="primFontSz" refFor="des" refForName="parentText2" op="lte"/>
              <dgm:constr type="primFontSz" for="des" forName="circ3Tx" refType="primFontSz" refFor="des" refForName="parentText2" op="lte"/>
              <dgm:constr type="primFontSz" for="des" forName="circ4Tx" refType="primFontSz" refFor="des" refForName="parentText2" op="lte"/>
              <dgm:constr type="primFontSz" for="des" forName="circ1Tx" refType="primFontSz" refFor="des" refForName="parentText3" op="lte"/>
              <dgm:constr type="primFontSz" for="des" forName="circ2Tx" refType="primFontSz" refFor="des" refForName="parentText3" op="lte"/>
              <dgm:constr type="primFontSz" for="des" forName="circ3Tx" refType="primFontSz" refFor="des" refForName="parentText3" op="lte"/>
              <dgm:constr type="primFontSz" for="des" forName="circ4Tx" refType="primFontSz" refFor="des" refForName="parentText3" op="lte"/>
              <dgm:constr type="primFontSz" for="des" forName="rightChild" refType="primFontSz" refFor="des" refForName="parentText1" op="lte"/>
              <dgm:constr type="primFontSz" for="des" forName="rightChild" refType="primFontSz" refFor="des" refForName="parentText2" op="lte"/>
              <dgm:constr type="primFontSz" for="des" forName="rightChild" refType="primFontSz" refFor="des" refForName="parentText3" op="lte"/>
              <dgm:constr type="primFontSz" for="des" forName="childText1_2" refType="primFontSz" refFor="des" refForName="childText1_1" op="equ"/>
              <dgm:constr type="primFontSz" for="des" forName="childText1_3" refType="primFontSz" refFor="des" refForName="childText1_1" op="equ"/>
              <dgm:constr type="primFontSz" for="des" forName="childText1_4" refType="primFontSz" refFor="des" refForName="childText1_1" op="equ"/>
              <dgm:constr type="primFontSz" for="des" forName="circ2Tx" refType="primFontSz" refFor="des" refForName="circ1Tx" op="equ"/>
              <dgm:constr type="primFontSz" for="des" forName="circ3Tx" refType="primFontSz" refFor="des" refForName="circ1Tx" op="equ"/>
              <dgm:constr type="primFontSz" for="des" forName="circ4Tx" refType="primFontSz" refFor="des" refForName="circ1Tx" op="equ"/>
              <dgm:constr type="l" for="ch" forName="leftComposite" refType="w" fact="0.72"/>
              <dgm:constr type="t" for="ch" forName="leftComposite" refType="h" fact="0.1159"/>
              <dgm:constr type="w" for="ch" forName="leftComposite" refType="w" fact="0.2455"/>
              <dgm:constr type="h" for="ch" forName="leftComposite" refType="h" fact="0.6953"/>
              <dgm:constr type="l" for="ch" forName="middleComposite" refType="w" fact="0.365"/>
              <dgm:constr type="t" for="ch" forName="middleComposite" refType="h" fact="0.1545"/>
              <dgm:constr type="w" for="ch" forName="middleComposite" refType="w" fact="0.2728"/>
              <dgm:constr type="h" for="ch" forName="middleComposite" refType="h" fact="0.6567"/>
              <dgm:constr type="l" for="ch" forName="rightChild" refType="w" fact="0.09"/>
              <dgm:constr type="t" for="ch" forName="rightChild" refType="h" fact="0.1934"/>
              <dgm:constr type="w" for="ch" forName="rightChild" refType="w" fact="0.193"/>
              <dgm:constr type="h" for="ch" forName="rightChild" refType="h" fact="0.5464"/>
              <dgm:constr type="l" for="ch" forName="arc1" refType="w" fact="0"/>
              <dgm:constr type="t" for="ch" forName="arc1" refType="h" fact="0"/>
              <dgm:constr type="w" for="ch" forName="arc1" refType="w" fact="0.3305"/>
              <dgm:constr type="h" for="ch" forName="arc1" refType="h" fact="0.9357"/>
              <dgm:constr type="l" for="ch" forName="arc2" refType="w" fact="0.3295"/>
              <dgm:constr type="t" for="ch" forName="arc2" refType="h" fact="0"/>
              <dgm:constr type="w" for="ch" forName="arc2" refType="w" fact="0.3305"/>
              <dgm:constr type="h" for="ch" forName="arc2" refType="h" fact="0.9357"/>
              <dgm:constr type="l" for="ch" forName="arc3" refType="w" fact="0.3401"/>
              <dgm:constr type="t" for="ch" forName="arc3" refType="h" fact="0"/>
              <dgm:constr type="w" for="ch" forName="arc3" refType="w" fact="0.3305"/>
              <dgm:constr type="h" for="ch" forName="arc3" refType="h" fact="0.9357"/>
              <dgm:constr type="l" for="ch" forName="arc4" refType="w" fact="0.6695"/>
              <dgm:constr type="t" for="ch" forName="arc4" refType="h" fact="0"/>
              <dgm:constr type="w" for="ch" forName="arc4" refType="w" fact="0.3305"/>
              <dgm:constr type="h" for="ch" forName="arc4" refType="h" fact="0.9357"/>
              <dgm:constr type="l" for="ch" forName="parentText1" refType="w" fact="0.7"/>
              <dgm:constr type="t" for="ch" forName="parentText1" refType="h" fact="0.8128"/>
              <dgm:constr type="w" for="ch" forName="parentText1" refType="w" fact="0.2509"/>
              <dgm:constr type="h" for="ch" forName="parentText1" refType="h" fact="0.1872"/>
              <dgm:constr type="l" for="ch" forName="parentText2" refType="w" fact="0.3792"/>
              <dgm:constr type="t" for="ch" forName="parentText2" refType="h" fact="0.8128"/>
              <dgm:constr type="w" for="ch" forName="parentText2" refType="w" fact="0.2509"/>
              <dgm:constr type="h" for="ch" forName="parentText2" refType="h" fact="0.1872"/>
              <dgm:constr type="l" for="ch" forName="parentText3" refType="w" fact="0.062"/>
              <dgm:constr type="t" for="ch" forName="parentText3" refType="h" fact="0.8128"/>
              <dgm:constr type="w" for="ch" forName="parentText3" refType="w" fact="0.2509"/>
              <dgm:constr type="h" for="ch" forName="parentText3" refType="h" fact="0.1872"/>
            </dgm:constrLst>
          </dgm:else>
        </dgm:choose>
      </dgm:if>
      <dgm:if name="Name6" axis="ch" ptType="node" func="cnt" op="gte" val="2">
        <dgm:alg type="composite">
          <dgm:param type="ar" val="1.8986"/>
        </dgm:alg>
        <dgm:choose name="Name7">
          <dgm:if name="Name8" func="var" arg="dir" op="equ" val="norm">
            <dgm:constrLst>
              <dgm:constr type="primFontSz" for="des" forName="parentText1" val="65"/>
              <dgm:constr type="primFontSz" for="des" forName="childText1_1" val="65"/>
              <dgm:constr type="primFontSz" for="des" forName="circ1Tx" val="65"/>
              <dgm:constr type="primFontSz" for="des" forName="parentText2" refType="primFontSz" refFor="des" refForName="parentText1" op="equ"/>
              <dgm:constr type="primFontSz" for="des" forName="childText1_1" refType="primFontSz" refFor="des" refForName="parentText1" op="lte"/>
              <dgm:constr type="primFontSz" for="des" forName="childText1_2" refType="primFontSz" refFor="des" refForName="parentText1" op="lte"/>
              <dgm:constr type="primFontSz" for="des" forName="childText1_3" refType="primFontSz" refFor="des" refForName="parentText1" op="lte"/>
              <dgm:constr type="primFontSz" for="des" forName="childText1_4" refType="primFontSz" refFor="des" refForName="parentText1" op="lte"/>
              <dgm:constr type="primFontSz" for="des" forName="childText1_1" refType="primFontSz" refFor="des" refForName="parentText2" op="lte"/>
              <dgm:constr type="primFontSz" for="des" forName="childText1_2" refType="primFontSz" refFor="des" refForName="parentText2" op="lte"/>
              <dgm:constr type="primFontSz" for="des" forName="childText1_3" refType="primFontSz" refFor="des" refForName="parentText2" op="lte"/>
              <dgm:constr type="primFontSz" for="des" forName="childText1_4" refType="primFontSz" refFor="des" refForName="parentText2" op="lte"/>
              <dgm:constr type="primFontSz" for="des" forName="childText1_1" refType="primFontSz" refFor="des" refForName="parentText3" op="lte"/>
              <dgm:constr type="primFontSz" for="des" forName="childText1_2" refType="primFontSz" refFor="des" refForName="parentText3" op="lte"/>
              <dgm:constr type="primFontSz" for="des" forName="childText1_3" refType="primFontSz" refFor="des" refForName="parentText3" op="lte"/>
              <dgm:constr type="primFontSz" for="des" forName="childText1_4" refType="primFontSz" refFor="des" refForName="parentText3" op="lte"/>
              <dgm:constr type="primFontSz" for="des" forName="circ1Tx" refType="primFontSz" refFor="des" refForName="parentText1" op="lte"/>
              <dgm:constr type="primFontSz" for="des" forName="circ2Tx" refType="primFontSz" refFor="des" refForName="parentText1" op="lte"/>
              <dgm:constr type="primFontSz" for="des" forName="circ3Tx" refType="primFontSz" refFor="des" refForName="parentText1" op="lte"/>
              <dgm:constr type="primFontSz" for="des" forName="circ4Tx" refType="primFontSz" refFor="des" refForName="parentText1" op="lte"/>
              <dgm:constr type="primFontSz" for="des" forName="circ1Tx" refType="primFontSz" refFor="des" refForName="parentText2" op="lte"/>
              <dgm:constr type="primFontSz" for="des" forName="circ2Tx" refType="primFontSz" refFor="des" refForName="parentText2" op="lte"/>
              <dgm:constr type="primFontSz" for="des" forName="circ3Tx" refType="primFontSz" refFor="des" refForName="parentText2" op="lte"/>
              <dgm:constr type="primFontSz" for="des" forName="circ4Tx" refType="primFontSz" refFor="des" refForName="parentText2" op="lte"/>
              <dgm:constr type="primFontSz" for="des" forName="circ1Tx" refType="primFontSz" refFor="des" refForName="parentText3" op="lte"/>
              <dgm:constr type="primFontSz" for="des" forName="circ2Tx" refType="primFontSz" refFor="des" refForName="parentText3" op="lte"/>
              <dgm:constr type="primFontSz" for="des" forName="circ3Tx" refType="primFontSz" refFor="des" refForName="parentText3" op="lte"/>
              <dgm:constr type="primFontSz" for="des" forName="circ4Tx" refType="primFontSz" refFor="des" refForName="parentText3" op="lte"/>
              <dgm:constr type="primFontSz" for="des" forName="childText1_2" refType="primFontSz" refFor="des" refForName="childText1_1" op="equ"/>
              <dgm:constr type="primFontSz" for="des" forName="childText1_3" refType="primFontSz" refFor="des" refForName="childText1_1" op="equ"/>
              <dgm:constr type="primFontSz" for="des" forName="childText1_4" refType="primFontSz" refFor="des" refForName="childText1_1" op="equ"/>
              <dgm:constr type="primFontSz" for="des" forName="circ2Tx" refType="primFontSz" refFor="des" refForName="circ1Tx" op="equ"/>
              <dgm:constr type="primFontSz" for="des" forName="circ3Tx" refType="primFontSz" refFor="des" refForName="circ1Tx" op="equ"/>
              <dgm:constr type="primFontSz" for="des" forName="circ4Tx" refType="primFontSz" refFor="des" refForName="circ1Tx" op="equ"/>
              <dgm:constr type="l" for="ch" forName="leftComposite" refType="w" fact="0.0941"/>
              <dgm:constr type="t" for="ch" forName="leftComposite" refType="h" fact="0.1159"/>
              <dgm:constr type="w" for="ch" forName="leftComposite" refType="w" fact="0.3469"/>
              <dgm:constr type="h" for="ch" forName="leftComposite" refType="h" fact="0.6953"/>
              <dgm:constr type="l" for="ch" forName="middleComposite" refType="w" fact="0.5782"/>
              <dgm:constr type="t" for="ch" forName="middleComposite" refType="h" fact="0.1159"/>
              <dgm:constr type="w" for="ch" forName="middleComposite" refType="w" fact="0.3389"/>
              <dgm:constr type="h" for="ch" forName="middleComposite" refType="h" fact="0.6567"/>
              <dgm:constr type="l" for="ch" forName="arc1" refType="w" fact="0"/>
              <dgm:constr type="t" for="ch" forName="arc1" refType="h" fact="0"/>
              <dgm:constr type="w" for="ch" forName="arc1" refType="w" fact="0.4928"/>
              <dgm:constr type="h" for="ch" forName="arc1" refType="h" fact="0.9357"/>
              <dgm:constr type="l" for="ch" forName="arc3" refType="w" fact="0.5072"/>
              <dgm:constr type="t" for="ch" forName="arc3" refType="h" fact="0"/>
              <dgm:constr type="w" for="ch" forName="arc3" refType="w" fact="0.4928"/>
              <dgm:constr type="h" for="ch" forName="arc3" refType="h" fact="0.9357"/>
              <dgm:constr type="l" for="ch" forName="parentText1" refType="w" fact="0.0926"/>
              <dgm:constr type="t" for="ch" forName="parentText1" refType="h" fact="0.8128"/>
              <dgm:constr type="w" for="ch" forName="parentText1" refType="w" fact="0.3742"/>
              <dgm:constr type="h" for="ch" forName="parentText1" refType="h" fact="0.1872"/>
              <dgm:constr type="l" for="ch" forName="parentText2" refType="w" fact="0.5655"/>
              <dgm:constr type="t" for="ch" forName="parentText2" refType="h" fact="0.8128"/>
              <dgm:constr type="w" for="ch" forName="parentText2" refType="w" fact="0.3742"/>
              <dgm:constr type="h" for="ch" forName="parentText2" refType="h" fact="0.1872"/>
            </dgm:constrLst>
          </dgm:if>
          <dgm:else name="Name9">
            <dgm:constrLst>
              <dgm:constr type="primFontSz" for="des" forName="parentText1" val="65"/>
              <dgm:constr type="primFontSz" for="des" forName="childText1_1" val="65"/>
              <dgm:constr type="primFontSz" for="des" forName="circ1Tx" val="65"/>
              <dgm:constr type="primFontSz" for="des" forName="parentText2" refType="primFontSz" refFor="des" refForName="parentText1" op="equ"/>
              <dgm:constr type="primFontSz" for="des" forName="childText1_1" refType="primFontSz" refFor="des" refForName="parentText1" op="lte"/>
              <dgm:constr type="primFontSz" for="des" forName="childText1_2" refType="primFontSz" refFor="des" refForName="parentText1" op="lte"/>
              <dgm:constr type="primFontSz" for="des" forName="childText1_3" refType="primFontSz" refFor="des" refForName="parentText1" op="lte"/>
              <dgm:constr type="primFontSz" for="des" forName="childText1_4" refType="primFontSz" refFor="des" refForName="parentText1" op="lte"/>
              <dgm:constr type="primFontSz" for="des" forName="childText1_1" refType="primFontSz" refFor="des" refForName="parentText2" op="lte"/>
              <dgm:constr type="primFontSz" for="des" forName="childText1_2" refType="primFontSz" refFor="des" refForName="parentText2" op="lte"/>
              <dgm:constr type="primFontSz" for="des" forName="childText1_3" refType="primFontSz" refFor="des" refForName="parentText2" op="lte"/>
              <dgm:constr type="primFontSz" for="des" forName="childText1_4" refType="primFontSz" refFor="des" refForName="parentText2" op="lte"/>
              <dgm:constr type="primFontSz" for="des" forName="childText1_1" refType="primFontSz" refFor="des" refForName="parentText3" op="lte"/>
              <dgm:constr type="primFontSz" for="des" forName="childText1_2" refType="primFontSz" refFor="des" refForName="parentText3" op="lte"/>
              <dgm:constr type="primFontSz" for="des" forName="childText1_3" refType="primFontSz" refFor="des" refForName="parentText3" op="lte"/>
              <dgm:constr type="primFontSz" for="des" forName="childText1_4" refType="primFontSz" refFor="des" refForName="parentText3" op="lte"/>
              <dgm:constr type="primFontSz" for="des" forName="circ1Tx" refType="primFontSz" refFor="des" refForName="parentText1" op="lte"/>
              <dgm:constr type="primFontSz" for="des" forName="circ2Tx" refType="primFontSz" refFor="des" refForName="parentText1" op="lte"/>
              <dgm:constr type="primFontSz" for="des" forName="circ3Tx" refType="primFontSz" refFor="des" refForName="parentText1" op="lte"/>
              <dgm:constr type="primFontSz" for="des" forName="circ4Tx" refType="primFontSz" refFor="des" refForName="parentText1" op="lte"/>
              <dgm:constr type="primFontSz" for="des" forName="circ1Tx" refType="primFontSz" refFor="des" refForName="parentText2" op="lte"/>
              <dgm:constr type="primFontSz" for="des" forName="circ2Tx" refType="primFontSz" refFor="des" refForName="parentText2" op="lte"/>
              <dgm:constr type="primFontSz" for="des" forName="circ3Tx" refType="primFontSz" refFor="des" refForName="parentText2" op="lte"/>
              <dgm:constr type="primFontSz" for="des" forName="circ4Tx" refType="primFontSz" refFor="des" refForName="parentText2" op="lte"/>
              <dgm:constr type="primFontSz" for="des" forName="circ1Tx" refType="primFontSz" refFor="des" refForName="parentText3" op="lte"/>
              <dgm:constr type="primFontSz" for="des" forName="circ2Tx" refType="primFontSz" refFor="des" refForName="parentText3" op="lte"/>
              <dgm:constr type="primFontSz" for="des" forName="circ3Tx" refType="primFontSz" refFor="des" refForName="parentText3" op="lte"/>
              <dgm:constr type="primFontSz" for="des" forName="circ4Tx" refType="primFontSz" refFor="des" refForName="parentText3" op="lte"/>
              <dgm:constr type="primFontSz" for="des" forName="childText1_2" refType="primFontSz" refFor="des" refForName="childText1_1" op="equ"/>
              <dgm:constr type="primFontSz" for="des" forName="childText1_3" refType="primFontSz" refFor="des" refForName="childText1_1" op="equ"/>
              <dgm:constr type="primFontSz" for="des" forName="childText1_4" refType="primFontSz" refFor="des" refForName="childText1_1" op="equ"/>
              <dgm:constr type="primFontSz" for="des" forName="circ2Tx" refType="primFontSz" refFor="des" refForName="circ1Tx" op="equ"/>
              <dgm:constr type="primFontSz" for="des" forName="circ3Tx" refType="primFontSz" refFor="des" refForName="circ1Tx" op="equ"/>
              <dgm:constr type="primFontSz" for="des" forName="circ4Tx" refType="primFontSz" refFor="des" refForName="circ1Tx" op="equ"/>
              <dgm:constr type="l" for="ch" forName="leftComposite" refType="w" fact="0.592"/>
              <dgm:constr type="t" for="ch" forName="leftComposite" refType="h" fact="0.1159"/>
              <dgm:constr type="w" for="ch" forName="leftComposite" refType="w" fact="0.3469"/>
              <dgm:constr type="h" for="ch" forName="leftComposite" refType="h" fact="0.6953"/>
              <dgm:constr type="l" for="ch" forName="middleComposite" refType="w" fact="0.0941"/>
              <dgm:constr type="t" for="ch" forName="middleComposite" refType="h" fact="0.1159"/>
              <dgm:constr type="w" for="ch" forName="middleComposite" refType="w" fact="0.3389"/>
              <dgm:constr type="h" for="ch" forName="middleComposite" refType="h" fact="0.6567"/>
              <dgm:constr type="l" for="ch" forName="arc1" refType="w" fact="0"/>
              <dgm:constr type="t" for="ch" forName="arc1" refType="h" fact="0"/>
              <dgm:constr type="w" for="ch" forName="arc1" refType="w" fact="0.4928"/>
              <dgm:constr type="h" for="ch" forName="arc1" refType="h" fact="0.9357"/>
              <dgm:constr type="l" for="ch" forName="arc3" refType="w" fact="0.5072"/>
              <dgm:constr type="t" for="ch" forName="arc3" refType="h" fact="0"/>
              <dgm:constr type="w" for="ch" forName="arc3" refType="w" fact="0.4928"/>
              <dgm:constr type="h" for="ch" forName="arc3" refType="h" fact="0.9357"/>
              <dgm:constr type="l" for="ch" forName="parentText2" refType="w" fact="0.0926"/>
              <dgm:constr type="t" for="ch" forName="parentText2" refType="h" fact="0.8128"/>
              <dgm:constr type="w" for="ch" forName="parentText2" refType="w" fact="0.3742"/>
              <dgm:constr type="h" for="ch" forName="parentText2" refType="h" fact="0.1872"/>
              <dgm:constr type="l" for="ch" forName="parentText1" refType="w" fact="0.5655"/>
              <dgm:constr type="t" for="ch" forName="parentText1" refType="h" fact="0.8128"/>
              <dgm:constr type="w" for="ch" forName="parentText1" refType="w" fact="0.3742"/>
              <dgm:constr type="h" for="ch" forName="parentText1" refType="h" fact="0.1872"/>
            </dgm:constrLst>
          </dgm:else>
        </dgm:choose>
      </dgm:if>
      <dgm:else name="Name10">
        <dgm:alg type="composite">
          <dgm:param type="ar" val="0.8036"/>
        </dgm:alg>
        <dgm:constrLst>
          <dgm:constr type="primFontSz" for="des" forName="parentText1" val="65"/>
          <dgm:constr type="primFontSz" for="des" forName="childText1_1" val="65"/>
          <dgm:constr type="primFontSz" for="des" forName="childText1_1" refType="primFontSz" refFor="des" refForName="parentText1" op="lte"/>
          <dgm:constr type="primFontSz" for="des" forName="childText1_2" refType="primFontSz" refFor="des" refForName="parentText1" op="lte"/>
          <dgm:constr type="primFontSz" for="des" forName="childText1_3" refType="primFontSz" refFor="des" refForName="parentText1" op="lte"/>
          <dgm:constr type="primFontSz" for="des" forName="childText1_4" refType="primFontSz" refFor="des" refForName="parentText1" op="lte"/>
          <dgm:constr type="primFontSz" for="des" forName="childText1_1" refType="primFontSz" refFor="des" refForName="parentText2" op="lte"/>
          <dgm:constr type="primFontSz" for="des" forName="childText1_2" refType="primFontSz" refFor="des" refForName="parentText2" op="lte"/>
          <dgm:constr type="primFontSz" for="des" forName="childText1_3" refType="primFontSz" refFor="des" refForName="parentText2" op="lte"/>
          <dgm:constr type="primFontSz" for="des" forName="childText1_4" refType="primFontSz" refFor="des" refForName="parentText2" op="lte"/>
          <dgm:constr type="primFontSz" for="des" forName="childText1_1" refType="primFontSz" refFor="des" refForName="parentText3" op="lte"/>
          <dgm:constr type="primFontSz" for="des" forName="childText1_2" refType="primFontSz" refFor="des" refForName="parentText3" op="lte"/>
          <dgm:constr type="primFontSz" for="des" forName="childText1_3" refType="primFontSz" refFor="des" refForName="parentText3" op="lte"/>
          <dgm:constr type="primFontSz" for="des" forName="childText1_4" refType="primFontSz" refFor="des" refForName="parentText3" op="lte"/>
          <dgm:constr type="primFontSz" for="des" forName="childText1_2" refType="primFontSz" refFor="des" refForName="childText1_1" op="equ"/>
          <dgm:constr type="primFontSz" for="des" forName="childText1_3" refType="primFontSz" refFor="des" refForName="childText1_1" op="equ"/>
          <dgm:constr type="primFontSz" for="des" forName="childText1_4" refType="primFontSz" refFor="des" refForName="childText1_1" op="equ"/>
          <dgm:constr type="l" for="ch" forName="leftComposite" refType="w" fact="0"/>
          <dgm:constr type="t" for="ch" forName="leftComposite" refType="h" fact="0.1159"/>
          <dgm:constr type="w" for="ch" forName="leftComposite" refType="w"/>
          <dgm:constr type="h" for="ch" forName="leftComposite" refType="h" fact="0.6953"/>
          <dgm:constr type="l" for="ch" forName="parentText1" refType="w" fact="0"/>
          <dgm:constr type="t" for="ch" forName="parentText1" refType="h" fact="0.8128"/>
          <dgm:constr type="w" for="ch" forName="parentText1" refType="w"/>
          <dgm:constr type="h" for="ch" forName="parentText1" refType="h" fact="0.1872"/>
        </dgm:constrLst>
      </dgm:else>
    </dgm:choose>
    <dgm:choose name="Name11">
      <dgm:if name="Name12" axis="ch" ptType="node" func="cnt" op="gte" val="1">
        <dgm:choose name="Name13">
          <dgm:if name="Name14" axis="ch" ptType="node" func="cnt" op="gte" val="2">
            <dgm:layoutNode name="arc1">
              <dgm:alg type="sp"/>
              <dgm:shape xmlns:r="http://schemas.openxmlformats.org/officeDocument/2006/relationships" rot="90" type="blockArc" r:blip="">
                <dgm:adjLst>
                  <dgm:adj idx="1" val="-135"/>
                  <dgm:adj idx="2" val="-45"/>
                  <dgm:adj idx="3" val="0.0496"/>
                </dgm:adjLst>
              </dgm:shape>
              <dgm:presOf/>
            </dgm:layoutNode>
            <dgm:layoutNode name="arc3">
              <dgm:alg type="sp"/>
              <dgm:shape xmlns:r="http://schemas.openxmlformats.org/officeDocument/2006/relationships" rot="270" type="blockArc" r:blip="">
                <dgm:adjLst>
                  <dgm:adj idx="1" val="-135"/>
                  <dgm:adj idx="2" val="-45"/>
                  <dgm:adj idx="3" val="0.0496"/>
                </dgm:adjLst>
              </dgm:shape>
              <dgm:presOf/>
            </dgm:layoutNode>
            <dgm:layoutNode name="parentText2" styleLbl="revTx">
              <dgm:varLst>
                <dgm:chMax val="4"/>
                <dgm:chPref val="3"/>
                <dgm:bulletEnabled val="1"/>
              </dgm:varLst>
              <dgm:alg type="tx"/>
              <dgm:shape xmlns:r="http://schemas.openxmlformats.org/officeDocument/2006/relationships" type="rect" r:blip="">
                <dgm:adjLst/>
              </dgm:shape>
              <dgm:presOf axis="ch 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5"/>
        </dgm:choose>
        <dgm:choose name="Name16">
          <dgm:if name="Name17" axis="ch" ptType="node" func="cnt" op="gte" val="3">
            <dgm:layoutNode name="arc2">
              <dgm:alg type="sp"/>
              <dgm:shape xmlns:r="http://schemas.openxmlformats.org/officeDocument/2006/relationships" rot="90" type="blockArc" r:blip="">
                <dgm:adjLst>
                  <dgm:adj idx="1" val="-135"/>
                  <dgm:adj idx="2" val="-45"/>
                  <dgm:adj idx="3" val="0.0496"/>
                </dgm:adjLst>
              </dgm:shape>
              <dgm:presOf/>
            </dgm:layoutNode>
            <dgm:layoutNode name="arc4">
              <dgm:alg type="sp"/>
              <dgm:shape xmlns:r="http://schemas.openxmlformats.org/officeDocument/2006/relationships" rot="270" type="blockArc" r:blip="">
                <dgm:adjLst>
                  <dgm:adj idx="1" val="-135"/>
                  <dgm:adj idx="2" val="-45"/>
                  <dgm:adj idx="3" val="0.0496"/>
                </dgm:adjLst>
              </dgm:shape>
              <dgm:presOf/>
            </dgm:layoutNode>
            <dgm:layoutNode name="parentText3" styleLbl="revTx">
              <dgm:varLst>
                <dgm:chMax val="1"/>
                <dgm:chPref val="1"/>
                <dgm:bulletEnabled val="1"/>
              </dgm:varLst>
              <dgm:alg type="tx"/>
              <dgm:shape xmlns:r="http://schemas.openxmlformats.org/officeDocument/2006/relationships" type="rect" r:blip="">
                <dgm:adjLst/>
              </dgm:shape>
              <dgm:presOf axis="ch 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8"/>
        </dgm:choose>
      </dgm:if>
      <dgm:else name="Name19"/>
    </dgm:choose>
    <dgm:layoutNode name="middleComposite">
      <dgm:choose name="Name20">
        <dgm:if name="Name21" axis="ch ch" ptType="node node" st="2 1" cnt="1 0" func="cnt" op="lte" val="1">
          <dgm:alg type="composite">
            <dgm:param type="ar" val="1"/>
          </dgm:alg>
        </dgm:if>
        <dgm:if name="Name22" axis="ch ch" ptType="node node" st="2 1" cnt="1 0" func="cnt" op="equ" val="2">
          <dgm:alg type="composite">
            <dgm:param type="ar" val="1.792"/>
          </dgm:alg>
        </dgm:if>
        <dgm:if name="Name23" axis="ch ch" ptType="node node" st="2 1" cnt="1 0" func="cnt" op="equ" val="3">
          <dgm:alg type="composite">
            <dgm:param type="ar" val="1"/>
          </dgm:alg>
        </dgm:if>
        <dgm:else name="Name24">
          <dgm:alg type="composite">
            <dgm:param type="ar" val="1"/>
          </dgm:alg>
        </dgm:else>
      </dgm:choose>
      <dgm:shape xmlns:r="http://schemas.openxmlformats.org/officeDocument/2006/relationships" r:blip="">
        <dgm:adjLst/>
      </dgm:shape>
      <dgm:presOf/>
      <dgm:choose name="Name25">
        <dgm:if name="Name26" axis="ch ch" ptType="node node" st="2 1" cnt="1 0" func="cnt" op="lte" val="1">
          <dgm:constrLst>
            <dgm:constr type="ctrX" for="ch" forName="circ1" refType="w" fact="0.5"/>
            <dgm:constr type="ctrY" for="ch" forName="circ1" refType="h" fact="0.5"/>
            <dgm:constr type="w" for="ch" forName="circ1" refType="w"/>
            <dgm:constr type="h" for="ch" forName="circ1" refType="h"/>
            <dgm:constr type="l" for="ch" forName="circ1Tx" refType="w" fact="0.2"/>
            <dgm:constr type="t" for="ch" forName="circ1Tx" refType="h" fact="0.1"/>
            <dgm:constr type="w" for="ch" forName="circ1Tx" refType="w" fact="0.6"/>
            <dgm:constr type="h" for="ch" forName="circ1Tx" refType="h" fact="0.8"/>
          </dgm:constrLst>
        </dgm:if>
        <dgm:if name="Name27" axis="ch ch" ptType="node node" st="2 1" cnt="1 0"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Lst>
        </dgm:if>
        <dgm:if name="Name28" axis="ch ch" ptType="node node" st="2 1" cnt="1 0"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Lst>
        </dgm:if>
        <dgm:else name="Name29">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Lst>
        </dgm:else>
      </dgm:choose>
      <dgm:ruleLst/>
      <dgm:forEach name="Name30" axis="ch ch" ptType="node node" st="2 1" cnt="1 1">
        <dgm:layoutNode name="circ1" styleLbl="vennNode1">
          <dgm:alg type="sp"/>
          <dgm:shape xmlns:r="http://schemas.openxmlformats.org/officeDocument/2006/relationships" type="ellipse" r:blip="">
            <dgm:adjLst/>
          </dgm:shape>
          <dgm:presOf axis="desOrSelf" ptType="node"/>
          <dgm:constrLst/>
          <dgm:ruleLst/>
        </dgm:layoutNode>
        <dgm:layoutNode name="circ1Tx" styleLbl="revTx">
          <dgm:varLst>
            <dgm:chMax val="0"/>
            <dgm:chPref val="0"/>
          </dgm:varLst>
          <dgm:alg type="tx">
            <dgm:param type="txAnchorHorzCh" val="ctr"/>
            <dgm:param type="txAnchorVertCh" val="mid"/>
          </dgm:alg>
          <dgm:shape xmlns:r="http://schemas.openxmlformats.org/officeDocument/2006/relationships" type="rect" r:blip="" hideGeom="1">
            <dgm:adjLst/>
          </dgm:shape>
          <dgm:presOf axis="desOrSelf" ptType="node"/>
          <dgm:constrLst>
            <dgm:constr type="tMarg"/>
            <dgm:constr type="bMarg"/>
            <dgm:constr type="lMarg"/>
            <dgm:constr type="rMarg"/>
            <dgm:constr type="primFontSz" val="20"/>
          </dgm:constrLst>
          <dgm:ruleLst>
            <dgm:rule type="primFontSz" val="5" fact="NaN" max="NaN"/>
          </dgm:ruleLst>
        </dgm:layoutNode>
      </dgm:forEach>
      <dgm:forEach name="Name31" axis="ch ch" ptType="node node" st="2 2" cnt="1 1">
        <dgm:layoutNode name="circ2" styleLbl="vennNode1">
          <dgm:alg type="sp"/>
          <dgm:shape xmlns:r="http://schemas.openxmlformats.org/officeDocument/2006/relationships" type="ellipse" r:blip="">
            <dgm:adjLst/>
          </dgm:shape>
          <dgm:presOf axis="desOrSelf" ptType="node"/>
          <dgm:constrLst/>
          <dgm:ruleLst/>
        </dgm:layoutNode>
        <dgm:layoutNode name="circ2Tx" styleLbl="revTx">
          <dgm:varLst>
            <dgm:chMax val="0"/>
            <dgm:chPref val="0"/>
          </dgm:varLst>
          <dgm:alg type="tx">
            <dgm:param type="txAnchorHorzCh" val="ctr"/>
            <dgm:param type="txAnchorVertCh" val="mid"/>
          </dgm:alg>
          <dgm:shape xmlns:r="http://schemas.openxmlformats.org/officeDocument/2006/relationships" type="rect" r:blip="" hideGeom="1">
            <dgm:adjLst/>
          </dgm:shape>
          <dgm:presOf axis="desOrSelf" ptType="node"/>
          <dgm:constrLst>
            <dgm:constr type="tMarg"/>
            <dgm:constr type="bMarg"/>
            <dgm:constr type="lMarg"/>
            <dgm:constr type="rMarg"/>
            <dgm:constr type="primFontSz" val="20"/>
          </dgm:constrLst>
          <dgm:ruleLst>
            <dgm:rule type="primFontSz" val="5" fact="NaN" max="NaN"/>
          </dgm:ruleLst>
        </dgm:layoutNode>
      </dgm:forEach>
      <dgm:forEach name="Name32" axis="ch ch" ptType="node node" st="2 3" cnt="1 1">
        <dgm:layoutNode name="circ3" styleLbl="vennNode1">
          <dgm:alg type="sp"/>
          <dgm:shape xmlns:r="http://schemas.openxmlformats.org/officeDocument/2006/relationships" type="ellipse" r:blip="">
            <dgm:adjLst/>
          </dgm:shape>
          <dgm:presOf axis="desOrSelf" ptType="node"/>
          <dgm:constrLst/>
          <dgm:ruleLst/>
        </dgm:layoutNode>
        <dgm:layoutNode name="circ3Tx" styleLbl="revTx">
          <dgm:varLst>
            <dgm:chMax val="0"/>
            <dgm:chPref val="0"/>
          </dgm:varLst>
          <dgm:alg type="tx">
            <dgm:param type="txAnchorHorzCh" val="ctr"/>
            <dgm:param type="txAnchorVertCh" val="mid"/>
          </dgm:alg>
          <dgm:shape xmlns:r="http://schemas.openxmlformats.org/officeDocument/2006/relationships" type="rect" r:blip="" hideGeom="1">
            <dgm:adjLst/>
          </dgm:shape>
          <dgm:presOf axis="desOrSelf" ptType="node"/>
          <dgm:constrLst>
            <dgm:constr type="tMarg"/>
            <dgm:constr type="bMarg"/>
            <dgm:constr type="lMarg"/>
            <dgm:constr type="rMarg"/>
            <dgm:constr type="primFontSz" val="20"/>
          </dgm:constrLst>
          <dgm:ruleLst>
            <dgm:rule type="primFontSz" val="5" fact="NaN" max="NaN"/>
          </dgm:ruleLst>
        </dgm:layoutNode>
      </dgm:forEach>
      <dgm:forEach name="Name33" axis="ch ch" ptType="node node" st="2 4" cnt="1 1">
        <dgm:layoutNode name="circ4" styleLbl="vennNode1">
          <dgm:alg type="sp"/>
          <dgm:shape xmlns:r="http://schemas.openxmlformats.org/officeDocument/2006/relationships" type="ellipse" r:blip="">
            <dgm:adjLst/>
          </dgm:shape>
          <dgm:presOf axis="desOrSelf" ptType="nod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presOf axis="desOrSelf" ptType="node"/>
          <dgm:constrLst>
            <dgm:constr type="tMarg"/>
            <dgm:constr type="bMarg"/>
            <dgm:constr type="lMarg"/>
            <dgm:constr type="rMarg"/>
            <dgm:constr type="primFontSz" val="20"/>
          </dgm:constrLst>
          <dgm:ruleLst>
            <dgm:rule type="primFontSz" val="5" fact="NaN" max="NaN"/>
          </dgm:ruleLst>
        </dgm:layoutNode>
      </dgm:forEach>
    </dgm:layoutNode>
    <dgm:layoutNode name="leftComposite">
      <dgm:choose name="Name34">
        <dgm:if name="Name35" axis="ch ch" ptType="node node" st="1 1" cnt="1 0" func="cnt" op="lte" val="1">
          <dgm:alg type="composite">
            <dgm:param type="ar" val="1.3085"/>
          </dgm:alg>
          <dgm:constrLst>
            <dgm:constr type="l" for="ch" forName="childText1_1" refType="w" fact="0.2124"/>
            <dgm:constr type="t" for="ch" forName="childText1_1" refType="h" fact="0"/>
            <dgm:constr type="w" for="ch" forName="childText1_1" refType="w" fact="0.5759"/>
            <dgm:constr type="h" for="ch" forName="childText1_1" refType="h" fact="0.7535"/>
            <dgm:constr type="l" for="ch" forName="ellipse1" refType="w" fact="0"/>
            <dgm:constr type="t" for="ch" forName="ellipse1" refType="h" fact="0.63"/>
            <dgm:constr type="w" for="ch" forName="ellipse1" refType="w" fact="0.2828"/>
            <dgm:constr type="h" for="ch" forName="ellipse1" refType="h" fact="0.37"/>
            <dgm:constr type="l" for="ch" forName="ellipse2" refType="w" fact="0.82"/>
            <dgm:constr type="t" for="ch" forName="ellipse2" refType="h" fact="0.17"/>
            <dgm:constr type="w" for="ch" forName="ellipse2" refType="w" fact="0.1645"/>
            <dgm:constr type="h" for="ch" forName="ellipse2" refType="h" fact="0.2153"/>
          </dgm:constrLst>
        </dgm:if>
        <dgm:if name="Name36" axis="ch ch" ptType="node node" st="1 1" cnt="1 0" func="cnt" op="equ" val="2">
          <dgm:alg type="composite">
            <dgm:param type="ar" val="0.8917"/>
          </dgm:alg>
          <dgm:constrLst>
            <dgm:constr type="l" for="ch" forName="childText1_1" refType="w" fact="0.1864"/>
            <dgm:constr type="t" for="ch" forName="childText1_1" refType="h" fact="0"/>
            <dgm:constr type="w" for="ch" forName="childText1_1" refType="w" fact="0.5055"/>
            <dgm:constr type="h" for="ch" forName="childText1_1" refType="h" fact="0.4507"/>
            <dgm:constr type="l" for="ch" forName="childText1_2" refType="w" fact="0.4945"/>
            <dgm:constr type="t" for="ch" forName="childText1_2" refType="h" fact="0.3929"/>
            <dgm:constr type="w" for="ch" forName="childText1_2" refType="w" fact="0.5055"/>
            <dgm:constr type="h" for="ch" forName="childText1_2" refType="h" fact="0.4507"/>
            <dgm:constr type="l" for="ch" forName="ellipse1" refType="w" fact="0"/>
            <dgm:constr type="t" for="ch" forName="ellipse1" refType="h" fact="0.3768"/>
            <dgm:constr type="w" for="ch" forName="ellipse1" refType="w" fact="0.2482"/>
            <dgm:constr type="h" for="ch" forName="ellipse1" refType="h" fact="0.2213"/>
            <dgm:constr type="l" for="ch" forName="ellipse3" refType="w" fact="0.5474"/>
            <dgm:constr type="t" for="ch" forName="ellipse3" refType="h" fact="0.8712"/>
            <dgm:constr type="w" for="ch" forName="ellipse3" refType="w" fact="0.1444"/>
            <dgm:constr type="h" for="ch" forName="ellipse3" refType="h" fact="0.1288"/>
            <dgm:constr type="l" for="ch" forName="ellipse2" refType="w" fact="0.7333"/>
            <dgm:constr type="t" for="ch" forName="ellipse2" refType="h" fact="0.0887"/>
            <dgm:constr type="w" for="ch" forName="ellipse2" refType="w" fact="0.1444"/>
            <dgm:constr type="h" for="ch" forName="ellipse2" refType="h" fact="0.1288"/>
          </dgm:constrLst>
        </dgm:if>
        <dgm:if name="Name37" axis="ch ch" ptType="node node" st="1 1" cnt="1 0" func="cnt" op="equ" val="3">
          <dgm:alg type="composite">
            <dgm:param type="ar" val="1.0811"/>
          </dgm:alg>
          <dgm:constrLst>
            <dgm:constr type="l" for="ch" forName="childText1_3" refType="w" fact="0.1649"/>
            <dgm:constr type="t" for="ch" forName="childText1_3" refType="h" fact="0.5389"/>
            <dgm:constr type="w" for="ch" forName="childText1_3" refType="w" fact="0.4265"/>
            <dgm:constr type="h" for="ch" forName="childText1_3" refType="h" fact="0.4611"/>
            <dgm:constr type="l" for="ch" forName="childText1_1" refType="w" fact="0.1573"/>
            <dgm:constr type="t" for="ch" forName="childText1_1" refType="h" fact="0"/>
            <dgm:constr type="w" for="ch" forName="childText1_1" refType="w" fact="0.4265"/>
            <dgm:constr type="h" for="ch" forName="childText1_1" refType="h" fact="0.4611"/>
            <dgm:constr type="l" for="ch" forName="childText1_2" refType="w" fact="0.5735"/>
            <dgm:constr type="t" for="ch" forName="childText1_2" refType="h" fact="0.2754"/>
            <dgm:constr type="w" for="ch" forName="childText1_2" refType="w" fact="0.4265"/>
            <dgm:constr type="h" for="ch" forName="childText1_2" refType="h" fact="0.4611"/>
            <dgm:constr type="l" for="ch" forName="ellipse1" refType="w" fact="0"/>
            <dgm:constr type="t" for="ch" forName="ellipse1" refType="h" fact="0.3855"/>
            <dgm:constr type="w" for="ch" forName="ellipse1" refType="w" fact="0.2095"/>
            <dgm:constr type="h" for="ch" forName="ellipse1" refType="h" fact="0.2264"/>
            <dgm:constr type="l" for="ch" forName="ellipse3" refType="w" fact="0.6181"/>
            <dgm:constr type="t" for="ch" forName="ellipse3" refType="h" fact="0.7647"/>
            <dgm:constr type="w" for="ch" forName="ellipse3" refType="w" fact="0.1219"/>
            <dgm:constr type="h" for="ch" forName="ellipse3" refType="h" fact="0.1317"/>
            <dgm:constr type="l" for="ch" forName="ellipse2" refType="w" fact="0.6188"/>
            <dgm:constr type="t" for="ch" forName="ellipse2" refType="h" fact="0.0907"/>
            <dgm:constr type="w" for="ch" forName="ellipse2" refType="w" fact="0.1219"/>
            <dgm:constr type="h" for="ch" forName="ellipse2" refType="h" fact="0.1317"/>
          </dgm:constrLst>
        </dgm:if>
        <dgm:else name="Name38">
          <dgm:alg type="composite">
            <dgm:param type="ar" val="0.9472"/>
          </dgm:alg>
          <dgm:constrLst>
            <dgm:constr type="l" for="ch" forName="childText1_3" refType="w" fact="0"/>
            <dgm:constr type="t" for="ch" forName="childText1_3" refType="h" fact="0.6035"/>
            <dgm:constr type="w" for="ch" forName="childText1_3" refType="w" fact="0.4186"/>
            <dgm:constr type="h" for="ch" forName="childText1_3" refType="h" fact="0.3965"/>
            <dgm:constr type="l" for="ch" forName="childText1_1" refType="w" fact="0.0981"/>
            <dgm:constr type="t" for="ch" forName="childText1_1" refType="h" fact="0"/>
            <dgm:constr type="w" for="ch" forName="childText1_1" refType="w" fact="0.4186"/>
            <dgm:constr type="h" for="ch" forName="childText1_1" refType="h" fact="0.3965"/>
            <dgm:constr type="l" for="ch" forName="childText1_2" refType="w" fact="0.5385"/>
            <dgm:constr type="t" for="ch" forName="childText1_2" refType="h" fact="0.1304"/>
            <dgm:constr type="w" for="ch" forName="childText1_2" refType="w" fact="0.4186"/>
            <dgm:constr type="h" for="ch" forName="childText1_2" refType="h" fact="0.3965"/>
            <dgm:constr type="l" for="ch" forName="ellipse4" refType="w" fact="0.3222"/>
            <dgm:constr type="t" for="ch" forName="ellipse4" refType="h" fact="0.4232"/>
            <dgm:constr type="w" for="ch" forName="ellipse4" refType="w" fact="0.2056"/>
            <dgm:constr type="h" for="ch" forName="ellipse4" refType="h" fact="0.1947"/>
            <dgm:constr type="l" for="ch" forName="ellipse1" refType="w" fact="0.1489"/>
            <dgm:constr type="t" for="ch" forName="ellipse1" refType="h" fact="0.4502"/>
            <dgm:constr type="w" for="ch" forName="ellipse1" refType="w" fact="0.1196"/>
            <dgm:constr type="h" for="ch" forName="ellipse1" refType="h" fact="0.1133"/>
            <dgm:constr type="l" for="ch" forName="ellipse2" refType="w" fact="0.5384"/>
            <dgm:constr type="t" for="ch" forName="ellipse2" refType="h" fact="0.0124"/>
            <dgm:constr type="w" for="ch" forName="ellipse2" refType="w" fact="0.1196"/>
            <dgm:constr type="h" for="ch" forName="ellipse2" refType="h" fact="0.1133"/>
            <dgm:constr type="l" for="ch" forName="childText1_4" refType="w" fact="0.4625"/>
            <dgm:constr type="t" for="ch" forName="childText1_4" refType="h" fact="0.5719"/>
            <dgm:constr type="w" for="ch" forName="childText1_4" refType="w" fact="0.4186"/>
            <dgm:constr type="h" for="ch" forName="childText1_4" refType="h" fact="0.3965"/>
            <dgm:constr type="l" for="ch" forName="ellipse3" refType="w" fact="0.8804"/>
            <dgm:constr type="t" for="ch" forName="ellipse3" refType="h" fact="0.5329"/>
            <dgm:constr type="w" for="ch" forName="ellipse3" refType="w" fact="0.1196"/>
            <dgm:constr type="h" for="ch" forName="ellipse3" refType="h" fact="0.1133"/>
            <dgm:constr type="l" for="ch" forName="ellipse5" refType="w" fact="0.0146"/>
            <dgm:constr type="t" for="ch" forName="ellipse5" refType="h" fact="0.5228"/>
            <dgm:constr type="w" for="ch" forName="ellipse5" refType="w" fact="0.0899"/>
            <dgm:constr type="h" for="ch" forName="ellipse5" refType="h" fact="0.0851"/>
          </dgm:constrLst>
        </dgm:else>
      </dgm:choose>
      <dgm:forEach name="Name39" axis="ch ch" ptType="node node" st="1 1" cnt="1 1">
        <dgm:layoutNode name="childText1_1" styleLbl="vennNode1">
          <dgm:varLst>
            <dgm:chMax val="0"/>
            <dgm:chPref val="0"/>
          </dgm:varLst>
          <dgm:alg type="tx"/>
          <dgm:shape xmlns:r="http://schemas.openxmlformats.org/officeDocument/2006/relationships" type="ellipse"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ellipse1" styleLbl="vennNode1">
          <dgm:alg type="sp"/>
          <dgm:shape xmlns:r="http://schemas.openxmlformats.org/officeDocument/2006/relationships" type="ellipse" r:blip="">
            <dgm:adjLst/>
          </dgm:shape>
          <dgm:presOf/>
        </dgm:layoutNode>
        <dgm:layoutNode name="ellipse2" styleLbl="vennNode1">
          <dgm:alg type="sp"/>
          <dgm:shape xmlns:r="http://schemas.openxmlformats.org/officeDocument/2006/relationships" type="ellipse" r:blip="">
            <dgm:adjLst/>
          </dgm:shape>
          <dgm:presOf/>
        </dgm:layoutNode>
      </dgm:forEach>
      <dgm:forEach name="Name40" axis="ch ch" ptType="node node" st="1 2" cnt="1 1">
        <dgm:layoutNode name="childText1_2" styleLbl="vennNode1">
          <dgm:varLst>
            <dgm:chMax val="0"/>
            <dgm:chPref val="0"/>
          </dgm:varLst>
          <dgm:alg type="tx"/>
          <dgm:shape xmlns:r="http://schemas.openxmlformats.org/officeDocument/2006/relationships" type="ellipse"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ellipse3" styleLbl="vennNode1">
          <dgm:alg type="sp"/>
          <dgm:shape xmlns:r="http://schemas.openxmlformats.org/officeDocument/2006/relationships" type="ellipse" r:blip="">
            <dgm:adjLst/>
          </dgm:shape>
          <dgm:presOf/>
        </dgm:layoutNode>
      </dgm:forEach>
      <dgm:forEach name="Name41" axis="ch ch" ptType="node node" st="1 3" cnt="1 1">
        <dgm:layoutNode name="childText1_3" styleLbl="vennNode1">
          <dgm:varLst>
            <dgm:chMax val="0"/>
            <dgm:chPref val="0"/>
          </dgm:varLst>
          <dgm:alg type="tx"/>
          <dgm:shape xmlns:r="http://schemas.openxmlformats.org/officeDocument/2006/relationships" type="ellipse"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forEach name="Name42" axis="ch ch" ptType="node node" st="1 4" cnt="1 1">
        <dgm:layoutNode name="childText1_4" styleLbl="vennNode1">
          <dgm:varLst>
            <dgm:chMax val="0"/>
            <dgm:chPref val="0"/>
          </dgm:varLst>
          <dgm:alg type="tx"/>
          <dgm:shape xmlns:r="http://schemas.openxmlformats.org/officeDocument/2006/relationships" type="ellipse"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ellipse4" styleLbl="vennNode1">
          <dgm:alg type="sp"/>
          <dgm:shape xmlns:r="http://schemas.openxmlformats.org/officeDocument/2006/relationships" type="ellipse" r:blip="">
            <dgm:adjLst/>
          </dgm:shape>
          <dgm:presOf/>
        </dgm:layoutNode>
        <dgm:layoutNode name="ellipse5" styleLbl="vennNode1">
          <dgm:alg type="sp"/>
          <dgm:shape xmlns:r="http://schemas.openxmlformats.org/officeDocument/2006/relationships" type="ellipse" r:blip="">
            <dgm:adjLst/>
          </dgm:shape>
          <dgm:presOf/>
        </dgm:layoutNode>
      </dgm:forEach>
    </dgm:layoutNode>
    <dgm:choose name="Name43">
      <dgm:if name="Name44" axis="ch ch" ptType="node node" st="3 1" cnt="1 0" func="cnt" op="gte" val="1">
        <dgm:layoutNode name="rightChild">
          <dgm:varLst>
            <dgm:chMax val="0"/>
            <dgm:chPref val="0"/>
          </dgm:varLst>
          <dgm:alg type="tx"/>
          <dgm:shape xmlns:r="http://schemas.openxmlformats.org/officeDocument/2006/relationships" type="ellipse" r:blip="">
            <dgm:adjLst/>
          </dgm:shape>
          <dgm:presOf axis="ch des"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5"/>
    </dgm:choose>
    <dgm:layoutNode name="parentText1" styleLbl="revTx">
      <dgm:varLst>
        <dgm:chMax val="4"/>
        <dgm:chPref val="3"/>
        <dgm:bulletEnabled val="1"/>
      </dgm:varLst>
      <dgm:alg type="tx"/>
      <dgm:shape xmlns:r="http://schemas.openxmlformats.org/officeDocument/2006/relationships" type="rect" r:blip="">
        <dgm:adjLst/>
      </dgm:shape>
      <dgm:presOf axis="ch 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Def>
</file>

<file path=ppt/diagrams/layout5.xml><?xml version="1.0" encoding="utf-8"?>
<dgm:layoutDef xmlns:dgm="http://schemas.openxmlformats.org/drawingml/2006/diagram" xmlns:a="http://schemas.openxmlformats.org/drawingml/2006/main" uniqueId="urn:microsoft.com/office/officeart/2005/8/layout/hProcess10">
  <dgm:title val=""/>
  <dgm:desc val=""/>
  <dgm:catLst>
    <dgm:cat type="process" pri="3000"/>
    <dgm:cat type="picture" pri="30000"/>
    <dgm:cat type="pictureconvert" pri="3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op="equ" fact="0.3333"/>
      <dgm:constr type="primFontSz" for="des" forName="txNode" op="equ" val="65"/>
      <dgm:constr type="primFontSz" for="des" forName="connTx" op="equ" val="55"/>
      <dgm:constr type="primFontSz" for="des" forName="connTx" refType="primFontSz" refFor="des" refForName="txNode" op="lte" fact="0.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imagSh"/>
              <dgm:constr type="w" for="ch" forName="imagSh" refType="w" fact="0.86"/>
              <dgm:constr type="t" for="ch" forName="imagSh"/>
              <dgm:constr type="h" for="ch" forName="imagSh" refType="w" refFor="ch" refForName="imagSh"/>
              <dgm:constr type="l" for="ch" forName="txNode" refType="w" fact="0.14"/>
              <dgm:constr type="w" for="ch" forName="txNode" refType="w" refFor="ch" refForName="imagSh"/>
              <dgm:constr type="t" for="ch" forName="txNode" refType="h" refFor="ch" refForName="imagSh" fact="0.6"/>
              <dgm:constr type="h" for="ch" forName="txNode" refType="h" refFor="ch" refForName="imagSh"/>
            </dgm:constrLst>
          </dgm:if>
          <dgm:else name="Name7">
            <dgm:constrLst>
              <dgm:constr type="l" for="ch" forName="imagSh" refType="w" fact="0.14"/>
              <dgm:constr type="w" for="ch" forName="imagSh" refType="w" fact="0.86"/>
              <dgm:constr type="t" for="ch" forName="imagSh"/>
              <dgm:constr type="h" for="ch" forName="imagSh" refType="w" refFor="ch" refForName="imagSh"/>
              <dgm:constr type="l" for="ch" forName="txNode"/>
              <dgm:constr type="w" for="ch" forName="txNode" refType="w" refFor="ch" refForName="imagSh"/>
              <dgm:constr type="t" for="ch" forName="txNode" refType="h" refFor="ch" refForName="imagSh" fact="0.6"/>
              <dgm:constr type="h" for="ch" forName="txNode" refType="h" refFor="ch" refForName="imagSh"/>
            </dgm:constrLst>
          </dgm:else>
        </dgm:choose>
        <dgm:ruleLst/>
        <dgm:layoutNode name="imagSh" styleLbl="bgImgPlace1">
          <dgm:alg type="sp"/>
          <dgm:shape xmlns:r="http://schemas.openxmlformats.org/officeDocument/2006/relationships" type="roundRect" r:blip="" blipPhldr="1">
            <dgm:adjLst>
              <dgm:adj idx="1" val="0.1"/>
            </dgm:adjLst>
          </dgm:shape>
          <dgm:presOf/>
          <dgm:constrLst/>
          <dgm:ruleLst/>
        </dgm:layoutNode>
        <dgm:layoutNode name="txNode" styleLbl="node1">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sibTransForEach" axis="followSib" ptType="sibTrans" cnt="1">
        <dgm:layoutNode name="sibTrans">
          <dgm:alg type="conn">
            <dgm:param type="begPts" val="auto"/>
            <dgm:param type="endPts" val="auto"/>
            <dgm:param type="srcNode" val="imagSh"/>
            <dgm:param type="dstNode" val="imagSh"/>
          </dgm:alg>
          <dgm:shape xmlns:r="http://schemas.openxmlformats.org/officeDocument/2006/relationships" type="conn" r:blip="">
            <dgm:adjLst/>
          </dgm:shape>
          <dgm:presOf axis="self"/>
          <dgm:constrLst>
            <dgm:constr type="h" refType="w" fact="0.62"/>
            <dgm:constr type="connDist"/>
            <dgm:constr type="begPad" refType="connDist" fact="0.35"/>
            <dgm:constr type="endPad" refType="connDist" fact="0.3"/>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A2CA1C-82D6-4987-8272-09D44CFC9AAB}" type="datetimeFigureOut">
              <a:rPr lang="en-US" smtClean="0"/>
              <a:t>8/12/2016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6FA548-67E9-478F-A114-2BC23F15EB1B}" type="slidenum">
              <a:rPr lang="en-US" smtClean="0"/>
              <a:t>‹#›</a:t>
            </a:fld>
            <a:endParaRPr lang="en-US"/>
          </a:p>
        </p:txBody>
      </p:sp>
    </p:spTree>
    <p:extLst>
      <p:ext uri="{BB962C8B-B14F-4D97-AF65-F5344CB8AC3E}">
        <p14:creationId xmlns:p14="http://schemas.microsoft.com/office/powerpoint/2010/main" val="4499787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0898"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ln>
        </p:spPr>
      </p:sp>
      <p:sp>
        <p:nvSpPr>
          <p:cNvPr id="80899" name="Rectangle 2"/>
          <p:cNvSpPr>
            <a:spLocks noGrp="1" noChangeArrowheads="1"/>
          </p:cNvSpPr>
          <p:nvPr>
            <p:ph type="body" idx="1"/>
          </p:nvPr>
        </p:nvSpPr>
        <p:spPr>
          <a:xfrm>
            <a:off x="685800" y="4343400"/>
            <a:ext cx="5446713" cy="4076700"/>
          </a:xfrm>
          <a:noFill/>
          <a:ln/>
        </p:spPr>
        <p:txBody>
          <a:bodyPr wrap="none" anchor="ctr"/>
          <a:lstStyle/>
          <a:p>
            <a:endParaRPr lang="en-US" dirty="0" smtClean="0"/>
          </a:p>
        </p:txBody>
      </p:sp>
    </p:spTree>
    <p:extLst>
      <p:ext uri="{BB962C8B-B14F-4D97-AF65-F5344CB8AC3E}">
        <p14:creationId xmlns:p14="http://schemas.microsoft.com/office/powerpoint/2010/main" val="24872286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0F98010B-FC5E-4C27-B43B-137998F61C16}" type="datetimeFigureOut">
              <a:rPr lang="en-US" smtClean="0"/>
              <a:t>8/12/2016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1356627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F98010B-FC5E-4C27-B43B-137998F61C16}" type="datetimeFigureOut">
              <a:rPr lang="en-US" smtClean="0"/>
              <a:t>8/12/2016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9584567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F98010B-FC5E-4C27-B43B-137998F61C16}" type="datetimeFigureOut">
              <a:rPr lang="en-US" smtClean="0"/>
              <a:t>8/12/2016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1038229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F98010B-FC5E-4C27-B43B-137998F61C16}" type="datetimeFigureOut">
              <a:rPr lang="en-US" smtClean="0"/>
              <a:t>8/12/2016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29094027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F98010B-FC5E-4C27-B43B-137998F61C16}" type="datetimeFigureOut">
              <a:rPr lang="en-US" smtClean="0"/>
              <a:t>8/12/2016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835051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0F98010B-FC5E-4C27-B43B-137998F61C16}" type="datetimeFigureOut">
              <a:rPr lang="en-US" smtClean="0"/>
              <a:t>8/12/2016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39422141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98010B-FC5E-4C27-B43B-137998F61C16}" type="datetimeFigureOut">
              <a:rPr lang="en-US" smtClean="0"/>
              <a:t>8/12/2016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12243722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F98010B-FC5E-4C27-B43B-137998F61C16}" type="datetimeFigureOut">
              <a:rPr lang="en-US" smtClean="0"/>
              <a:t>8/12/2016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32369542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F98010B-FC5E-4C27-B43B-137998F61C16}" type="datetimeFigureOut">
              <a:rPr lang="en-US" smtClean="0"/>
              <a:t>8/12/2016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567453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F98010B-FC5E-4C27-B43B-137998F61C16}" type="datetimeFigureOut">
              <a:rPr lang="en-US" smtClean="0"/>
              <a:t>8/12/2016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28097729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F98010B-FC5E-4C27-B43B-137998F61C16}" type="datetimeFigureOut">
              <a:rPr lang="en-US" smtClean="0"/>
              <a:t>8/12/2016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15574320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98010B-FC5E-4C27-B43B-137998F61C16}" type="datetimeFigureOut">
              <a:rPr lang="en-US" smtClean="0"/>
              <a:t>8/12/2016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954BEE-865D-433D-8F00-28C0A03EDA7A}" type="slidenum">
              <a:rPr lang="en-US" smtClean="0"/>
              <a:t>‹#›</a:t>
            </a:fld>
            <a:endParaRPr lang="en-US"/>
          </a:p>
        </p:txBody>
      </p:sp>
      <p:sp>
        <p:nvSpPr>
          <p:cNvPr id="7" name="Rectangle 6"/>
          <p:cNvSpPr>
            <a:spLocks noChangeArrowheads="1"/>
          </p:cNvSpPr>
          <p:nvPr userDrawn="1"/>
        </p:nvSpPr>
        <p:spPr bwMode="auto">
          <a:xfrm>
            <a:off x="0" y="1"/>
            <a:ext cx="9144000" cy="188586"/>
          </a:xfrm>
          <a:prstGeom prst="rect">
            <a:avLst/>
          </a:prstGeom>
          <a:solidFill>
            <a:srgbClr val="C00000"/>
          </a:solidFill>
          <a:ln w="9525">
            <a:noFill/>
            <a:round/>
            <a:headEnd/>
            <a:tailEnd/>
          </a:ln>
          <a:effectLst/>
        </p:spPr>
        <p:txBody>
          <a:bodyPr wrap="none" anchor="ctr"/>
          <a:lstStyle/>
          <a:p>
            <a:pPr algn="r">
              <a:defRPr/>
            </a:pPr>
            <a:r>
              <a:rPr lang="en-SG" sz="1350" dirty="0" err="1" smtClean="0">
                <a:solidFill>
                  <a:schemeClr val="bg1"/>
                </a:solidFill>
              </a:rPr>
              <a:t>iAcademy</a:t>
            </a:r>
            <a:endParaRPr lang="en-SG" sz="1350" dirty="0">
              <a:solidFill>
                <a:schemeClr val="bg1"/>
              </a:solidFill>
            </a:endParaRPr>
          </a:p>
        </p:txBody>
      </p:sp>
      <p:sp>
        <p:nvSpPr>
          <p:cNvPr id="8" name="Rectangle 6"/>
          <p:cNvSpPr>
            <a:spLocks noChangeArrowheads="1"/>
          </p:cNvSpPr>
          <p:nvPr userDrawn="1"/>
        </p:nvSpPr>
        <p:spPr bwMode="auto">
          <a:xfrm>
            <a:off x="-24" y="6654800"/>
            <a:ext cx="9144024" cy="203200"/>
          </a:xfrm>
          <a:prstGeom prst="rect">
            <a:avLst/>
          </a:prstGeom>
          <a:solidFill>
            <a:srgbClr val="C00000"/>
          </a:solidFill>
          <a:ln w="9525">
            <a:noFill/>
            <a:round/>
            <a:headEnd/>
            <a:tailEnd/>
          </a:ln>
          <a:effectLst/>
        </p:spPr>
        <p:txBody>
          <a:bodyPr wrap="none" anchor="ctr"/>
          <a:lstStyle/>
          <a:p>
            <a:pPr marL="0" marR="0" indent="0" algn="l" defTabSz="336947" rtl="0" eaLnBrk="1" fontAlgn="base" latinLnBrk="0" hangingPunct="1">
              <a:lnSpc>
                <a:spcPct val="100000"/>
              </a:lnSpc>
              <a:spcBef>
                <a:spcPct val="0"/>
              </a:spcBef>
              <a:spcAft>
                <a:spcPct val="0"/>
              </a:spcAft>
              <a:buClr>
                <a:srgbClr val="000000"/>
              </a:buClr>
              <a:buSzPct val="100000"/>
              <a:buFont typeface="Times New Roman" pitchFamily="16" charset="0"/>
              <a:buNone/>
              <a:tabLst/>
              <a:defRPr/>
            </a:pPr>
            <a:r>
              <a:rPr lang="en-SG" sz="1350" dirty="0" err="1" smtClean="0">
                <a:solidFill>
                  <a:schemeClr val="bg1"/>
                </a:solidFill>
              </a:rPr>
              <a:t>iAcademy</a:t>
            </a:r>
            <a:endParaRPr lang="en-SG" sz="1350" dirty="0" smtClean="0">
              <a:solidFill>
                <a:schemeClr val="bg1"/>
              </a:solidFill>
            </a:endParaRPr>
          </a:p>
        </p:txBody>
      </p:sp>
      <p:sp>
        <p:nvSpPr>
          <p:cNvPr id="9" name="Rectangle 7"/>
          <p:cNvSpPr>
            <a:spLocks noChangeArrowheads="1"/>
          </p:cNvSpPr>
          <p:nvPr userDrawn="1"/>
        </p:nvSpPr>
        <p:spPr bwMode="auto">
          <a:xfrm flipV="1">
            <a:off x="1" y="-3"/>
            <a:ext cx="8261252" cy="45719"/>
          </a:xfrm>
          <a:prstGeom prst="rect">
            <a:avLst/>
          </a:prstGeom>
          <a:solidFill>
            <a:srgbClr val="FFC000"/>
          </a:solidFill>
          <a:ln w="9525">
            <a:noFill/>
            <a:round/>
            <a:headEnd/>
            <a:tailEnd/>
          </a:ln>
          <a:effectLst/>
        </p:spPr>
        <p:txBody>
          <a:bodyPr wrap="none" anchor="ctr"/>
          <a:lstStyle/>
          <a:p>
            <a:pPr>
              <a:defRPr/>
            </a:pPr>
            <a:endParaRPr lang="en-SG" sz="1350" dirty="0"/>
          </a:p>
        </p:txBody>
      </p:sp>
      <p:sp>
        <p:nvSpPr>
          <p:cNvPr id="10" name="Rectangle 7"/>
          <p:cNvSpPr>
            <a:spLocks noChangeArrowheads="1"/>
          </p:cNvSpPr>
          <p:nvPr userDrawn="1"/>
        </p:nvSpPr>
        <p:spPr bwMode="auto">
          <a:xfrm flipV="1">
            <a:off x="910810" y="6786583"/>
            <a:ext cx="8233190" cy="71416"/>
          </a:xfrm>
          <a:prstGeom prst="rect">
            <a:avLst/>
          </a:prstGeom>
          <a:solidFill>
            <a:srgbClr val="FFC000"/>
          </a:solidFill>
          <a:ln w="9525">
            <a:noFill/>
            <a:round/>
            <a:headEnd/>
            <a:tailEnd/>
          </a:ln>
          <a:effectLst/>
        </p:spPr>
        <p:txBody>
          <a:bodyPr wrap="none" anchor="ctr"/>
          <a:lstStyle/>
          <a:p>
            <a:pPr>
              <a:defRPr/>
            </a:pPr>
            <a:endParaRPr lang="en-SG" sz="1350" dirty="0"/>
          </a:p>
        </p:txBody>
      </p:sp>
    </p:spTree>
    <p:extLst>
      <p:ext uri="{BB962C8B-B14F-4D97-AF65-F5344CB8AC3E}">
        <p14:creationId xmlns:p14="http://schemas.microsoft.com/office/powerpoint/2010/main" val="356608750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8.png"/><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11480" y="982923"/>
            <a:ext cx="8366759" cy="1102519"/>
          </a:xfrm>
        </p:spPr>
        <p:txBody>
          <a:bodyPr>
            <a:normAutofit fontScale="90000"/>
          </a:bodyPr>
          <a:lstStyle/>
          <a:p>
            <a:pPr algn="ctr"/>
            <a:r>
              <a:rPr lang="en-US" dirty="0" smtClean="0"/>
              <a:t>An Introduction to Database</a:t>
            </a:r>
            <a:endParaRPr lang="en-GB" dirty="0"/>
          </a:p>
        </p:txBody>
      </p:sp>
      <p:sp>
        <p:nvSpPr>
          <p:cNvPr id="6" name="Subtitle 5"/>
          <p:cNvSpPr>
            <a:spLocks noGrp="1"/>
          </p:cNvSpPr>
          <p:nvPr>
            <p:ph type="subTitle" idx="1"/>
          </p:nvPr>
        </p:nvSpPr>
        <p:spPr>
          <a:xfrm>
            <a:off x="1410868" y="2870583"/>
            <a:ext cx="6303577" cy="2126420"/>
          </a:xfrm>
        </p:spPr>
        <p:txBody>
          <a:bodyPr>
            <a:normAutofit fontScale="70000" lnSpcReduction="20000"/>
          </a:bodyPr>
          <a:lstStyle/>
          <a:p>
            <a:r>
              <a:rPr lang="en-US" sz="2100" dirty="0"/>
              <a:t>Introduction to Database for Undergraduate Study</a:t>
            </a:r>
          </a:p>
          <a:p>
            <a:r>
              <a:rPr lang="en-US" sz="2100" dirty="0"/>
              <a:t>Lecture 4</a:t>
            </a:r>
          </a:p>
          <a:p>
            <a:endParaRPr lang="en-US" sz="2100" dirty="0"/>
          </a:p>
          <a:p>
            <a:r>
              <a:rPr lang="en-US" i="1" dirty="0" smtClean="0"/>
              <a:t>Relational Model</a:t>
            </a:r>
          </a:p>
          <a:p>
            <a:r>
              <a:rPr lang="en-US" i="1" dirty="0" smtClean="0"/>
              <a:t>Normalization</a:t>
            </a:r>
          </a:p>
          <a:p>
            <a:r>
              <a:rPr lang="en-US" i="1" dirty="0" smtClean="0"/>
              <a:t>ER Diagram</a:t>
            </a:r>
          </a:p>
          <a:p>
            <a:r>
              <a:rPr lang="en-US" i="1" dirty="0" smtClean="0"/>
              <a:t>ER to Relational Database</a:t>
            </a:r>
          </a:p>
          <a:p>
            <a:endParaRPr lang="en-US" i="1" dirty="0"/>
          </a:p>
        </p:txBody>
      </p:sp>
      <p:sp>
        <p:nvSpPr>
          <p:cNvPr id="7" name="TextBox 3"/>
          <p:cNvSpPr txBox="1">
            <a:spLocks noChangeArrowheads="1"/>
          </p:cNvSpPr>
          <p:nvPr/>
        </p:nvSpPr>
        <p:spPr bwMode="auto">
          <a:xfrm>
            <a:off x="411480" y="5129071"/>
            <a:ext cx="8366760" cy="964413"/>
          </a:xfrm>
          <a:prstGeom prst="rect">
            <a:avLst/>
          </a:prstGeom>
          <a:ln w="9525"/>
        </p:spPr>
        <p:style>
          <a:lnRef idx="2">
            <a:schemeClr val="dk1"/>
          </a:lnRef>
          <a:fillRef idx="1">
            <a:schemeClr val="lt1"/>
          </a:fillRef>
          <a:effectRef idx="0">
            <a:schemeClr val="dk1"/>
          </a:effectRef>
          <a:fontRef idx="minor">
            <a:schemeClr val="dk1"/>
          </a:fontRef>
        </p:style>
        <p:txBody>
          <a:bodyPr vert="horz" lIns="68580" tIns="34290" rIns="68580" bIns="34290" rtlCol="0">
            <a:noAutofit/>
          </a:bodyPr>
          <a:lstStyle/>
          <a:p>
            <a:pPr algn="just">
              <a:spcBef>
                <a:spcPct val="20000"/>
              </a:spcBef>
            </a:pPr>
            <a:r>
              <a:rPr lang="en-GB" sz="1050" dirty="0">
                <a:solidFill>
                  <a:schemeClr val="tx1"/>
                </a:solidFill>
              </a:rPr>
              <a:t>This lecture and its associated materials have been produced by </a:t>
            </a:r>
            <a:r>
              <a:rPr lang="en-GB" sz="1050" dirty="0" err="1">
                <a:solidFill>
                  <a:schemeClr val="tx1"/>
                </a:solidFill>
              </a:rPr>
              <a:t>Mr.</a:t>
            </a:r>
            <a:r>
              <a:rPr lang="en-GB" sz="1050" dirty="0">
                <a:solidFill>
                  <a:schemeClr val="tx1"/>
                </a:solidFill>
              </a:rPr>
              <a:t> Rohit Panday (M.Sc. IT, 10+ Years of Industry/Academic Experience) of </a:t>
            </a:r>
            <a:r>
              <a:rPr lang="en-GB" sz="1050" dirty="0" err="1">
                <a:solidFill>
                  <a:schemeClr val="tx1"/>
                </a:solidFill>
              </a:rPr>
              <a:t>iAcademy</a:t>
            </a:r>
            <a:r>
              <a:rPr lang="en-GB" sz="1050" dirty="0">
                <a:solidFill>
                  <a:schemeClr val="tx1"/>
                </a:solidFill>
              </a:rPr>
              <a:t> for the purposes of lecturing on the above described subject and the material should be viewed in this context. The work does not constitute professional advice and no warranties are made regarding the information presented. The Author and </a:t>
            </a:r>
            <a:r>
              <a:rPr lang="en-GB" sz="1050" dirty="0" err="1">
                <a:solidFill>
                  <a:schemeClr val="tx1"/>
                </a:solidFill>
              </a:rPr>
              <a:t>iAcademy</a:t>
            </a:r>
            <a:r>
              <a:rPr lang="en-GB" sz="1050" dirty="0">
                <a:solidFill>
                  <a:schemeClr val="tx1"/>
                </a:solidFill>
              </a:rPr>
              <a:t> do not accept any liability for the consequences of any action taken as a result of the work or any recommendations made or inferred. Permission to use any of these materials must be first granted by </a:t>
            </a:r>
            <a:r>
              <a:rPr lang="en-GB" sz="1050" dirty="0" err="1">
                <a:solidFill>
                  <a:schemeClr val="tx1"/>
                </a:solidFill>
              </a:rPr>
              <a:t>iAcademy</a:t>
            </a:r>
            <a:r>
              <a:rPr lang="en-GB" sz="1050" dirty="0">
                <a:solidFill>
                  <a:schemeClr val="tx1"/>
                </a:solidFill>
              </a:rPr>
              <a:t>.</a:t>
            </a:r>
            <a:endParaRPr lang="en-US" sz="1050" dirty="0">
              <a:solidFill>
                <a:schemeClr val="tx1"/>
              </a:solidFill>
            </a:endParaRPr>
          </a:p>
        </p:txBody>
      </p:sp>
    </p:spTree>
    <p:extLst>
      <p:ext uri="{BB962C8B-B14F-4D97-AF65-F5344CB8AC3E}">
        <p14:creationId xmlns:p14="http://schemas.microsoft.com/office/powerpoint/2010/main" val="150921764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Entity Relationship Diagram</a:t>
            </a:r>
            <a:endParaRPr lang="en-US" dirty="0"/>
          </a:p>
        </p:txBody>
      </p:sp>
      <p:sp>
        <p:nvSpPr>
          <p:cNvPr id="4" name="TextBox 3"/>
          <p:cNvSpPr txBox="1"/>
          <p:nvPr/>
        </p:nvSpPr>
        <p:spPr>
          <a:xfrm>
            <a:off x="6471634" y="2479988"/>
            <a:ext cx="1902854" cy="923330"/>
          </a:xfrm>
          <a:prstGeom prst="rect">
            <a:avLst/>
          </a:prstGeom>
          <a:solidFill>
            <a:schemeClr val="accent2"/>
          </a:solidFill>
        </p:spPr>
        <p:txBody>
          <a:bodyPr wrap="square" rtlCol="0">
            <a:spAutoFit/>
          </a:bodyPr>
          <a:lstStyle/>
          <a:p>
            <a:r>
              <a:rPr lang="en-US" dirty="0">
                <a:solidFill>
                  <a:schemeClr val="bg1"/>
                </a:solidFill>
              </a:rPr>
              <a:t>A Collection of relations is called DATABASE.</a:t>
            </a:r>
          </a:p>
        </p:txBody>
      </p:sp>
      <p:sp>
        <p:nvSpPr>
          <p:cNvPr id="7" name="TextBox 6"/>
          <p:cNvSpPr txBox="1"/>
          <p:nvPr/>
        </p:nvSpPr>
        <p:spPr>
          <a:xfrm>
            <a:off x="6471634" y="4129546"/>
            <a:ext cx="1902854" cy="1754326"/>
          </a:xfrm>
          <a:prstGeom prst="rect">
            <a:avLst/>
          </a:prstGeom>
          <a:solidFill>
            <a:schemeClr val="accent2"/>
          </a:solidFill>
        </p:spPr>
        <p:txBody>
          <a:bodyPr wrap="square" rtlCol="0">
            <a:spAutoFit/>
          </a:bodyPr>
          <a:lstStyle/>
          <a:p>
            <a:r>
              <a:rPr lang="en-US" dirty="0">
                <a:solidFill>
                  <a:schemeClr val="bg1"/>
                </a:solidFill>
              </a:rPr>
              <a:t>The organization of data into collections of two dimensional tables called RELATIONS</a:t>
            </a:r>
          </a:p>
        </p:txBody>
      </p:sp>
      <p:pic>
        <p:nvPicPr>
          <p:cNvPr id="1026" name="Picture 2" descr="http://www.conceptdraw.com/How-To-Guide/picture/erd-entity-relationship-diagram-examples/SOFTWARE-DEVELOPMENT-ERD-Entity-Relationship-Model-Diagram.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8650" y="2479988"/>
            <a:ext cx="5566088" cy="3407627"/>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3710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Reminder – Last Week</a:t>
            </a:r>
            <a:endParaRPr lang="en-US" dirty="0"/>
          </a:p>
        </p:txBody>
      </p:sp>
      <p:sp>
        <p:nvSpPr>
          <p:cNvPr id="4" name="Rectangle 3"/>
          <p:cNvSpPr/>
          <p:nvPr/>
        </p:nvSpPr>
        <p:spPr>
          <a:xfrm>
            <a:off x="962696" y="1861638"/>
            <a:ext cx="7038303" cy="461665"/>
          </a:xfrm>
          <a:prstGeom prst="rect">
            <a:avLst/>
          </a:prstGeom>
          <a:solidFill>
            <a:schemeClr val="accent2"/>
          </a:solidFill>
          <a:ln w="76200">
            <a:solidFill>
              <a:schemeClr val="accent1">
                <a:lumMod val="75000"/>
              </a:schemeClr>
            </a:solidFill>
          </a:ln>
        </p:spPr>
        <p:txBody>
          <a:bodyPr wrap="square">
            <a:spAutoFit/>
          </a:bodyPr>
          <a:lstStyle/>
          <a:p>
            <a:pPr algn="ctr"/>
            <a:r>
              <a:rPr lang="en-US" sz="2400" b="1" dirty="0" smtClean="0">
                <a:solidFill>
                  <a:schemeClr val="bg1"/>
                </a:solidFill>
                <a:latin typeface="arial" panose="020B0604020202020204" pitchFamily="34" charset="0"/>
              </a:rPr>
              <a:t>What is Relational Model ?</a:t>
            </a:r>
            <a:endParaRPr lang="en-US" sz="2400" dirty="0">
              <a:solidFill>
                <a:schemeClr val="bg1"/>
              </a:solidFill>
            </a:endParaRPr>
          </a:p>
        </p:txBody>
      </p:sp>
      <p:sp>
        <p:nvSpPr>
          <p:cNvPr id="5" name="Rectangle 4"/>
          <p:cNvSpPr/>
          <p:nvPr/>
        </p:nvSpPr>
        <p:spPr>
          <a:xfrm>
            <a:off x="962695" y="2888815"/>
            <a:ext cx="7038303" cy="461665"/>
          </a:xfrm>
          <a:prstGeom prst="rect">
            <a:avLst/>
          </a:prstGeom>
          <a:solidFill>
            <a:schemeClr val="accent2"/>
          </a:solidFill>
          <a:ln w="76200">
            <a:solidFill>
              <a:schemeClr val="accent1">
                <a:lumMod val="75000"/>
              </a:schemeClr>
            </a:solidFill>
          </a:ln>
        </p:spPr>
        <p:txBody>
          <a:bodyPr wrap="square">
            <a:spAutoFit/>
          </a:bodyPr>
          <a:lstStyle/>
          <a:p>
            <a:pPr algn="ctr"/>
            <a:r>
              <a:rPr lang="en-US" sz="2400" b="1" dirty="0" smtClean="0">
                <a:solidFill>
                  <a:schemeClr val="bg1"/>
                </a:solidFill>
                <a:latin typeface="arial" panose="020B0604020202020204" pitchFamily="34" charset="0"/>
              </a:rPr>
              <a:t>What is Entity and Attribute ?</a:t>
            </a:r>
            <a:endParaRPr lang="en-US" sz="2400" dirty="0">
              <a:solidFill>
                <a:schemeClr val="bg1"/>
              </a:solidFill>
            </a:endParaRPr>
          </a:p>
        </p:txBody>
      </p:sp>
      <p:sp>
        <p:nvSpPr>
          <p:cNvPr id="6" name="Rectangle 5"/>
          <p:cNvSpPr/>
          <p:nvPr/>
        </p:nvSpPr>
        <p:spPr>
          <a:xfrm>
            <a:off x="962695" y="3976941"/>
            <a:ext cx="7038303" cy="461665"/>
          </a:xfrm>
          <a:prstGeom prst="rect">
            <a:avLst/>
          </a:prstGeom>
          <a:solidFill>
            <a:schemeClr val="accent2"/>
          </a:solidFill>
          <a:ln w="76200">
            <a:solidFill>
              <a:schemeClr val="accent1">
                <a:lumMod val="75000"/>
              </a:schemeClr>
            </a:solidFill>
          </a:ln>
        </p:spPr>
        <p:txBody>
          <a:bodyPr wrap="square">
            <a:spAutoFit/>
          </a:bodyPr>
          <a:lstStyle/>
          <a:p>
            <a:pPr algn="ctr"/>
            <a:r>
              <a:rPr lang="en-US" sz="2400" b="1" dirty="0" smtClean="0">
                <a:solidFill>
                  <a:schemeClr val="bg1"/>
                </a:solidFill>
                <a:latin typeface="arial" panose="020B0604020202020204" pitchFamily="34" charset="0"/>
              </a:rPr>
              <a:t>What are Constraints ?</a:t>
            </a:r>
            <a:endParaRPr lang="en-US" sz="2400" dirty="0">
              <a:solidFill>
                <a:schemeClr val="bg1"/>
              </a:solidFill>
            </a:endParaRPr>
          </a:p>
        </p:txBody>
      </p:sp>
      <p:sp>
        <p:nvSpPr>
          <p:cNvPr id="7" name="Rectangle 6"/>
          <p:cNvSpPr/>
          <p:nvPr/>
        </p:nvSpPr>
        <p:spPr>
          <a:xfrm>
            <a:off x="962695" y="5004118"/>
            <a:ext cx="7038303" cy="461665"/>
          </a:xfrm>
          <a:prstGeom prst="rect">
            <a:avLst/>
          </a:prstGeom>
          <a:solidFill>
            <a:schemeClr val="accent2"/>
          </a:solidFill>
          <a:ln w="76200">
            <a:solidFill>
              <a:schemeClr val="accent1">
                <a:lumMod val="75000"/>
              </a:schemeClr>
            </a:solidFill>
          </a:ln>
        </p:spPr>
        <p:txBody>
          <a:bodyPr wrap="square">
            <a:spAutoFit/>
          </a:bodyPr>
          <a:lstStyle/>
          <a:p>
            <a:pPr algn="ctr"/>
            <a:r>
              <a:rPr lang="en-US" sz="2400" b="1" dirty="0" smtClean="0">
                <a:solidFill>
                  <a:schemeClr val="bg1"/>
                </a:solidFill>
                <a:latin typeface="arial" panose="020B0604020202020204" pitchFamily="34" charset="0"/>
              </a:rPr>
              <a:t>What is importance of Level of Abstraction ?</a:t>
            </a:r>
            <a:endParaRPr lang="en-US" sz="2400" dirty="0">
              <a:solidFill>
                <a:schemeClr val="bg1"/>
              </a:solidFill>
            </a:endParaRPr>
          </a:p>
        </p:txBody>
      </p:sp>
    </p:spTree>
    <p:extLst>
      <p:ext uri="{BB962C8B-B14F-4D97-AF65-F5344CB8AC3E}">
        <p14:creationId xmlns:p14="http://schemas.microsoft.com/office/powerpoint/2010/main" val="358823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Agendas – This Week</a:t>
            </a:r>
            <a:endParaRPr lang="en-US" dirty="0"/>
          </a:p>
        </p:txBody>
      </p:sp>
      <p:sp>
        <p:nvSpPr>
          <p:cNvPr id="3" name="Content Placeholder 2"/>
          <p:cNvSpPr>
            <a:spLocks noGrp="1"/>
          </p:cNvSpPr>
          <p:nvPr>
            <p:ph idx="1"/>
          </p:nvPr>
        </p:nvSpPr>
        <p:spPr>
          <a:xfrm>
            <a:off x="1192101" y="2291096"/>
            <a:ext cx="3882175" cy="3259698"/>
          </a:xfrm>
        </p:spPr>
        <p:txBody>
          <a:bodyPr>
            <a:normAutofit lnSpcReduction="10000"/>
          </a:bodyPr>
          <a:lstStyle/>
          <a:p>
            <a:r>
              <a:rPr lang="en-US" dirty="0" smtClean="0"/>
              <a:t>Relational Model</a:t>
            </a:r>
          </a:p>
          <a:p>
            <a:r>
              <a:rPr lang="en-US" dirty="0" smtClean="0"/>
              <a:t>Database Design Process</a:t>
            </a:r>
          </a:p>
          <a:p>
            <a:pPr lvl="1"/>
            <a:r>
              <a:rPr lang="en-US" dirty="0" smtClean="0"/>
              <a:t>Normalization</a:t>
            </a:r>
          </a:p>
          <a:p>
            <a:pPr lvl="1"/>
            <a:r>
              <a:rPr lang="en-US" dirty="0" smtClean="0"/>
              <a:t>Relational Model</a:t>
            </a:r>
          </a:p>
          <a:p>
            <a:r>
              <a:rPr lang="en-US" dirty="0" smtClean="0"/>
              <a:t>ERD Components</a:t>
            </a:r>
          </a:p>
          <a:p>
            <a:pPr lvl="1"/>
            <a:r>
              <a:rPr lang="en-US" dirty="0" smtClean="0"/>
              <a:t>Entity</a:t>
            </a:r>
          </a:p>
          <a:p>
            <a:pPr lvl="1"/>
            <a:r>
              <a:rPr lang="en-US" dirty="0" smtClean="0"/>
              <a:t>Attributes</a:t>
            </a:r>
          </a:p>
        </p:txBody>
      </p:sp>
      <p:pic>
        <p:nvPicPr>
          <p:cNvPr id="5" name="Picture 2" descr="http://classroomclipart.com/images/gallery/Animations/Business/TN_agenda_animation_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52194" y="1966364"/>
            <a:ext cx="3491086" cy="35844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4665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Relational Model</a:t>
            </a:r>
            <a:endParaRPr lang="en-US" dirty="0"/>
          </a:p>
        </p:txBody>
      </p:sp>
      <p:sp>
        <p:nvSpPr>
          <p:cNvPr id="10" name="TextBox 9"/>
          <p:cNvSpPr txBox="1"/>
          <p:nvPr/>
        </p:nvSpPr>
        <p:spPr>
          <a:xfrm>
            <a:off x="6486930" y="1599937"/>
            <a:ext cx="2028421" cy="3970318"/>
          </a:xfrm>
          <a:prstGeom prst="rect">
            <a:avLst/>
          </a:prstGeom>
          <a:solidFill>
            <a:schemeClr val="accent2"/>
          </a:solidFill>
        </p:spPr>
        <p:txBody>
          <a:bodyPr wrap="square" rtlCol="0">
            <a:spAutoFit/>
          </a:bodyPr>
          <a:lstStyle/>
          <a:p>
            <a:r>
              <a:rPr lang="en-US" dirty="0">
                <a:solidFill>
                  <a:schemeClr val="bg1"/>
                </a:solidFill>
              </a:rPr>
              <a:t>The </a:t>
            </a:r>
            <a:r>
              <a:rPr lang="en-US" b="1" dirty="0">
                <a:solidFill>
                  <a:schemeClr val="bg1"/>
                </a:solidFill>
              </a:rPr>
              <a:t>relational model</a:t>
            </a:r>
            <a:r>
              <a:rPr lang="en-US" dirty="0">
                <a:solidFill>
                  <a:schemeClr val="bg1"/>
                </a:solidFill>
              </a:rPr>
              <a:t> is the conceptual basis of </a:t>
            </a:r>
            <a:r>
              <a:rPr lang="en-US" b="1" dirty="0">
                <a:solidFill>
                  <a:schemeClr val="bg1"/>
                </a:solidFill>
              </a:rPr>
              <a:t>relational</a:t>
            </a:r>
            <a:r>
              <a:rPr lang="en-US" dirty="0">
                <a:solidFill>
                  <a:schemeClr val="bg1"/>
                </a:solidFill>
              </a:rPr>
              <a:t> databases. Proposed by E.F. </a:t>
            </a:r>
            <a:r>
              <a:rPr lang="en-US" dirty="0" err="1">
                <a:solidFill>
                  <a:schemeClr val="bg1"/>
                </a:solidFill>
              </a:rPr>
              <a:t>Codd</a:t>
            </a:r>
            <a:r>
              <a:rPr lang="en-US" dirty="0">
                <a:solidFill>
                  <a:schemeClr val="bg1"/>
                </a:solidFill>
              </a:rPr>
              <a:t> in 1969, it is a method of structuring data using relations, which are grid-like mathematical structures consisting of columns and rows.</a:t>
            </a:r>
            <a:endParaRPr lang="en-US" b="1" dirty="0">
              <a:solidFill>
                <a:schemeClr val="bg1"/>
              </a:solidFill>
            </a:endParaRPr>
          </a:p>
        </p:txBody>
      </p:sp>
      <p:sp>
        <p:nvSpPr>
          <p:cNvPr id="5" name="TextBox 4"/>
          <p:cNvSpPr txBox="1"/>
          <p:nvPr/>
        </p:nvSpPr>
        <p:spPr>
          <a:xfrm>
            <a:off x="4279006" y="1889710"/>
            <a:ext cx="1876118" cy="3416320"/>
          </a:xfrm>
          <a:prstGeom prst="rect">
            <a:avLst/>
          </a:prstGeom>
          <a:solidFill>
            <a:schemeClr val="accent2"/>
          </a:solidFill>
        </p:spPr>
        <p:txBody>
          <a:bodyPr wrap="square" rtlCol="0">
            <a:spAutoFit/>
          </a:bodyPr>
          <a:lstStyle/>
          <a:p>
            <a:r>
              <a:rPr lang="en-US" dirty="0">
                <a:solidFill>
                  <a:schemeClr val="bg1"/>
                </a:solidFill>
              </a:rPr>
              <a:t>Edgar Frank "Ted" </a:t>
            </a:r>
            <a:r>
              <a:rPr lang="en-US" dirty="0" err="1">
                <a:solidFill>
                  <a:schemeClr val="bg1"/>
                </a:solidFill>
              </a:rPr>
              <a:t>Codd</a:t>
            </a:r>
            <a:r>
              <a:rPr lang="en-US" dirty="0">
                <a:solidFill>
                  <a:schemeClr val="bg1"/>
                </a:solidFill>
              </a:rPr>
              <a:t> was an English computer scientist who, while working for IBM, invented the relational model for database management, the theoretical basis for relational databases</a:t>
            </a:r>
            <a:endParaRPr lang="en-US" b="1" dirty="0">
              <a:solidFill>
                <a:schemeClr val="bg1"/>
              </a:solidFill>
            </a:endParaRPr>
          </a:p>
        </p:txBody>
      </p:sp>
      <p:pic>
        <p:nvPicPr>
          <p:cNvPr id="2050" name="Picture 2" descr="https://missictteacher.files.wordpress.com/2013/05/edgar-f-codd.png?w=59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3231" y="2420056"/>
            <a:ext cx="3312319" cy="23325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2387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Database Design Process</a:t>
            </a:r>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998149424"/>
              </p:ext>
            </p:extLst>
          </p:nvPr>
        </p:nvGraphicFramePr>
        <p:xfrm>
          <a:off x="628650" y="2226469"/>
          <a:ext cx="7886700" cy="32635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0297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graphicEl>
                                              <a:dgm id="{3D6911A4-1566-41C4-9FAD-9730ACDE4A71}"/>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graphicEl>
                                              <a:dgm id="{5711AADA-A804-48A2-BFD4-BF322325B398}"/>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Normalization</a:t>
            </a:r>
            <a:endParaRPr lang="en-US" dirty="0"/>
          </a:p>
        </p:txBody>
      </p:sp>
      <p:sp>
        <p:nvSpPr>
          <p:cNvPr id="3" name="Content Placeholder 2"/>
          <p:cNvSpPr>
            <a:spLocks noGrp="1"/>
          </p:cNvSpPr>
          <p:nvPr>
            <p:ph idx="1"/>
          </p:nvPr>
        </p:nvSpPr>
        <p:spPr>
          <a:xfrm>
            <a:off x="628651" y="2226469"/>
            <a:ext cx="3866076" cy="3263504"/>
          </a:xfrm>
        </p:spPr>
        <p:txBody>
          <a:bodyPr>
            <a:normAutofit fontScale="85000" lnSpcReduction="20000"/>
          </a:bodyPr>
          <a:lstStyle/>
          <a:p>
            <a:r>
              <a:rPr lang="en-US" dirty="0" smtClean="0"/>
              <a:t>Normalization is the process of efficiently organizing data in a database</a:t>
            </a:r>
          </a:p>
          <a:p>
            <a:r>
              <a:rPr lang="en-US" dirty="0" smtClean="0"/>
              <a:t>Best, when you have set of attributes in form of Entry Forms or Reports</a:t>
            </a:r>
          </a:p>
          <a:p>
            <a:r>
              <a:rPr lang="en-US" dirty="0" smtClean="0"/>
              <a:t>Process of Identifying Entities from given set of Attributes</a:t>
            </a:r>
            <a:endParaRPr lang="en-US" dirty="0"/>
          </a:p>
        </p:txBody>
      </p:sp>
      <p:graphicFrame>
        <p:nvGraphicFramePr>
          <p:cNvPr id="4" name="Diagram 3"/>
          <p:cNvGraphicFramePr/>
          <p:nvPr>
            <p:extLst>
              <p:ext uri="{D42A27DB-BD31-4B8C-83A1-F6EECF244321}">
                <p14:modId xmlns:p14="http://schemas.microsoft.com/office/powerpoint/2010/main" val="2133332587"/>
              </p:ext>
            </p:extLst>
          </p:nvPr>
        </p:nvGraphicFramePr>
        <p:xfrm>
          <a:off x="4646055" y="2046165"/>
          <a:ext cx="4229636" cy="32345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70076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graphicEl>
                                              <a:dgm id="{E66DB00D-9BE3-45B1-8572-32414730CA01}"/>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graphicEl>
                                              <a:dgm id="{FB7F81BA-5BFC-4DAC-8227-91DD5CBE7FC4}"/>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graphicEl>
                                              <a:dgm id="{780F455E-A8E9-4CF4-AAA9-A7D6751A7A91}"/>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graphicEl>
                                              <a:dgm id="{55D7B1A0-C35A-44DB-A61F-E683DA366F0C}"/>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uiExpand="1">
        <p:bldSub>
          <a:bldDgm bld="lvlOne" rev="1"/>
        </p:bldSub>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Normalization - Process</a:t>
            </a:r>
            <a:endParaRPr lang="en-US"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201941870"/>
              </p:ext>
            </p:extLst>
          </p:nvPr>
        </p:nvGraphicFramePr>
        <p:xfrm>
          <a:off x="628650" y="2226469"/>
          <a:ext cx="7886700" cy="32635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44038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graphicEl>
                                              <a:dgm id="{C4251F7D-FDEA-47DC-BC93-F9DE037543D7}"/>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graphicEl>
                                              <a:dgm id="{4629C983-48AD-449A-811B-4E870B968A09}"/>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graphicEl>
                                              <a:dgm id="{8A286FC4-80BD-4DC1-9DC3-7ED3A3D5B2D1}"/>
                                            </p:graphic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graphicEl>
                                              <a:dgm id="{3C1D0653-3389-483B-9FC5-18BB3B561194}"/>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graphicEl>
                                              <a:dgm id="{A0C340A4-8640-403F-8982-1F37C61C05CA}"/>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graphicEl>
                                              <a:dgm id="{BE8B8C53-491E-4603-90CB-6801818B6C2A}"/>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graphicEl>
                                              <a:dgm id="{3C91DFF1-01AE-46B7-8D3E-67595C79635E}"/>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graphicEl>
                                              <a:dgm id="{70F0EE92-82C9-494F-BD0E-EA718827E8D4}"/>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lvlOne"/>
        </p:bldSub>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Relational Model – Design Process</a:t>
            </a:r>
            <a:endParaRPr lang="en-US"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036819268"/>
              </p:ext>
            </p:extLst>
          </p:nvPr>
        </p:nvGraphicFramePr>
        <p:xfrm>
          <a:off x="628650" y="2226469"/>
          <a:ext cx="7886700" cy="32635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71336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graphicEl>
                                              <a:dgm id="{07BF6709-F752-4349-95BA-1D531871DBEE}"/>
                                            </p:graphic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graphicEl>
                                              <a:dgm id="{516798C1-E95C-4E99-A190-FC29780B938E}"/>
                                            </p:graphic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graphicEl>
                                              <a:dgm id="{7A292BCD-57F5-471E-AF57-EC9E9A9EDEEA}"/>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graphicEl>
                                              <a:dgm id="{8959B878-4388-4A9A-989E-725D7B79EE02}"/>
                                            </p:graphic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graphicEl>
                                              <a:dgm id="{22B49E7B-0747-42ED-B0BA-F71FAD2495D4}"/>
                                            </p:graphic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graphicEl>
                                              <a:dgm id="{C74709F1-3B0E-46BF-BA19-A5AB6460FDB6}"/>
                                            </p:graphic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graphicEl>
                                              <a:dgm id="{AFE8FD83-1C40-4BE6-90ED-00FEDC6307F4}"/>
                                            </p:graphic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graphicEl>
                                              <a:dgm id="{E57A6257-6688-4832-BF6B-5EA84819D3A0}"/>
                                            </p:graphic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
                                            <p:graphicEl>
                                              <a:dgm id="{487C5A8E-6853-4646-B0E1-36A5D9422098}"/>
                                            </p:graphic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
                                            <p:graphicEl>
                                              <a:dgm id="{FF4AFDBA-C965-4601-97F6-5CCF39A1B02B}"/>
                                            </p:graphic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
                                            <p:graphicEl>
                                              <a:dgm id="{21B2A724-4887-4621-8B6F-77D0D547577F}"/>
                                            </p:graphic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
                                            <p:graphicEl>
                                              <a:dgm id="{72FE3CAC-6127-4D8E-AAF4-389C99C99E19}"/>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lvlOne"/>
        </p:bldSub>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Components of ER Diagram</a:t>
            </a:r>
            <a:endParaRPr lang="en-US" dirty="0"/>
          </a:p>
        </p:txBody>
      </p:sp>
      <p:graphicFrame>
        <p:nvGraphicFramePr>
          <p:cNvPr id="9" name="Content Placeholder 8"/>
          <p:cNvGraphicFramePr>
            <a:graphicFrameLocks noGrp="1"/>
          </p:cNvGraphicFramePr>
          <p:nvPr>
            <p:ph idx="1"/>
            <p:extLst>
              <p:ext uri="{D42A27DB-BD31-4B8C-83A1-F6EECF244321}">
                <p14:modId xmlns:p14="http://schemas.microsoft.com/office/powerpoint/2010/main" val="100316480"/>
              </p:ext>
            </p:extLst>
          </p:nvPr>
        </p:nvGraphicFramePr>
        <p:xfrm>
          <a:off x="628650" y="2226469"/>
          <a:ext cx="7886700" cy="39811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14617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graphicEl>
                                              <a:dgm id="{27EB00C8-75FF-4587-8DFE-C283995928FB}"/>
                                            </p:graphic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graphicEl>
                                              <a:dgm id="{6DEA6B21-9214-4CF8-852C-77B3461949D5}"/>
                                            </p:graphic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graphicEl>
                                              <a:dgm id="{C2B75814-C698-471C-AA8E-4FA6F09834D4}"/>
                                            </p:graphic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graphicEl>
                                              <a:dgm id="{AAE28EB5-78A3-46C5-B4D6-324F03AABB1C}"/>
                                            </p:graphic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graphicEl>
                                              <a:dgm id="{7D55010A-C494-44EF-94CD-9D0E3B837EAA}"/>
                                            </p:graphic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graphicEl>
                                              <a:dgm id="{B3175854-89CC-40E6-AF74-F852A40C8B45}"/>
                                            </p:graphic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graphicEl>
                                              <a:dgm id="{79059B2A-3FDE-445D-ACA1-3367A7EF3A71}"/>
                                            </p:graphic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graphicEl>
                                              <a:dgm id="{9952380F-AD39-4580-869D-7806C435BD15}"/>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p:bldSub>
          <a:bldDgm bld="one"/>
        </p:bldSub>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Other Symbols</a:t>
            </a:r>
            <a:endParaRPr lang="en-US" dirty="0"/>
          </a:p>
        </p:txBody>
      </p:sp>
      <p:pic>
        <p:nvPicPr>
          <p:cNvPr id="5" name="Picture 4"/>
          <p:cNvPicPr>
            <a:picLocks noChangeAspect="1"/>
          </p:cNvPicPr>
          <p:nvPr/>
        </p:nvPicPr>
        <p:blipFill>
          <a:blip r:embed="rId2"/>
          <a:stretch>
            <a:fillRect/>
          </a:stretch>
        </p:blipFill>
        <p:spPr>
          <a:xfrm>
            <a:off x="1690353" y="2232371"/>
            <a:ext cx="5969357" cy="2971961"/>
          </a:xfrm>
          <a:prstGeom prst="rect">
            <a:avLst/>
          </a:prstGeom>
          <a:ln>
            <a:solidFill>
              <a:schemeClr val="accent1"/>
            </a:solidFill>
          </a:ln>
        </p:spPr>
      </p:pic>
    </p:spTree>
    <p:extLst>
      <p:ext uri="{BB962C8B-B14F-4D97-AF65-F5344CB8AC3E}">
        <p14:creationId xmlns:p14="http://schemas.microsoft.com/office/powerpoint/2010/main" val="46939332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Entity</a:t>
            </a:r>
            <a:endParaRPr lang="en-US" dirty="0"/>
          </a:p>
        </p:txBody>
      </p:sp>
      <p:graphicFrame>
        <p:nvGraphicFramePr>
          <p:cNvPr id="3" name="Diagram 2"/>
          <p:cNvGraphicFramePr/>
          <p:nvPr>
            <p:extLst>
              <p:ext uri="{D42A27DB-BD31-4B8C-83A1-F6EECF244321}">
                <p14:modId xmlns:p14="http://schemas.microsoft.com/office/powerpoint/2010/main" val="2026463134"/>
              </p:ext>
            </p:extLst>
          </p:nvPr>
        </p:nvGraphicFramePr>
        <p:xfrm>
          <a:off x="918427" y="2006690"/>
          <a:ext cx="6837874" cy="34446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p:cNvPicPr>
            <a:picLocks noChangeAspect="1"/>
          </p:cNvPicPr>
          <p:nvPr/>
        </p:nvPicPr>
        <p:blipFill>
          <a:blip r:embed="rId7"/>
          <a:stretch>
            <a:fillRect/>
          </a:stretch>
        </p:blipFill>
        <p:spPr>
          <a:xfrm>
            <a:off x="3984100" y="3460897"/>
            <a:ext cx="2128838" cy="528638"/>
          </a:xfrm>
          <a:prstGeom prst="rect">
            <a:avLst/>
          </a:prstGeom>
        </p:spPr>
      </p:pic>
    </p:spTree>
    <p:extLst>
      <p:ext uri="{BB962C8B-B14F-4D97-AF65-F5344CB8AC3E}">
        <p14:creationId xmlns:p14="http://schemas.microsoft.com/office/powerpoint/2010/main" val="375756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graphicEl>
                                              <a:dgm id="{23138547-F0D8-4CED-AB67-389136514AD6}"/>
                                            </p:graphic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graphicEl>
                                              <a:dgm id="{CC3E1DCA-DF23-40FA-94F0-0B4860165DF5}"/>
                                            </p:graphic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graphicEl>
                                              <a:dgm id="{461D7A9D-37E9-416A-9A2C-0CDBC5BAD80E}"/>
                                            </p:graphic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graphicEl>
                                              <a:dgm id="{3CA74625-B19E-477C-814F-F52BA403FDDC}"/>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bld="lvlAtOnce"/>
        </p:bldSub>
      </p:bldGraphic>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Attribute - Composite</a:t>
            </a:r>
            <a:endParaRPr lang="en-US" dirty="0"/>
          </a:p>
        </p:txBody>
      </p:sp>
      <p:pic>
        <p:nvPicPr>
          <p:cNvPr id="5" name="Picture 4"/>
          <p:cNvPicPr>
            <a:picLocks noChangeAspect="1"/>
          </p:cNvPicPr>
          <p:nvPr/>
        </p:nvPicPr>
        <p:blipFill>
          <a:blip r:embed="rId2"/>
          <a:stretch>
            <a:fillRect/>
          </a:stretch>
        </p:blipFill>
        <p:spPr>
          <a:xfrm>
            <a:off x="3342068" y="2125267"/>
            <a:ext cx="4419869" cy="2559971"/>
          </a:xfrm>
          <a:prstGeom prst="rect">
            <a:avLst/>
          </a:prstGeom>
          <a:ln>
            <a:solidFill>
              <a:schemeClr val="accent1"/>
            </a:solidFill>
          </a:ln>
        </p:spPr>
      </p:pic>
      <p:sp>
        <p:nvSpPr>
          <p:cNvPr id="6" name="Rectangle 5"/>
          <p:cNvSpPr/>
          <p:nvPr/>
        </p:nvSpPr>
        <p:spPr>
          <a:xfrm>
            <a:off x="628650" y="5282665"/>
            <a:ext cx="7133287" cy="707886"/>
          </a:xfrm>
          <a:prstGeom prst="rect">
            <a:avLst/>
          </a:prstGeom>
          <a:solidFill>
            <a:schemeClr val="accent2"/>
          </a:solidFill>
        </p:spPr>
        <p:txBody>
          <a:bodyPr wrap="square">
            <a:spAutoFit/>
          </a:bodyPr>
          <a:lstStyle/>
          <a:p>
            <a:pPr algn="ctr"/>
            <a:r>
              <a:rPr lang="en-US" sz="2000" dirty="0">
                <a:solidFill>
                  <a:schemeClr val="bg1"/>
                </a:solidFill>
                <a:latin typeface="Raleway"/>
              </a:rPr>
              <a:t>An attribute is a property, trait, or characteristic of an entity, relationship, or another attribute</a:t>
            </a:r>
            <a:endParaRPr lang="en-US" sz="2000" dirty="0">
              <a:solidFill>
                <a:schemeClr val="bg1"/>
              </a:solidFill>
            </a:endParaRPr>
          </a:p>
        </p:txBody>
      </p:sp>
      <p:sp>
        <p:nvSpPr>
          <p:cNvPr id="7" name="Rectangle 6"/>
          <p:cNvSpPr/>
          <p:nvPr/>
        </p:nvSpPr>
        <p:spPr>
          <a:xfrm>
            <a:off x="628650" y="2251090"/>
            <a:ext cx="2436522" cy="2308324"/>
          </a:xfrm>
          <a:prstGeom prst="rect">
            <a:avLst/>
          </a:prstGeom>
          <a:solidFill>
            <a:schemeClr val="accent2"/>
          </a:solidFill>
        </p:spPr>
        <p:txBody>
          <a:bodyPr wrap="square">
            <a:spAutoFit/>
          </a:bodyPr>
          <a:lstStyle/>
          <a:p>
            <a:pPr algn="ctr"/>
            <a:r>
              <a:rPr lang="en-US" dirty="0">
                <a:solidFill>
                  <a:schemeClr val="bg1"/>
                </a:solidFill>
                <a:latin typeface="Raleway"/>
              </a:rPr>
              <a:t>Composite Attribute</a:t>
            </a:r>
          </a:p>
          <a:p>
            <a:pPr algn="ctr"/>
            <a:endParaRPr lang="en-US" dirty="0">
              <a:solidFill>
                <a:schemeClr val="bg1"/>
              </a:solidFill>
              <a:latin typeface="Raleway"/>
            </a:endParaRPr>
          </a:p>
          <a:p>
            <a:pPr algn="ctr"/>
            <a:r>
              <a:rPr lang="en-US" dirty="0">
                <a:solidFill>
                  <a:schemeClr val="bg1"/>
                </a:solidFill>
                <a:latin typeface="Raleway"/>
              </a:rPr>
              <a:t>Here, ADDRESS is a COMPOSITE ATTRIBUTE containing other THREE ATTRIBUTES Number, Street, City</a:t>
            </a:r>
            <a:endParaRPr lang="en-US" dirty="0">
              <a:solidFill>
                <a:schemeClr val="bg1"/>
              </a:solidFill>
            </a:endParaRPr>
          </a:p>
        </p:txBody>
      </p:sp>
    </p:spTree>
    <p:extLst>
      <p:ext uri="{BB962C8B-B14F-4D97-AF65-F5344CB8AC3E}">
        <p14:creationId xmlns:p14="http://schemas.microsoft.com/office/powerpoint/2010/main" val="1346117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Attribute – Multi Value</a:t>
            </a:r>
            <a:endParaRPr lang="en-US" dirty="0"/>
          </a:p>
        </p:txBody>
      </p:sp>
      <p:sp>
        <p:nvSpPr>
          <p:cNvPr id="6" name="Rectangle 5"/>
          <p:cNvSpPr/>
          <p:nvPr/>
        </p:nvSpPr>
        <p:spPr>
          <a:xfrm>
            <a:off x="870128" y="5282665"/>
            <a:ext cx="7449675" cy="707886"/>
          </a:xfrm>
          <a:prstGeom prst="rect">
            <a:avLst/>
          </a:prstGeom>
          <a:solidFill>
            <a:schemeClr val="accent2"/>
          </a:solidFill>
        </p:spPr>
        <p:txBody>
          <a:bodyPr wrap="square">
            <a:spAutoFit/>
          </a:bodyPr>
          <a:lstStyle/>
          <a:p>
            <a:pPr algn="ctr"/>
            <a:r>
              <a:rPr lang="en-US" sz="2000" dirty="0">
                <a:solidFill>
                  <a:schemeClr val="bg1"/>
                </a:solidFill>
                <a:latin typeface="Raleway"/>
              </a:rPr>
              <a:t>An attribute is a property, trait, or characteristic of an entity, relationship, or another attribute</a:t>
            </a:r>
            <a:endParaRPr lang="en-US" sz="2000" dirty="0">
              <a:solidFill>
                <a:schemeClr val="bg1"/>
              </a:solidFill>
            </a:endParaRPr>
          </a:p>
        </p:txBody>
      </p:sp>
      <p:sp>
        <p:nvSpPr>
          <p:cNvPr id="7" name="Rectangle 6"/>
          <p:cNvSpPr/>
          <p:nvPr/>
        </p:nvSpPr>
        <p:spPr>
          <a:xfrm>
            <a:off x="870129" y="2539630"/>
            <a:ext cx="2182164" cy="1815882"/>
          </a:xfrm>
          <a:prstGeom prst="rect">
            <a:avLst/>
          </a:prstGeom>
          <a:solidFill>
            <a:schemeClr val="accent2"/>
          </a:solidFill>
        </p:spPr>
        <p:txBody>
          <a:bodyPr wrap="square">
            <a:spAutoFit/>
          </a:bodyPr>
          <a:lstStyle/>
          <a:p>
            <a:pPr algn="ctr"/>
            <a:r>
              <a:rPr lang="en-US" sz="1600" dirty="0" err="1">
                <a:solidFill>
                  <a:schemeClr val="bg1"/>
                </a:solidFill>
                <a:latin typeface="Raleway"/>
              </a:rPr>
              <a:t>Multivalue</a:t>
            </a:r>
            <a:r>
              <a:rPr lang="en-US" sz="1600" dirty="0">
                <a:solidFill>
                  <a:schemeClr val="bg1"/>
                </a:solidFill>
                <a:latin typeface="Raleway"/>
              </a:rPr>
              <a:t> Attribute</a:t>
            </a:r>
          </a:p>
          <a:p>
            <a:pPr algn="ctr"/>
            <a:endParaRPr lang="en-US" sz="1600" dirty="0">
              <a:solidFill>
                <a:schemeClr val="bg1"/>
              </a:solidFill>
              <a:latin typeface="Raleway"/>
            </a:endParaRPr>
          </a:p>
          <a:p>
            <a:pPr algn="ctr"/>
            <a:r>
              <a:rPr lang="en-US" sz="1600" dirty="0">
                <a:solidFill>
                  <a:schemeClr val="bg1"/>
                </a:solidFill>
                <a:latin typeface="Raleway"/>
              </a:rPr>
              <a:t>Here, SUBJECT can have multiple values like English, Computer, Mathematics </a:t>
            </a:r>
            <a:r>
              <a:rPr lang="en-US" sz="1600" dirty="0" err="1">
                <a:solidFill>
                  <a:schemeClr val="bg1"/>
                </a:solidFill>
                <a:latin typeface="Raleway"/>
              </a:rPr>
              <a:t>etc</a:t>
            </a:r>
            <a:endParaRPr lang="en-US" sz="1600" dirty="0">
              <a:solidFill>
                <a:schemeClr val="bg1"/>
              </a:solidFill>
            </a:endParaRPr>
          </a:p>
        </p:txBody>
      </p:sp>
      <p:pic>
        <p:nvPicPr>
          <p:cNvPr id="3" name="Picture 2"/>
          <p:cNvPicPr>
            <a:picLocks noChangeAspect="1"/>
          </p:cNvPicPr>
          <p:nvPr/>
        </p:nvPicPr>
        <p:blipFill>
          <a:blip r:embed="rId2"/>
          <a:stretch>
            <a:fillRect/>
          </a:stretch>
        </p:blipFill>
        <p:spPr>
          <a:xfrm>
            <a:off x="3364282" y="2897842"/>
            <a:ext cx="4955522" cy="1099457"/>
          </a:xfrm>
          <a:prstGeom prst="rect">
            <a:avLst/>
          </a:prstGeom>
          <a:ln>
            <a:solidFill>
              <a:schemeClr val="accent1"/>
            </a:solidFill>
          </a:ln>
        </p:spPr>
      </p:pic>
    </p:spTree>
    <p:extLst>
      <p:ext uri="{BB962C8B-B14F-4D97-AF65-F5344CB8AC3E}">
        <p14:creationId xmlns:p14="http://schemas.microsoft.com/office/powerpoint/2010/main" val="834940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Attribute – Derived</a:t>
            </a:r>
            <a:endParaRPr lang="en-US" dirty="0"/>
          </a:p>
        </p:txBody>
      </p:sp>
      <p:sp>
        <p:nvSpPr>
          <p:cNvPr id="6" name="Rectangle 5"/>
          <p:cNvSpPr/>
          <p:nvPr/>
        </p:nvSpPr>
        <p:spPr>
          <a:xfrm>
            <a:off x="986038" y="5282665"/>
            <a:ext cx="6442607" cy="707886"/>
          </a:xfrm>
          <a:prstGeom prst="rect">
            <a:avLst/>
          </a:prstGeom>
          <a:solidFill>
            <a:schemeClr val="accent2"/>
          </a:solidFill>
        </p:spPr>
        <p:txBody>
          <a:bodyPr wrap="square">
            <a:spAutoFit/>
          </a:bodyPr>
          <a:lstStyle/>
          <a:p>
            <a:pPr algn="ctr"/>
            <a:r>
              <a:rPr lang="en-US" sz="2000" dirty="0">
                <a:solidFill>
                  <a:schemeClr val="bg1"/>
                </a:solidFill>
                <a:latin typeface="Raleway"/>
              </a:rPr>
              <a:t>An attribute is a property, trait, or characteristic of an entity, relationship, or another attribute</a:t>
            </a:r>
            <a:endParaRPr lang="en-US" sz="2000" dirty="0">
              <a:solidFill>
                <a:schemeClr val="bg1"/>
              </a:solidFill>
            </a:endParaRPr>
          </a:p>
        </p:txBody>
      </p:sp>
      <p:sp>
        <p:nvSpPr>
          <p:cNvPr id="7" name="Rectangle 6"/>
          <p:cNvSpPr/>
          <p:nvPr/>
        </p:nvSpPr>
        <p:spPr>
          <a:xfrm>
            <a:off x="986039" y="2217085"/>
            <a:ext cx="1863412" cy="2031325"/>
          </a:xfrm>
          <a:prstGeom prst="rect">
            <a:avLst/>
          </a:prstGeom>
          <a:solidFill>
            <a:schemeClr val="accent2"/>
          </a:solidFill>
        </p:spPr>
        <p:txBody>
          <a:bodyPr wrap="square">
            <a:spAutoFit/>
          </a:bodyPr>
          <a:lstStyle/>
          <a:p>
            <a:pPr algn="ctr"/>
            <a:r>
              <a:rPr lang="en-US" dirty="0">
                <a:solidFill>
                  <a:schemeClr val="bg1"/>
                </a:solidFill>
                <a:latin typeface="Raleway"/>
              </a:rPr>
              <a:t>Derived Attribute</a:t>
            </a:r>
          </a:p>
          <a:p>
            <a:pPr algn="ctr"/>
            <a:endParaRPr lang="en-US" dirty="0">
              <a:solidFill>
                <a:schemeClr val="bg1"/>
              </a:solidFill>
              <a:latin typeface="Raleway"/>
            </a:endParaRPr>
          </a:p>
          <a:p>
            <a:pPr algn="ctr"/>
            <a:r>
              <a:rPr lang="en-US" dirty="0">
                <a:solidFill>
                  <a:schemeClr val="bg1"/>
                </a:solidFill>
                <a:latin typeface="Raleway"/>
              </a:rPr>
              <a:t>Here, AREA can be DERIVED using TADIUS attribute</a:t>
            </a:r>
            <a:endParaRPr lang="en-US" dirty="0">
              <a:solidFill>
                <a:schemeClr val="bg1"/>
              </a:solidFill>
            </a:endParaRPr>
          </a:p>
        </p:txBody>
      </p:sp>
      <p:pic>
        <p:nvPicPr>
          <p:cNvPr id="4" name="Picture 3"/>
          <p:cNvPicPr>
            <a:picLocks noChangeAspect="1"/>
          </p:cNvPicPr>
          <p:nvPr/>
        </p:nvPicPr>
        <p:blipFill>
          <a:blip r:embed="rId2"/>
          <a:stretch>
            <a:fillRect/>
          </a:stretch>
        </p:blipFill>
        <p:spPr>
          <a:xfrm>
            <a:off x="3637927" y="2227542"/>
            <a:ext cx="3790718" cy="2010413"/>
          </a:xfrm>
          <a:prstGeom prst="rect">
            <a:avLst/>
          </a:prstGeom>
          <a:ln>
            <a:solidFill>
              <a:schemeClr val="accent1"/>
            </a:solidFill>
          </a:ln>
        </p:spPr>
      </p:pic>
    </p:spTree>
    <p:extLst>
      <p:ext uri="{BB962C8B-B14F-4D97-AF65-F5344CB8AC3E}">
        <p14:creationId xmlns:p14="http://schemas.microsoft.com/office/powerpoint/2010/main" val="531478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Points</a:t>
            </a:r>
            <a:endParaRPr lang="en-US" dirty="0"/>
          </a:p>
        </p:txBody>
      </p:sp>
      <p:sp>
        <p:nvSpPr>
          <p:cNvPr id="4" name="Rectangle 3"/>
          <p:cNvSpPr/>
          <p:nvPr/>
        </p:nvSpPr>
        <p:spPr>
          <a:xfrm>
            <a:off x="962696" y="1861638"/>
            <a:ext cx="7038303" cy="461665"/>
          </a:xfrm>
          <a:prstGeom prst="rect">
            <a:avLst/>
          </a:prstGeom>
          <a:solidFill>
            <a:schemeClr val="accent2"/>
          </a:solidFill>
          <a:ln w="76200">
            <a:solidFill>
              <a:schemeClr val="accent1">
                <a:lumMod val="75000"/>
              </a:schemeClr>
            </a:solidFill>
          </a:ln>
        </p:spPr>
        <p:txBody>
          <a:bodyPr wrap="square">
            <a:spAutoFit/>
          </a:bodyPr>
          <a:lstStyle/>
          <a:p>
            <a:pPr algn="ctr"/>
            <a:r>
              <a:rPr lang="en-US" sz="2400" dirty="0" smtClean="0">
                <a:solidFill>
                  <a:schemeClr val="bg1"/>
                </a:solidFill>
              </a:rPr>
              <a:t>What is ENTITY ?</a:t>
            </a:r>
            <a:endParaRPr lang="en-US" sz="2400" dirty="0">
              <a:solidFill>
                <a:schemeClr val="bg1"/>
              </a:solidFill>
            </a:endParaRPr>
          </a:p>
        </p:txBody>
      </p:sp>
      <p:sp>
        <p:nvSpPr>
          <p:cNvPr id="5" name="Rectangle 4"/>
          <p:cNvSpPr/>
          <p:nvPr/>
        </p:nvSpPr>
        <p:spPr>
          <a:xfrm>
            <a:off x="962695" y="2657982"/>
            <a:ext cx="7038303" cy="461665"/>
          </a:xfrm>
          <a:prstGeom prst="rect">
            <a:avLst/>
          </a:prstGeom>
          <a:solidFill>
            <a:schemeClr val="accent2"/>
          </a:solidFill>
          <a:ln w="76200">
            <a:solidFill>
              <a:schemeClr val="accent1">
                <a:lumMod val="75000"/>
              </a:schemeClr>
            </a:solidFill>
          </a:ln>
        </p:spPr>
        <p:txBody>
          <a:bodyPr wrap="square">
            <a:spAutoFit/>
          </a:bodyPr>
          <a:lstStyle/>
          <a:p>
            <a:pPr algn="ctr"/>
            <a:r>
              <a:rPr lang="en-US" sz="2400" dirty="0" smtClean="0">
                <a:solidFill>
                  <a:schemeClr val="bg1"/>
                </a:solidFill>
              </a:rPr>
              <a:t>What are types of ENTITIES ?</a:t>
            </a:r>
            <a:endParaRPr lang="en-US" sz="2400" dirty="0">
              <a:solidFill>
                <a:schemeClr val="bg1"/>
              </a:solidFill>
            </a:endParaRPr>
          </a:p>
        </p:txBody>
      </p:sp>
      <p:sp>
        <p:nvSpPr>
          <p:cNvPr id="6" name="Rectangle 5"/>
          <p:cNvSpPr/>
          <p:nvPr/>
        </p:nvSpPr>
        <p:spPr>
          <a:xfrm>
            <a:off x="962695" y="3823658"/>
            <a:ext cx="7038303" cy="461665"/>
          </a:xfrm>
          <a:prstGeom prst="rect">
            <a:avLst/>
          </a:prstGeom>
          <a:solidFill>
            <a:schemeClr val="accent2"/>
          </a:solidFill>
          <a:ln w="76200">
            <a:solidFill>
              <a:schemeClr val="accent1">
                <a:lumMod val="75000"/>
              </a:schemeClr>
            </a:solidFill>
          </a:ln>
        </p:spPr>
        <p:txBody>
          <a:bodyPr wrap="square">
            <a:spAutoFit/>
          </a:bodyPr>
          <a:lstStyle/>
          <a:p>
            <a:pPr algn="ctr"/>
            <a:r>
              <a:rPr lang="en-US" sz="2400" dirty="0" smtClean="0">
                <a:solidFill>
                  <a:schemeClr val="bg1"/>
                </a:solidFill>
              </a:rPr>
              <a:t>How do you define an ATTRIBUTE ?</a:t>
            </a:r>
            <a:endParaRPr lang="en-US" sz="2400" dirty="0">
              <a:solidFill>
                <a:schemeClr val="bg1"/>
              </a:solidFill>
            </a:endParaRPr>
          </a:p>
        </p:txBody>
      </p:sp>
      <p:sp>
        <p:nvSpPr>
          <p:cNvPr id="7" name="Rectangle 6"/>
          <p:cNvSpPr/>
          <p:nvPr/>
        </p:nvSpPr>
        <p:spPr>
          <a:xfrm>
            <a:off x="962695" y="4656388"/>
            <a:ext cx="7038303" cy="461665"/>
          </a:xfrm>
          <a:prstGeom prst="rect">
            <a:avLst/>
          </a:prstGeom>
          <a:solidFill>
            <a:schemeClr val="accent2"/>
          </a:solidFill>
          <a:ln w="76200">
            <a:solidFill>
              <a:schemeClr val="accent1">
                <a:lumMod val="75000"/>
              </a:schemeClr>
            </a:solidFill>
          </a:ln>
        </p:spPr>
        <p:txBody>
          <a:bodyPr wrap="square">
            <a:spAutoFit/>
          </a:bodyPr>
          <a:lstStyle/>
          <a:p>
            <a:pPr algn="ctr"/>
            <a:r>
              <a:rPr lang="en-US" sz="2400" dirty="0" smtClean="0">
                <a:solidFill>
                  <a:schemeClr val="bg1"/>
                </a:solidFill>
              </a:rPr>
              <a:t>How many types of ATTRIBUTES do you remember ?</a:t>
            </a:r>
            <a:endParaRPr lang="en-US" sz="2400" dirty="0">
              <a:solidFill>
                <a:schemeClr val="bg1"/>
              </a:solidFill>
            </a:endParaRPr>
          </a:p>
        </p:txBody>
      </p:sp>
    </p:spTree>
    <p:extLst>
      <p:ext uri="{BB962C8B-B14F-4D97-AF65-F5344CB8AC3E}">
        <p14:creationId xmlns:p14="http://schemas.microsoft.com/office/powerpoint/2010/main" val="669905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ERD- Walkthrough</a:t>
            </a:r>
            <a:endParaRPr lang="en-US" dirty="0"/>
          </a:p>
        </p:txBody>
      </p:sp>
      <p:sp>
        <p:nvSpPr>
          <p:cNvPr id="6" name="Rectangle 5"/>
          <p:cNvSpPr/>
          <p:nvPr/>
        </p:nvSpPr>
        <p:spPr>
          <a:xfrm>
            <a:off x="870129" y="5282665"/>
            <a:ext cx="7168654" cy="369332"/>
          </a:xfrm>
          <a:prstGeom prst="rect">
            <a:avLst/>
          </a:prstGeom>
          <a:solidFill>
            <a:schemeClr val="accent2"/>
          </a:solidFill>
        </p:spPr>
        <p:txBody>
          <a:bodyPr wrap="square">
            <a:spAutoFit/>
          </a:bodyPr>
          <a:lstStyle/>
          <a:p>
            <a:pPr algn="ctr"/>
            <a:r>
              <a:rPr lang="en-US" dirty="0">
                <a:solidFill>
                  <a:schemeClr val="bg1"/>
                </a:solidFill>
                <a:latin typeface="Raleway"/>
              </a:rPr>
              <a:t>Let’s take an example of Educational Institution</a:t>
            </a:r>
            <a:endParaRPr lang="en-US" dirty="0">
              <a:solidFill>
                <a:schemeClr val="bg1"/>
              </a:solidFill>
            </a:endParaRPr>
          </a:p>
        </p:txBody>
      </p:sp>
      <p:sp>
        <p:nvSpPr>
          <p:cNvPr id="7" name="Rectangle 6"/>
          <p:cNvSpPr/>
          <p:nvPr/>
        </p:nvSpPr>
        <p:spPr>
          <a:xfrm>
            <a:off x="921645" y="2703837"/>
            <a:ext cx="1863412" cy="400110"/>
          </a:xfrm>
          <a:prstGeom prst="rect">
            <a:avLst/>
          </a:prstGeom>
          <a:solidFill>
            <a:schemeClr val="accent2"/>
          </a:solidFill>
        </p:spPr>
        <p:txBody>
          <a:bodyPr wrap="square">
            <a:spAutoFit/>
          </a:bodyPr>
          <a:lstStyle/>
          <a:p>
            <a:pPr algn="ctr"/>
            <a:r>
              <a:rPr lang="en-US" sz="2000" dirty="0">
                <a:solidFill>
                  <a:schemeClr val="bg1"/>
                </a:solidFill>
                <a:latin typeface="Raleway"/>
              </a:rPr>
              <a:t>ENTITIES</a:t>
            </a:r>
            <a:endParaRPr lang="en-US" sz="2000" dirty="0">
              <a:solidFill>
                <a:schemeClr val="bg1"/>
              </a:solidFill>
            </a:endParaRPr>
          </a:p>
        </p:txBody>
      </p:sp>
      <p:pic>
        <p:nvPicPr>
          <p:cNvPr id="3" name="Picture 2"/>
          <p:cNvPicPr>
            <a:picLocks noChangeAspect="1"/>
          </p:cNvPicPr>
          <p:nvPr/>
        </p:nvPicPr>
        <p:blipFill>
          <a:blip r:embed="rId2"/>
          <a:stretch>
            <a:fillRect/>
          </a:stretch>
        </p:blipFill>
        <p:spPr>
          <a:xfrm>
            <a:off x="3101580" y="2585463"/>
            <a:ext cx="4937202" cy="657598"/>
          </a:xfrm>
          <a:prstGeom prst="rect">
            <a:avLst/>
          </a:prstGeom>
        </p:spPr>
      </p:pic>
    </p:spTree>
    <p:extLst>
      <p:ext uri="{BB962C8B-B14F-4D97-AF65-F5344CB8AC3E}">
        <p14:creationId xmlns:p14="http://schemas.microsoft.com/office/powerpoint/2010/main" val="108335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ERD- Walkthrough</a:t>
            </a:r>
            <a:endParaRPr lang="en-US" dirty="0"/>
          </a:p>
        </p:txBody>
      </p:sp>
      <p:sp>
        <p:nvSpPr>
          <p:cNvPr id="6" name="Rectangle 5"/>
          <p:cNvSpPr/>
          <p:nvPr/>
        </p:nvSpPr>
        <p:spPr>
          <a:xfrm>
            <a:off x="628650" y="5282665"/>
            <a:ext cx="7886700" cy="400110"/>
          </a:xfrm>
          <a:prstGeom prst="rect">
            <a:avLst/>
          </a:prstGeom>
          <a:solidFill>
            <a:schemeClr val="accent2"/>
          </a:solidFill>
        </p:spPr>
        <p:txBody>
          <a:bodyPr wrap="square">
            <a:spAutoFit/>
          </a:bodyPr>
          <a:lstStyle/>
          <a:p>
            <a:pPr algn="ctr"/>
            <a:r>
              <a:rPr lang="en-US" sz="2000" dirty="0">
                <a:solidFill>
                  <a:schemeClr val="bg1"/>
                </a:solidFill>
                <a:latin typeface="Raleway"/>
              </a:rPr>
              <a:t>Let’s take an example of Educational Institution</a:t>
            </a:r>
            <a:endParaRPr lang="en-US" sz="2000" dirty="0">
              <a:solidFill>
                <a:schemeClr val="bg1"/>
              </a:solidFill>
            </a:endParaRPr>
          </a:p>
        </p:txBody>
      </p:sp>
      <p:sp>
        <p:nvSpPr>
          <p:cNvPr id="7" name="Rectangle 6"/>
          <p:cNvSpPr/>
          <p:nvPr/>
        </p:nvSpPr>
        <p:spPr>
          <a:xfrm>
            <a:off x="654861" y="1524708"/>
            <a:ext cx="1863412" cy="369332"/>
          </a:xfrm>
          <a:prstGeom prst="rect">
            <a:avLst/>
          </a:prstGeom>
          <a:solidFill>
            <a:schemeClr val="accent2"/>
          </a:solidFill>
        </p:spPr>
        <p:txBody>
          <a:bodyPr wrap="square">
            <a:spAutoFit/>
          </a:bodyPr>
          <a:lstStyle/>
          <a:p>
            <a:pPr algn="ctr"/>
            <a:r>
              <a:rPr lang="en-US" dirty="0">
                <a:solidFill>
                  <a:schemeClr val="bg1"/>
                </a:solidFill>
                <a:latin typeface="Raleway"/>
              </a:rPr>
              <a:t>ATTRIBUTES</a:t>
            </a:r>
            <a:endParaRPr lang="en-US" dirty="0">
              <a:solidFill>
                <a:schemeClr val="bg1"/>
              </a:solidFill>
            </a:endParaRPr>
          </a:p>
        </p:txBody>
      </p:sp>
      <p:pic>
        <p:nvPicPr>
          <p:cNvPr id="4" name="Picture 3"/>
          <p:cNvPicPr>
            <a:picLocks noChangeAspect="1"/>
          </p:cNvPicPr>
          <p:nvPr/>
        </p:nvPicPr>
        <p:blipFill>
          <a:blip r:embed="rId2"/>
          <a:stretch>
            <a:fillRect/>
          </a:stretch>
        </p:blipFill>
        <p:spPr>
          <a:xfrm>
            <a:off x="654861" y="3537157"/>
            <a:ext cx="2580957" cy="1291931"/>
          </a:xfrm>
          <a:prstGeom prst="rect">
            <a:avLst/>
          </a:prstGeom>
        </p:spPr>
      </p:pic>
      <p:sp>
        <p:nvSpPr>
          <p:cNvPr id="5" name="Rectangle 4"/>
          <p:cNvSpPr/>
          <p:nvPr/>
        </p:nvSpPr>
        <p:spPr>
          <a:xfrm>
            <a:off x="6439437" y="1476989"/>
            <a:ext cx="2049701" cy="3539430"/>
          </a:xfrm>
          <a:prstGeom prst="rect">
            <a:avLst/>
          </a:prstGeom>
          <a:solidFill>
            <a:schemeClr val="accent2"/>
          </a:solidFill>
        </p:spPr>
        <p:txBody>
          <a:bodyPr wrap="square">
            <a:spAutoFit/>
          </a:bodyPr>
          <a:lstStyle/>
          <a:p>
            <a:r>
              <a:rPr lang="en-US" sz="1600" dirty="0">
                <a:solidFill>
                  <a:schemeClr val="bg1"/>
                </a:solidFill>
                <a:latin typeface="Verdana" panose="020B0604030504040204" pitchFamily="34" charset="0"/>
              </a:rPr>
              <a:t>If the attributes are </a:t>
            </a:r>
            <a:r>
              <a:rPr lang="en-US" sz="1600" b="1" dirty="0">
                <a:solidFill>
                  <a:schemeClr val="bg1"/>
                </a:solidFill>
                <a:latin typeface="Verdana" panose="020B0604030504040204" pitchFamily="34" charset="0"/>
              </a:rPr>
              <a:t>composite</a:t>
            </a:r>
            <a:r>
              <a:rPr lang="en-US" sz="1600" dirty="0">
                <a:solidFill>
                  <a:schemeClr val="bg1"/>
                </a:solidFill>
                <a:latin typeface="Verdana" panose="020B0604030504040204" pitchFamily="34" charset="0"/>
              </a:rPr>
              <a:t>, they are further divided in a tree like structure. Every node is then connected to its attribute. That is, composite attributes are represented by ellipses that are connected with an ellipse.</a:t>
            </a:r>
            <a:endParaRPr lang="en-US" sz="1600" dirty="0">
              <a:solidFill>
                <a:schemeClr val="bg1"/>
              </a:solidFill>
            </a:endParaRPr>
          </a:p>
        </p:txBody>
      </p:sp>
      <p:pic>
        <p:nvPicPr>
          <p:cNvPr id="8" name="Picture 7"/>
          <p:cNvPicPr>
            <a:picLocks noChangeAspect="1"/>
          </p:cNvPicPr>
          <p:nvPr/>
        </p:nvPicPr>
        <p:blipFill>
          <a:blip r:embed="rId3"/>
          <a:stretch>
            <a:fillRect/>
          </a:stretch>
        </p:blipFill>
        <p:spPr>
          <a:xfrm>
            <a:off x="2868215" y="1524708"/>
            <a:ext cx="3407569" cy="2078831"/>
          </a:xfrm>
          <a:prstGeom prst="rect">
            <a:avLst/>
          </a:prstGeom>
        </p:spPr>
      </p:pic>
    </p:spTree>
    <p:extLst>
      <p:ext uri="{BB962C8B-B14F-4D97-AF65-F5344CB8AC3E}">
        <p14:creationId xmlns:p14="http://schemas.microsoft.com/office/powerpoint/2010/main" val="1062044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ERD- Walkthrough</a:t>
            </a:r>
            <a:endParaRPr lang="en-US" dirty="0"/>
          </a:p>
        </p:txBody>
      </p:sp>
      <p:sp>
        <p:nvSpPr>
          <p:cNvPr id="6" name="Rectangle 5"/>
          <p:cNvSpPr/>
          <p:nvPr/>
        </p:nvSpPr>
        <p:spPr>
          <a:xfrm>
            <a:off x="919079" y="5321302"/>
            <a:ext cx="7596271" cy="400110"/>
          </a:xfrm>
          <a:prstGeom prst="rect">
            <a:avLst/>
          </a:prstGeom>
          <a:solidFill>
            <a:schemeClr val="accent2"/>
          </a:solidFill>
        </p:spPr>
        <p:txBody>
          <a:bodyPr wrap="square">
            <a:spAutoFit/>
          </a:bodyPr>
          <a:lstStyle/>
          <a:p>
            <a:pPr algn="ctr"/>
            <a:r>
              <a:rPr lang="en-US" sz="2000" dirty="0">
                <a:solidFill>
                  <a:schemeClr val="bg1"/>
                </a:solidFill>
                <a:latin typeface="Raleway"/>
              </a:rPr>
              <a:t>Let’s take an example of Educational Institution</a:t>
            </a:r>
            <a:endParaRPr lang="en-US" sz="2000" dirty="0">
              <a:solidFill>
                <a:schemeClr val="bg1"/>
              </a:solidFill>
            </a:endParaRPr>
          </a:p>
        </p:txBody>
      </p:sp>
      <p:sp>
        <p:nvSpPr>
          <p:cNvPr id="7" name="Rectangle 6"/>
          <p:cNvSpPr/>
          <p:nvPr/>
        </p:nvSpPr>
        <p:spPr>
          <a:xfrm>
            <a:off x="919079" y="1502769"/>
            <a:ext cx="1863412" cy="369332"/>
          </a:xfrm>
          <a:prstGeom prst="rect">
            <a:avLst/>
          </a:prstGeom>
          <a:solidFill>
            <a:schemeClr val="accent2"/>
          </a:solidFill>
        </p:spPr>
        <p:txBody>
          <a:bodyPr wrap="square">
            <a:spAutoFit/>
          </a:bodyPr>
          <a:lstStyle/>
          <a:p>
            <a:pPr algn="ctr"/>
            <a:r>
              <a:rPr lang="en-US" dirty="0">
                <a:solidFill>
                  <a:schemeClr val="bg1"/>
                </a:solidFill>
                <a:latin typeface="Raleway"/>
              </a:rPr>
              <a:t>ATTRIBUTES</a:t>
            </a:r>
            <a:endParaRPr lang="en-US" dirty="0">
              <a:solidFill>
                <a:schemeClr val="bg1"/>
              </a:solidFill>
            </a:endParaRPr>
          </a:p>
        </p:txBody>
      </p:sp>
      <p:sp>
        <p:nvSpPr>
          <p:cNvPr id="5" name="Rectangle 4"/>
          <p:cNvSpPr/>
          <p:nvPr/>
        </p:nvSpPr>
        <p:spPr>
          <a:xfrm>
            <a:off x="6516711" y="2215096"/>
            <a:ext cx="1998640" cy="2246769"/>
          </a:xfrm>
          <a:prstGeom prst="rect">
            <a:avLst/>
          </a:prstGeom>
          <a:solidFill>
            <a:schemeClr val="accent2"/>
          </a:solidFill>
        </p:spPr>
        <p:txBody>
          <a:bodyPr wrap="square">
            <a:spAutoFit/>
          </a:bodyPr>
          <a:lstStyle/>
          <a:p>
            <a:r>
              <a:rPr lang="en-US" sz="2800" b="1" dirty="0">
                <a:solidFill>
                  <a:schemeClr val="bg1"/>
                </a:solidFill>
              </a:rPr>
              <a:t>Multivalued</a:t>
            </a:r>
            <a:r>
              <a:rPr lang="en-US" sz="2800" dirty="0">
                <a:solidFill>
                  <a:schemeClr val="bg1"/>
                </a:solidFill>
              </a:rPr>
              <a:t> attributes are depicted by double ellipse</a:t>
            </a:r>
          </a:p>
        </p:txBody>
      </p:sp>
      <p:pic>
        <p:nvPicPr>
          <p:cNvPr id="3" name="Picture 2"/>
          <p:cNvPicPr>
            <a:picLocks noChangeAspect="1"/>
          </p:cNvPicPr>
          <p:nvPr/>
        </p:nvPicPr>
        <p:blipFill>
          <a:blip r:embed="rId2"/>
          <a:stretch>
            <a:fillRect/>
          </a:stretch>
        </p:blipFill>
        <p:spPr>
          <a:xfrm>
            <a:off x="2421883" y="1948723"/>
            <a:ext cx="3579019" cy="2471738"/>
          </a:xfrm>
          <a:prstGeom prst="rect">
            <a:avLst/>
          </a:prstGeom>
        </p:spPr>
      </p:pic>
    </p:spTree>
    <p:extLst>
      <p:ext uri="{BB962C8B-B14F-4D97-AF65-F5344CB8AC3E}">
        <p14:creationId xmlns:p14="http://schemas.microsoft.com/office/powerpoint/2010/main" val="482960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ERD- Walkthrough</a:t>
            </a:r>
            <a:endParaRPr lang="en-US" dirty="0"/>
          </a:p>
        </p:txBody>
      </p:sp>
      <p:sp>
        <p:nvSpPr>
          <p:cNvPr id="6" name="Rectangle 5"/>
          <p:cNvSpPr/>
          <p:nvPr/>
        </p:nvSpPr>
        <p:spPr>
          <a:xfrm>
            <a:off x="628650" y="5282665"/>
            <a:ext cx="7886700" cy="400110"/>
          </a:xfrm>
          <a:prstGeom prst="rect">
            <a:avLst/>
          </a:prstGeom>
          <a:solidFill>
            <a:schemeClr val="accent2"/>
          </a:solidFill>
        </p:spPr>
        <p:txBody>
          <a:bodyPr wrap="square">
            <a:spAutoFit/>
          </a:bodyPr>
          <a:lstStyle/>
          <a:p>
            <a:pPr algn="ctr"/>
            <a:r>
              <a:rPr lang="en-US" sz="2000" dirty="0">
                <a:solidFill>
                  <a:schemeClr val="bg1"/>
                </a:solidFill>
                <a:latin typeface="Raleway"/>
              </a:rPr>
              <a:t>Let’s take an example of Educational Institution</a:t>
            </a:r>
            <a:endParaRPr lang="en-US" sz="2000" dirty="0">
              <a:solidFill>
                <a:schemeClr val="bg1"/>
              </a:solidFill>
            </a:endParaRPr>
          </a:p>
        </p:txBody>
      </p:sp>
      <p:sp>
        <p:nvSpPr>
          <p:cNvPr id="7" name="Rectangle 6"/>
          <p:cNvSpPr/>
          <p:nvPr/>
        </p:nvSpPr>
        <p:spPr>
          <a:xfrm>
            <a:off x="628650" y="1502769"/>
            <a:ext cx="1863412" cy="369332"/>
          </a:xfrm>
          <a:prstGeom prst="rect">
            <a:avLst/>
          </a:prstGeom>
          <a:solidFill>
            <a:schemeClr val="accent2"/>
          </a:solidFill>
        </p:spPr>
        <p:txBody>
          <a:bodyPr wrap="square">
            <a:spAutoFit/>
          </a:bodyPr>
          <a:lstStyle/>
          <a:p>
            <a:pPr algn="ctr"/>
            <a:r>
              <a:rPr lang="en-US" dirty="0">
                <a:solidFill>
                  <a:schemeClr val="bg1"/>
                </a:solidFill>
                <a:latin typeface="Raleway"/>
              </a:rPr>
              <a:t>ATTRIBUTES</a:t>
            </a:r>
            <a:endParaRPr lang="en-US" dirty="0">
              <a:solidFill>
                <a:schemeClr val="bg1"/>
              </a:solidFill>
            </a:endParaRPr>
          </a:p>
        </p:txBody>
      </p:sp>
      <p:sp>
        <p:nvSpPr>
          <p:cNvPr id="5" name="Rectangle 4"/>
          <p:cNvSpPr/>
          <p:nvPr/>
        </p:nvSpPr>
        <p:spPr>
          <a:xfrm>
            <a:off x="6651133" y="2215096"/>
            <a:ext cx="1864217" cy="1938992"/>
          </a:xfrm>
          <a:prstGeom prst="rect">
            <a:avLst/>
          </a:prstGeom>
          <a:solidFill>
            <a:schemeClr val="accent2"/>
          </a:solidFill>
        </p:spPr>
        <p:txBody>
          <a:bodyPr wrap="square">
            <a:spAutoFit/>
          </a:bodyPr>
          <a:lstStyle/>
          <a:p>
            <a:r>
              <a:rPr lang="en-US" sz="2400" b="1" dirty="0">
                <a:solidFill>
                  <a:schemeClr val="bg1"/>
                </a:solidFill>
              </a:rPr>
              <a:t>Derived</a:t>
            </a:r>
            <a:r>
              <a:rPr lang="en-US" sz="2400" dirty="0">
                <a:solidFill>
                  <a:schemeClr val="bg1"/>
                </a:solidFill>
              </a:rPr>
              <a:t> </a:t>
            </a:r>
          </a:p>
          <a:p>
            <a:r>
              <a:rPr lang="en-US" sz="2400" dirty="0">
                <a:solidFill>
                  <a:schemeClr val="bg1"/>
                </a:solidFill>
              </a:rPr>
              <a:t>attributes </a:t>
            </a:r>
          </a:p>
          <a:p>
            <a:r>
              <a:rPr lang="en-US" sz="2400" dirty="0">
                <a:solidFill>
                  <a:schemeClr val="bg1"/>
                </a:solidFill>
              </a:rPr>
              <a:t>are depicted by dashed ellipse</a:t>
            </a:r>
          </a:p>
        </p:txBody>
      </p:sp>
      <p:pic>
        <p:nvPicPr>
          <p:cNvPr id="4" name="Picture 3"/>
          <p:cNvPicPr>
            <a:picLocks noChangeAspect="1"/>
          </p:cNvPicPr>
          <p:nvPr/>
        </p:nvPicPr>
        <p:blipFill>
          <a:blip r:embed="rId2"/>
          <a:stretch>
            <a:fillRect/>
          </a:stretch>
        </p:blipFill>
        <p:spPr>
          <a:xfrm>
            <a:off x="2707481" y="2189560"/>
            <a:ext cx="3729038" cy="2478881"/>
          </a:xfrm>
          <a:prstGeom prst="rect">
            <a:avLst/>
          </a:prstGeom>
        </p:spPr>
      </p:pic>
    </p:spTree>
    <p:extLst>
      <p:ext uri="{BB962C8B-B14F-4D97-AF65-F5344CB8AC3E}">
        <p14:creationId xmlns:p14="http://schemas.microsoft.com/office/powerpoint/2010/main" val="2240899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Basic ERD for Quick Start</a:t>
            </a:r>
            <a:endParaRPr lang="en-US" dirty="0"/>
          </a:p>
        </p:txBody>
      </p:sp>
      <p:pic>
        <p:nvPicPr>
          <p:cNvPr id="3" name="Picture 2"/>
          <p:cNvPicPr>
            <a:picLocks noChangeAspect="1"/>
          </p:cNvPicPr>
          <p:nvPr/>
        </p:nvPicPr>
        <p:blipFill>
          <a:blip r:embed="rId2"/>
          <a:stretch>
            <a:fillRect/>
          </a:stretch>
        </p:blipFill>
        <p:spPr>
          <a:xfrm>
            <a:off x="734097" y="1538230"/>
            <a:ext cx="7417442" cy="4463325"/>
          </a:xfrm>
          <a:prstGeom prst="rect">
            <a:avLst/>
          </a:prstGeom>
          <a:ln>
            <a:solidFill>
              <a:schemeClr val="accent1"/>
            </a:solidFill>
          </a:ln>
        </p:spPr>
      </p:pic>
    </p:spTree>
    <p:extLst>
      <p:ext uri="{BB962C8B-B14F-4D97-AF65-F5344CB8AC3E}">
        <p14:creationId xmlns:p14="http://schemas.microsoft.com/office/powerpoint/2010/main" val="3326412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Basic ERD for Quick Start</a:t>
            </a:r>
            <a:endParaRPr lang="en-US" dirty="0"/>
          </a:p>
        </p:txBody>
      </p:sp>
      <p:pic>
        <p:nvPicPr>
          <p:cNvPr id="4" name="Picture 3"/>
          <p:cNvPicPr>
            <a:picLocks noChangeAspect="1"/>
          </p:cNvPicPr>
          <p:nvPr/>
        </p:nvPicPr>
        <p:blipFill>
          <a:blip r:embed="rId2"/>
          <a:stretch>
            <a:fillRect/>
          </a:stretch>
        </p:blipFill>
        <p:spPr>
          <a:xfrm>
            <a:off x="872906" y="1646301"/>
            <a:ext cx="7369573" cy="4303738"/>
          </a:xfrm>
          <a:prstGeom prst="rect">
            <a:avLst/>
          </a:prstGeom>
          <a:ln>
            <a:solidFill>
              <a:schemeClr val="accent1"/>
            </a:solidFill>
          </a:ln>
        </p:spPr>
      </p:pic>
    </p:spTree>
    <p:extLst>
      <p:ext uri="{BB962C8B-B14F-4D97-AF65-F5344CB8AC3E}">
        <p14:creationId xmlns:p14="http://schemas.microsoft.com/office/powerpoint/2010/main" val="421491944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Yet Another Example</a:t>
            </a:r>
            <a:endParaRPr lang="en-US" dirty="0"/>
          </a:p>
        </p:txBody>
      </p:sp>
      <p:sp>
        <p:nvSpPr>
          <p:cNvPr id="5" name="Rectangle 4"/>
          <p:cNvSpPr/>
          <p:nvPr/>
        </p:nvSpPr>
        <p:spPr>
          <a:xfrm>
            <a:off x="628650" y="5282665"/>
            <a:ext cx="7886700" cy="369332"/>
          </a:xfrm>
          <a:prstGeom prst="rect">
            <a:avLst/>
          </a:prstGeom>
          <a:solidFill>
            <a:schemeClr val="accent2"/>
          </a:solidFill>
        </p:spPr>
        <p:txBody>
          <a:bodyPr wrap="square">
            <a:spAutoFit/>
          </a:bodyPr>
          <a:lstStyle/>
          <a:p>
            <a:pPr algn="ctr"/>
            <a:r>
              <a:rPr lang="en-US" dirty="0">
                <a:solidFill>
                  <a:schemeClr val="bg1"/>
                </a:solidFill>
                <a:latin typeface="Raleway"/>
              </a:rPr>
              <a:t>Let’s take an example of Educational Institution</a:t>
            </a:r>
            <a:endParaRPr lang="en-US" dirty="0">
              <a:solidFill>
                <a:schemeClr val="bg1"/>
              </a:solidFill>
            </a:endParaRPr>
          </a:p>
        </p:txBody>
      </p:sp>
      <p:sp>
        <p:nvSpPr>
          <p:cNvPr id="3" name="Rectangle 2"/>
          <p:cNvSpPr/>
          <p:nvPr/>
        </p:nvSpPr>
        <p:spPr>
          <a:xfrm>
            <a:off x="1584102" y="2385491"/>
            <a:ext cx="1825580" cy="87898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STUDENT</a:t>
            </a:r>
          </a:p>
        </p:txBody>
      </p:sp>
      <p:sp>
        <p:nvSpPr>
          <p:cNvPr id="6" name="Rectangle 5"/>
          <p:cNvSpPr/>
          <p:nvPr/>
        </p:nvSpPr>
        <p:spPr>
          <a:xfrm>
            <a:off x="5262631" y="2385492"/>
            <a:ext cx="1825580" cy="87898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SUBJECT</a:t>
            </a:r>
          </a:p>
        </p:txBody>
      </p:sp>
      <p:sp>
        <p:nvSpPr>
          <p:cNvPr id="7" name="Rectangle 6"/>
          <p:cNvSpPr/>
          <p:nvPr/>
        </p:nvSpPr>
        <p:spPr>
          <a:xfrm>
            <a:off x="628650" y="3725931"/>
            <a:ext cx="7886700" cy="338554"/>
          </a:xfrm>
          <a:prstGeom prst="rect">
            <a:avLst/>
          </a:prstGeom>
          <a:solidFill>
            <a:schemeClr val="accent2"/>
          </a:solidFill>
        </p:spPr>
        <p:txBody>
          <a:bodyPr wrap="square">
            <a:spAutoFit/>
          </a:bodyPr>
          <a:lstStyle/>
          <a:p>
            <a:pPr algn="ctr"/>
            <a:r>
              <a:rPr lang="en-US" sz="1600" dirty="0">
                <a:solidFill>
                  <a:schemeClr val="bg1"/>
                </a:solidFill>
                <a:latin typeface="Raleway"/>
              </a:rPr>
              <a:t>One Student Studies Many Subjects</a:t>
            </a:r>
            <a:endParaRPr lang="en-US" sz="1600" dirty="0">
              <a:solidFill>
                <a:schemeClr val="bg1"/>
              </a:solidFill>
            </a:endParaRPr>
          </a:p>
        </p:txBody>
      </p:sp>
      <p:sp>
        <p:nvSpPr>
          <p:cNvPr id="8" name="Rectangle 7"/>
          <p:cNvSpPr/>
          <p:nvPr/>
        </p:nvSpPr>
        <p:spPr>
          <a:xfrm>
            <a:off x="628650" y="4325887"/>
            <a:ext cx="7886700" cy="338554"/>
          </a:xfrm>
          <a:prstGeom prst="rect">
            <a:avLst/>
          </a:prstGeom>
          <a:solidFill>
            <a:schemeClr val="accent2"/>
          </a:solidFill>
        </p:spPr>
        <p:txBody>
          <a:bodyPr wrap="square">
            <a:spAutoFit/>
          </a:bodyPr>
          <a:lstStyle/>
          <a:p>
            <a:pPr algn="ctr"/>
            <a:r>
              <a:rPr lang="en-US" sz="1600" dirty="0">
                <a:solidFill>
                  <a:schemeClr val="bg1"/>
                </a:solidFill>
                <a:latin typeface="Raleway"/>
              </a:rPr>
              <a:t>One </a:t>
            </a:r>
            <a:r>
              <a:rPr lang="en-US" sz="1600" dirty="0" smtClean="0">
                <a:solidFill>
                  <a:schemeClr val="bg1"/>
                </a:solidFill>
                <a:latin typeface="Raleway"/>
              </a:rPr>
              <a:t>Subject is Studied by Many Students</a:t>
            </a:r>
            <a:endParaRPr lang="en-US" sz="1600" dirty="0">
              <a:solidFill>
                <a:schemeClr val="bg1"/>
              </a:solidFill>
            </a:endParaRPr>
          </a:p>
        </p:txBody>
      </p:sp>
    </p:spTree>
    <p:extLst>
      <p:ext uri="{BB962C8B-B14F-4D97-AF65-F5344CB8AC3E}">
        <p14:creationId xmlns:p14="http://schemas.microsoft.com/office/powerpoint/2010/main" val="2467003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Yet Another Example</a:t>
            </a:r>
            <a:endParaRPr lang="en-US" dirty="0"/>
          </a:p>
        </p:txBody>
      </p:sp>
      <p:sp>
        <p:nvSpPr>
          <p:cNvPr id="5" name="Rectangle 4"/>
          <p:cNvSpPr/>
          <p:nvPr/>
        </p:nvSpPr>
        <p:spPr>
          <a:xfrm>
            <a:off x="628650" y="5282665"/>
            <a:ext cx="7886700" cy="338554"/>
          </a:xfrm>
          <a:prstGeom prst="rect">
            <a:avLst/>
          </a:prstGeom>
          <a:solidFill>
            <a:schemeClr val="accent2"/>
          </a:solidFill>
        </p:spPr>
        <p:txBody>
          <a:bodyPr wrap="square">
            <a:spAutoFit/>
          </a:bodyPr>
          <a:lstStyle/>
          <a:p>
            <a:pPr algn="ctr"/>
            <a:r>
              <a:rPr lang="en-US" sz="1600" dirty="0">
                <a:solidFill>
                  <a:schemeClr val="bg1"/>
                </a:solidFill>
                <a:latin typeface="Raleway"/>
              </a:rPr>
              <a:t>Let’s take an example of Educational Institution</a:t>
            </a:r>
            <a:endParaRPr lang="en-US" sz="1600" dirty="0">
              <a:solidFill>
                <a:schemeClr val="bg1"/>
              </a:solidFill>
            </a:endParaRPr>
          </a:p>
        </p:txBody>
      </p:sp>
      <p:sp>
        <p:nvSpPr>
          <p:cNvPr id="3" name="Rectangle 2"/>
          <p:cNvSpPr/>
          <p:nvPr/>
        </p:nvSpPr>
        <p:spPr>
          <a:xfrm>
            <a:off x="1584102" y="2385491"/>
            <a:ext cx="1825580" cy="87898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STUDENT</a:t>
            </a:r>
          </a:p>
        </p:txBody>
      </p:sp>
      <p:sp>
        <p:nvSpPr>
          <p:cNvPr id="6" name="Rectangle 5"/>
          <p:cNvSpPr/>
          <p:nvPr/>
        </p:nvSpPr>
        <p:spPr>
          <a:xfrm>
            <a:off x="5262631" y="2385492"/>
            <a:ext cx="1825580" cy="87898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SUBJECT</a:t>
            </a:r>
          </a:p>
        </p:txBody>
      </p:sp>
      <p:sp>
        <p:nvSpPr>
          <p:cNvPr id="7" name="Rectangle 6"/>
          <p:cNvSpPr/>
          <p:nvPr/>
        </p:nvSpPr>
        <p:spPr>
          <a:xfrm>
            <a:off x="628650" y="3725931"/>
            <a:ext cx="7886700" cy="338554"/>
          </a:xfrm>
          <a:prstGeom prst="rect">
            <a:avLst/>
          </a:prstGeom>
          <a:solidFill>
            <a:schemeClr val="accent2"/>
          </a:solidFill>
        </p:spPr>
        <p:txBody>
          <a:bodyPr wrap="square">
            <a:spAutoFit/>
          </a:bodyPr>
          <a:lstStyle/>
          <a:p>
            <a:pPr algn="ctr"/>
            <a:r>
              <a:rPr lang="en-US" sz="1600" dirty="0">
                <a:solidFill>
                  <a:schemeClr val="bg1"/>
                </a:solidFill>
                <a:latin typeface="Raleway"/>
              </a:rPr>
              <a:t>One Student Studies Many Subjects</a:t>
            </a:r>
            <a:endParaRPr lang="en-US" sz="1600" dirty="0">
              <a:solidFill>
                <a:schemeClr val="bg1"/>
              </a:solidFill>
            </a:endParaRPr>
          </a:p>
        </p:txBody>
      </p:sp>
      <p:sp>
        <p:nvSpPr>
          <p:cNvPr id="8" name="Rectangle 7"/>
          <p:cNvSpPr/>
          <p:nvPr/>
        </p:nvSpPr>
        <p:spPr>
          <a:xfrm>
            <a:off x="628650" y="4325887"/>
            <a:ext cx="7886700" cy="338554"/>
          </a:xfrm>
          <a:prstGeom prst="rect">
            <a:avLst/>
          </a:prstGeom>
          <a:solidFill>
            <a:schemeClr val="accent2"/>
          </a:solidFill>
        </p:spPr>
        <p:txBody>
          <a:bodyPr wrap="square">
            <a:spAutoFit/>
          </a:bodyPr>
          <a:lstStyle/>
          <a:p>
            <a:pPr algn="ctr"/>
            <a:r>
              <a:rPr lang="en-US" sz="1600" dirty="0">
                <a:solidFill>
                  <a:schemeClr val="bg1"/>
                </a:solidFill>
                <a:latin typeface="Raleway"/>
              </a:rPr>
              <a:t>One Student Studies Many Subjects</a:t>
            </a:r>
            <a:endParaRPr lang="en-US" sz="1600" dirty="0">
              <a:solidFill>
                <a:schemeClr val="bg1"/>
              </a:solidFill>
            </a:endParaRPr>
          </a:p>
        </p:txBody>
      </p:sp>
      <p:cxnSp>
        <p:nvCxnSpPr>
          <p:cNvPr id="9" name="Straight Connector 8"/>
          <p:cNvCxnSpPr>
            <a:stCxn id="3" idx="3"/>
            <a:endCxn id="6" idx="1"/>
          </p:cNvCxnSpPr>
          <p:nvPr/>
        </p:nvCxnSpPr>
        <p:spPr>
          <a:xfrm>
            <a:off x="3409681" y="2824983"/>
            <a:ext cx="1852949" cy="1"/>
          </a:xfrm>
          <a:prstGeom prst="line">
            <a:avLst/>
          </a:prstGeom>
          <a:ln w="57150"/>
        </p:spPr>
        <p:style>
          <a:lnRef idx="1">
            <a:schemeClr val="accent1"/>
          </a:lnRef>
          <a:fillRef idx="0">
            <a:schemeClr val="accent1"/>
          </a:fillRef>
          <a:effectRef idx="0">
            <a:schemeClr val="accent1"/>
          </a:effectRef>
          <a:fontRef idx="minor">
            <a:schemeClr val="tx1"/>
          </a:fontRef>
        </p:style>
      </p:cxnSp>
      <p:grpSp>
        <p:nvGrpSpPr>
          <p:cNvPr id="10" name="Group 9"/>
          <p:cNvGrpSpPr/>
          <p:nvPr/>
        </p:nvGrpSpPr>
        <p:grpSpPr>
          <a:xfrm>
            <a:off x="5051739" y="2682830"/>
            <a:ext cx="210892" cy="280116"/>
            <a:chOff x="5051739" y="2682830"/>
            <a:chExt cx="210892" cy="280116"/>
          </a:xfrm>
        </p:grpSpPr>
        <p:cxnSp>
          <p:nvCxnSpPr>
            <p:cNvPr id="11" name="Straight Connector 10"/>
            <p:cNvCxnSpPr/>
            <p:nvPr/>
          </p:nvCxnSpPr>
          <p:spPr>
            <a:xfrm flipV="1">
              <a:off x="5051739" y="2682830"/>
              <a:ext cx="210892" cy="142152"/>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051739" y="2824983"/>
              <a:ext cx="210892" cy="137963"/>
            </a:xfrm>
            <a:prstGeom prst="line">
              <a:avLst/>
            </a:prstGeom>
            <a:ln w="57150"/>
          </p:spPr>
          <p:style>
            <a:lnRef idx="1">
              <a:schemeClr val="accent1"/>
            </a:lnRef>
            <a:fillRef idx="0">
              <a:schemeClr val="accent1"/>
            </a:fillRef>
            <a:effectRef idx="0">
              <a:schemeClr val="accent1"/>
            </a:effectRef>
            <a:fontRef idx="minor">
              <a:schemeClr val="tx1"/>
            </a:fontRef>
          </p:style>
        </p:cxnSp>
      </p:grpSp>
      <p:grpSp>
        <p:nvGrpSpPr>
          <p:cNvPr id="4" name="Group 3"/>
          <p:cNvGrpSpPr/>
          <p:nvPr/>
        </p:nvGrpSpPr>
        <p:grpSpPr>
          <a:xfrm>
            <a:off x="3398413" y="2682831"/>
            <a:ext cx="222161" cy="297615"/>
            <a:chOff x="3398413" y="2682831"/>
            <a:chExt cx="222161" cy="297615"/>
          </a:xfrm>
        </p:grpSpPr>
        <p:cxnSp>
          <p:nvCxnSpPr>
            <p:cNvPr id="14" name="Straight Connector 13"/>
            <p:cNvCxnSpPr/>
            <p:nvPr/>
          </p:nvCxnSpPr>
          <p:spPr>
            <a:xfrm>
              <a:off x="3398413" y="2682831"/>
              <a:ext cx="210892" cy="137963"/>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V="1">
              <a:off x="3409682" y="2838294"/>
              <a:ext cx="210892" cy="142152"/>
            </a:xfrm>
            <a:prstGeom prst="line">
              <a:avLst/>
            </a:prstGeom>
            <a:ln w="57150"/>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47042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Yet Another Example</a:t>
            </a:r>
            <a:endParaRPr lang="en-US" dirty="0"/>
          </a:p>
        </p:txBody>
      </p:sp>
      <p:sp>
        <p:nvSpPr>
          <p:cNvPr id="5" name="Rectangle 4"/>
          <p:cNvSpPr/>
          <p:nvPr/>
        </p:nvSpPr>
        <p:spPr>
          <a:xfrm>
            <a:off x="628650" y="5282665"/>
            <a:ext cx="7886700" cy="338554"/>
          </a:xfrm>
          <a:prstGeom prst="rect">
            <a:avLst/>
          </a:prstGeom>
          <a:solidFill>
            <a:schemeClr val="accent2"/>
          </a:solidFill>
        </p:spPr>
        <p:txBody>
          <a:bodyPr wrap="square">
            <a:spAutoFit/>
          </a:bodyPr>
          <a:lstStyle/>
          <a:p>
            <a:pPr algn="ctr"/>
            <a:r>
              <a:rPr lang="en-US" sz="1600" dirty="0">
                <a:solidFill>
                  <a:schemeClr val="bg1"/>
                </a:solidFill>
                <a:latin typeface="Raleway"/>
              </a:rPr>
              <a:t>Let’s take an example of Educational Institution</a:t>
            </a:r>
            <a:endParaRPr lang="en-US" sz="1600" dirty="0">
              <a:solidFill>
                <a:schemeClr val="bg1"/>
              </a:solidFill>
            </a:endParaRPr>
          </a:p>
        </p:txBody>
      </p:sp>
      <p:sp>
        <p:nvSpPr>
          <p:cNvPr id="3" name="Rectangle 2"/>
          <p:cNvSpPr/>
          <p:nvPr/>
        </p:nvSpPr>
        <p:spPr>
          <a:xfrm>
            <a:off x="628651" y="2365553"/>
            <a:ext cx="1825580" cy="87898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STUDENT</a:t>
            </a:r>
          </a:p>
        </p:txBody>
      </p:sp>
      <p:sp>
        <p:nvSpPr>
          <p:cNvPr id="6" name="Rectangle 5"/>
          <p:cNvSpPr/>
          <p:nvPr/>
        </p:nvSpPr>
        <p:spPr>
          <a:xfrm>
            <a:off x="6666427" y="2381302"/>
            <a:ext cx="1825580" cy="87898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SUBJECT</a:t>
            </a:r>
          </a:p>
        </p:txBody>
      </p:sp>
      <p:sp>
        <p:nvSpPr>
          <p:cNvPr id="7" name="Rectangle 6"/>
          <p:cNvSpPr/>
          <p:nvPr/>
        </p:nvSpPr>
        <p:spPr>
          <a:xfrm>
            <a:off x="628650" y="3725931"/>
            <a:ext cx="7886700" cy="338554"/>
          </a:xfrm>
          <a:prstGeom prst="rect">
            <a:avLst/>
          </a:prstGeom>
          <a:solidFill>
            <a:schemeClr val="accent2"/>
          </a:solidFill>
        </p:spPr>
        <p:txBody>
          <a:bodyPr wrap="square">
            <a:spAutoFit/>
          </a:bodyPr>
          <a:lstStyle/>
          <a:p>
            <a:pPr algn="ctr"/>
            <a:r>
              <a:rPr lang="en-US" sz="1600" dirty="0">
                <a:solidFill>
                  <a:schemeClr val="bg1"/>
                </a:solidFill>
                <a:latin typeface="Raleway"/>
              </a:rPr>
              <a:t>One Student </a:t>
            </a:r>
            <a:r>
              <a:rPr lang="en-US" sz="1600" dirty="0" smtClean="0">
                <a:solidFill>
                  <a:schemeClr val="bg1"/>
                </a:solidFill>
                <a:latin typeface="Raleway"/>
              </a:rPr>
              <a:t>takes </a:t>
            </a:r>
            <a:r>
              <a:rPr lang="en-US" sz="1600" dirty="0">
                <a:solidFill>
                  <a:schemeClr val="bg1"/>
                </a:solidFill>
                <a:latin typeface="Raleway"/>
              </a:rPr>
              <a:t>Many Subjects</a:t>
            </a:r>
            <a:endParaRPr lang="en-US" sz="1600" dirty="0">
              <a:solidFill>
                <a:schemeClr val="bg1"/>
              </a:solidFill>
            </a:endParaRPr>
          </a:p>
        </p:txBody>
      </p:sp>
      <p:sp>
        <p:nvSpPr>
          <p:cNvPr id="8" name="Rectangle 7"/>
          <p:cNvSpPr/>
          <p:nvPr/>
        </p:nvSpPr>
        <p:spPr>
          <a:xfrm>
            <a:off x="628650" y="4325887"/>
            <a:ext cx="7886700" cy="338554"/>
          </a:xfrm>
          <a:prstGeom prst="rect">
            <a:avLst/>
          </a:prstGeom>
          <a:solidFill>
            <a:schemeClr val="accent2"/>
          </a:solidFill>
        </p:spPr>
        <p:txBody>
          <a:bodyPr wrap="square">
            <a:spAutoFit/>
          </a:bodyPr>
          <a:lstStyle/>
          <a:p>
            <a:pPr algn="ctr"/>
            <a:r>
              <a:rPr lang="en-US" sz="1600" dirty="0">
                <a:solidFill>
                  <a:schemeClr val="bg1"/>
                </a:solidFill>
                <a:latin typeface="Raleway"/>
              </a:rPr>
              <a:t>One </a:t>
            </a:r>
            <a:r>
              <a:rPr lang="en-US" sz="1600" dirty="0" smtClean="0">
                <a:solidFill>
                  <a:schemeClr val="bg1"/>
                </a:solidFill>
                <a:latin typeface="Raleway"/>
              </a:rPr>
              <a:t>Subject is taken by Many Students</a:t>
            </a:r>
            <a:endParaRPr lang="en-US" sz="1600" dirty="0">
              <a:solidFill>
                <a:schemeClr val="bg1"/>
              </a:solidFill>
            </a:endParaRPr>
          </a:p>
        </p:txBody>
      </p:sp>
      <p:cxnSp>
        <p:nvCxnSpPr>
          <p:cNvPr id="9" name="Straight Connector 8"/>
          <p:cNvCxnSpPr>
            <a:stCxn id="3" idx="3"/>
            <a:endCxn id="6" idx="1"/>
          </p:cNvCxnSpPr>
          <p:nvPr/>
        </p:nvCxnSpPr>
        <p:spPr>
          <a:xfrm>
            <a:off x="2454230" y="2805045"/>
            <a:ext cx="4212197" cy="15749"/>
          </a:xfrm>
          <a:prstGeom prst="line">
            <a:avLst/>
          </a:prstGeom>
          <a:ln w="57150"/>
        </p:spPr>
        <p:style>
          <a:lnRef idx="1">
            <a:schemeClr val="accent1"/>
          </a:lnRef>
          <a:fillRef idx="0">
            <a:schemeClr val="accent1"/>
          </a:fillRef>
          <a:effectRef idx="0">
            <a:schemeClr val="accent1"/>
          </a:effectRef>
          <a:fontRef idx="minor">
            <a:schemeClr val="tx1"/>
          </a:fontRef>
        </p:style>
      </p:cxnSp>
      <p:grpSp>
        <p:nvGrpSpPr>
          <p:cNvPr id="4" name="Group 3"/>
          <p:cNvGrpSpPr/>
          <p:nvPr/>
        </p:nvGrpSpPr>
        <p:grpSpPr>
          <a:xfrm>
            <a:off x="6460366" y="2670767"/>
            <a:ext cx="210892" cy="300791"/>
            <a:chOff x="6460366" y="2670767"/>
            <a:chExt cx="210892" cy="300791"/>
          </a:xfrm>
        </p:grpSpPr>
        <p:cxnSp>
          <p:nvCxnSpPr>
            <p:cNvPr id="11" name="Straight Connector 10"/>
            <p:cNvCxnSpPr/>
            <p:nvPr/>
          </p:nvCxnSpPr>
          <p:spPr>
            <a:xfrm flipV="1">
              <a:off x="6460366" y="2670767"/>
              <a:ext cx="210892" cy="142152"/>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6460366" y="2833595"/>
              <a:ext cx="210892" cy="137963"/>
            </a:xfrm>
            <a:prstGeom prst="line">
              <a:avLst/>
            </a:prstGeom>
            <a:ln w="57150"/>
          </p:spPr>
          <p:style>
            <a:lnRef idx="1">
              <a:schemeClr val="accent1"/>
            </a:lnRef>
            <a:fillRef idx="0">
              <a:schemeClr val="accent1"/>
            </a:fillRef>
            <a:effectRef idx="0">
              <a:schemeClr val="accent1"/>
            </a:effectRef>
            <a:fontRef idx="minor">
              <a:schemeClr val="tx1"/>
            </a:fontRef>
          </p:style>
        </p:cxnSp>
      </p:grpSp>
      <p:grpSp>
        <p:nvGrpSpPr>
          <p:cNvPr id="10" name="Group 9"/>
          <p:cNvGrpSpPr/>
          <p:nvPr/>
        </p:nvGrpSpPr>
        <p:grpSpPr>
          <a:xfrm>
            <a:off x="2465498" y="2639328"/>
            <a:ext cx="210892" cy="325612"/>
            <a:chOff x="2465498" y="2639328"/>
            <a:chExt cx="210892" cy="325612"/>
          </a:xfrm>
        </p:grpSpPr>
        <p:cxnSp>
          <p:nvCxnSpPr>
            <p:cNvPr id="14" name="Straight Connector 13"/>
            <p:cNvCxnSpPr/>
            <p:nvPr/>
          </p:nvCxnSpPr>
          <p:spPr>
            <a:xfrm>
              <a:off x="2465498" y="2639328"/>
              <a:ext cx="210892" cy="137963"/>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V="1">
              <a:off x="2465498" y="2822788"/>
              <a:ext cx="210892" cy="142152"/>
            </a:xfrm>
            <a:prstGeom prst="line">
              <a:avLst/>
            </a:prstGeom>
            <a:ln w="57150"/>
          </p:spPr>
          <p:style>
            <a:lnRef idx="1">
              <a:schemeClr val="accent1"/>
            </a:lnRef>
            <a:fillRef idx="0">
              <a:schemeClr val="accent1"/>
            </a:fillRef>
            <a:effectRef idx="0">
              <a:schemeClr val="accent1"/>
            </a:effectRef>
            <a:fontRef idx="minor">
              <a:schemeClr val="tx1"/>
            </a:fontRef>
          </p:style>
        </p:cxnSp>
      </p:grpSp>
      <p:sp>
        <p:nvSpPr>
          <p:cNvPr id="16" name="Diamond 15"/>
          <p:cNvSpPr/>
          <p:nvPr/>
        </p:nvSpPr>
        <p:spPr>
          <a:xfrm>
            <a:off x="3796048" y="2163561"/>
            <a:ext cx="1313645" cy="1298735"/>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takes</a:t>
            </a:r>
          </a:p>
        </p:txBody>
      </p:sp>
    </p:spTree>
    <p:extLst>
      <p:ext uri="{BB962C8B-B14F-4D97-AF65-F5344CB8AC3E}">
        <p14:creationId xmlns:p14="http://schemas.microsoft.com/office/powerpoint/2010/main" val="1920738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P spid="1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Points</a:t>
            </a:r>
            <a:endParaRPr lang="en-US" dirty="0"/>
          </a:p>
        </p:txBody>
      </p:sp>
      <p:sp>
        <p:nvSpPr>
          <p:cNvPr id="4" name="Rectangle 3"/>
          <p:cNvSpPr/>
          <p:nvPr/>
        </p:nvSpPr>
        <p:spPr>
          <a:xfrm>
            <a:off x="962696" y="1861638"/>
            <a:ext cx="7038303" cy="461665"/>
          </a:xfrm>
          <a:prstGeom prst="rect">
            <a:avLst/>
          </a:prstGeom>
          <a:solidFill>
            <a:schemeClr val="accent2"/>
          </a:solidFill>
          <a:ln w="76200">
            <a:solidFill>
              <a:schemeClr val="accent1">
                <a:lumMod val="75000"/>
              </a:schemeClr>
            </a:solidFill>
          </a:ln>
        </p:spPr>
        <p:txBody>
          <a:bodyPr wrap="square">
            <a:spAutoFit/>
          </a:bodyPr>
          <a:lstStyle/>
          <a:p>
            <a:pPr algn="ctr"/>
            <a:r>
              <a:rPr lang="en-US" sz="2400" dirty="0" smtClean="0">
                <a:solidFill>
                  <a:schemeClr val="bg1"/>
                </a:solidFill>
              </a:rPr>
              <a:t>Entity</a:t>
            </a:r>
            <a:endParaRPr lang="en-US" sz="2400" dirty="0">
              <a:solidFill>
                <a:schemeClr val="bg1"/>
              </a:solidFill>
            </a:endParaRPr>
          </a:p>
        </p:txBody>
      </p:sp>
      <p:sp>
        <p:nvSpPr>
          <p:cNvPr id="5" name="Rectangle 4"/>
          <p:cNvSpPr/>
          <p:nvPr/>
        </p:nvSpPr>
        <p:spPr>
          <a:xfrm>
            <a:off x="962695" y="2657982"/>
            <a:ext cx="7038303" cy="461665"/>
          </a:xfrm>
          <a:prstGeom prst="rect">
            <a:avLst/>
          </a:prstGeom>
          <a:solidFill>
            <a:schemeClr val="accent2"/>
          </a:solidFill>
          <a:ln w="76200">
            <a:solidFill>
              <a:schemeClr val="accent1">
                <a:lumMod val="75000"/>
              </a:schemeClr>
            </a:solidFill>
          </a:ln>
        </p:spPr>
        <p:txBody>
          <a:bodyPr wrap="square">
            <a:spAutoFit/>
          </a:bodyPr>
          <a:lstStyle/>
          <a:p>
            <a:pPr algn="ctr"/>
            <a:r>
              <a:rPr lang="en-US" sz="2400" dirty="0" smtClean="0">
                <a:solidFill>
                  <a:schemeClr val="bg1"/>
                </a:solidFill>
              </a:rPr>
              <a:t>Attributes</a:t>
            </a:r>
            <a:endParaRPr lang="en-US" sz="2400" dirty="0">
              <a:solidFill>
                <a:schemeClr val="bg1"/>
              </a:solidFill>
            </a:endParaRPr>
          </a:p>
        </p:txBody>
      </p:sp>
      <p:sp>
        <p:nvSpPr>
          <p:cNvPr id="6" name="Rectangle 5"/>
          <p:cNvSpPr/>
          <p:nvPr/>
        </p:nvSpPr>
        <p:spPr>
          <a:xfrm>
            <a:off x="962695" y="3823658"/>
            <a:ext cx="7038303" cy="461665"/>
          </a:xfrm>
          <a:prstGeom prst="rect">
            <a:avLst/>
          </a:prstGeom>
          <a:solidFill>
            <a:schemeClr val="accent2"/>
          </a:solidFill>
          <a:ln w="76200">
            <a:solidFill>
              <a:schemeClr val="accent1">
                <a:lumMod val="75000"/>
              </a:schemeClr>
            </a:solidFill>
          </a:ln>
        </p:spPr>
        <p:txBody>
          <a:bodyPr wrap="square">
            <a:spAutoFit/>
          </a:bodyPr>
          <a:lstStyle/>
          <a:p>
            <a:pPr algn="ctr"/>
            <a:r>
              <a:rPr lang="en-US" sz="2400" dirty="0" smtClean="0">
                <a:solidFill>
                  <a:schemeClr val="bg1"/>
                </a:solidFill>
              </a:rPr>
              <a:t>Constraints</a:t>
            </a:r>
            <a:endParaRPr lang="en-US" sz="2400" dirty="0">
              <a:solidFill>
                <a:schemeClr val="bg1"/>
              </a:solidFill>
            </a:endParaRPr>
          </a:p>
        </p:txBody>
      </p:sp>
      <p:sp>
        <p:nvSpPr>
          <p:cNvPr id="7" name="Rectangle 6"/>
          <p:cNvSpPr/>
          <p:nvPr/>
        </p:nvSpPr>
        <p:spPr>
          <a:xfrm>
            <a:off x="962695" y="4656388"/>
            <a:ext cx="7038303" cy="461665"/>
          </a:xfrm>
          <a:prstGeom prst="rect">
            <a:avLst/>
          </a:prstGeom>
          <a:solidFill>
            <a:schemeClr val="accent2"/>
          </a:solidFill>
          <a:ln w="76200">
            <a:solidFill>
              <a:schemeClr val="accent1">
                <a:lumMod val="75000"/>
              </a:schemeClr>
            </a:solidFill>
          </a:ln>
        </p:spPr>
        <p:txBody>
          <a:bodyPr wrap="square">
            <a:spAutoFit/>
          </a:bodyPr>
          <a:lstStyle/>
          <a:p>
            <a:pPr algn="ctr"/>
            <a:r>
              <a:rPr lang="en-US" sz="2400" dirty="0" smtClean="0">
                <a:solidFill>
                  <a:schemeClr val="bg1"/>
                </a:solidFill>
              </a:rPr>
              <a:t>Relationships</a:t>
            </a:r>
            <a:endParaRPr lang="en-US" sz="2400" dirty="0">
              <a:solidFill>
                <a:schemeClr val="bg1"/>
              </a:solidFill>
            </a:endParaRPr>
          </a:p>
        </p:txBody>
      </p:sp>
      <p:sp>
        <p:nvSpPr>
          <p:cNvPr id="8" name="Rectangle 7"/>
          <p:cNvSpPr/>
          <p:nvPr/>
        </p:nvSpPr>
        <p:spPr>
          <a:xfrm>
            <a:off x="962695" y="5489118"/>
            <a:ext cx="7038303" cy="461665"/>
          </a:xfrm>
          <a:prstGeom prst="rect">
            <a:avLst/>
          </a:prstGeom>
          <a:solidFill>
            <a:schemeClr val="accent2"/>
          </a:solidFill>
          <a:ln w="76200">
            <a:solidFill>
              <a:schemeClr val="accent1">
                <a:lumMod val="75000"/>
              </a:schemeClr>
            </a:solidFill>
          </a:ln>
        </p:spPr>
        <p:txBody>
          <a:bodyPr wrap="square">
            <a:spAutoFit/>
          </a:bodyPr>
          <a:lstStyle/>
          <a:p>
            <a:pPr algn="ctr"/>
            <a:r>
              <a:rPr lang="en-US" sz="2400" dirty="0" smtClean="0">
                <a:solidFill>
                  <a:schemeClr val="bg1"/>
                </a:solidFill>
              </a:rPr>
              <a:t>Entity Relationship Diagram</a:t>
            </a:r>
            <a:endParaRPr lang="en-US" sz="2400" dirty="0">
              <a:solidFill>
                <a:schemeClr val="bg1"/>
              </a:solidFill>
            </a:endParaRPr>
          </a:p>
        </p:txBody>
      </p:sp>
    </p:spTree>
    <p:extLst>
      <p:ext uri="{BB962C8B-B14F-4D97-AF65-F5344CB8AC3E}">
        <p14:creationId xmlns:p14="http://schemas.microsoft.com/office/powerpoint/2010/main" val="1152754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Laugh</a:t>
            </a:r>
            <a:endParaRPr lang="en-US" dirty="0"/>
          </a:p>
        </p:txBody>
      </p:sp>
      <p:pic>
        <p:nvPicPr>
          <p:cNvPr id="2050" name="Picture 2" descr="http://imgc-cn.artprintimages.com/images/P-473-488-90/61/6148/N4EG100Z/posters/j-p-rini-but-harry-my-little-brother-s-room-was-neater-than-your-database-cartoo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2251" y="1532899"/>
            <a:ext cx="5713776" cy="42883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142845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5878" y="4234507"/>
            <a:ext cx="7886700" cy="994172"/>
          </a:xfrm>
          <a:solidFill>
            <a:srgbClr val="FF9933"/>
          </a:solidFill>
        </p:spPr>
        <p:txBody>
          <a:bodyPr>
            <a:normAutofit/>
          </a:bodyPr>
          <a:lstStyle/>
          <a:p>
            <a:pPr algn="ctr"/>
            <a:r>
              <a:rPr lang="en-US" sz="3600" b="1" dirty="0">
                <a:solidFill>
                  <a:schemeClr val="bg1"/>
                </a:solidFill>
              </a:rPr>
              <a:t>End of Lecture for Week - 4</a:t>
            </a:r>
          </a:p>
        </p:txBody>
      </p:sp>
      <p:pic>
        <p:nvPicPr>
          <p:cNvPr id="5122" name="Picture 2" descr="http://grasshopper.com/assets/img/jpg/thank-you-notes/card-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6844" y="1820780"/>
            <a:ext cx="2964767" cy="1976511"/>
          </a:xfrm>
          <a:prstGeom prst="rect">
            <a:avLst/>
          </a:prstGeom>
          <a:noFill/>
          <a:ln>
            <a:solidFill>
              <a:srgbClr val="FF9933"/>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7921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1201</TotalTime>
  <Words>738</Words>
  <Application>Microsoft Office PowerPoint</Application>
  <PresentationFormat>On-screen Show (4:3)</PresentationFormat>
  <Paragraphs>139</Paragraphs>
  <Slides>28</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Arial</vt:lpstr>
      <vt:lpstr>Arial</vt:lpstr>
      <vt:lpstr>Calibri</vt:lpstr>
      <vt:lpstr>Calibri Light</vt:lpstr>
      <vt:lpstr>Raleway</vt:lpstr>
      <vt:lpstr>Times New Roman</vt:lpstr>
      <vt:lpstr>Verdana</vt:lpstr>
      <vt:lpstr>Office Theme</vt:lpstr>
      <vt:lpstr>An Introduction to Database</vt:lpstr>
      <vt:lpstr>Entity Relationship Diagram</vt:lpstr>
      <vt:lpstr>Reminder – Last Week</vt:lpstr>
      <vt:lpstr>Agendas – This Week</vt:lpstr>
      <vt:lpstr>Relational Model</vt:lpstr>
      <vt:lpstr>Database Design Process</vt:lpstr>
      <vt:lpstr>Normalization</vt:lpstr>
      <vt:lpstr>Normalization - Process</vt:lpstr>
      <vt:lpstr>Relational Model – Design Process</vt:lpstr>
      <vt:lpstr>Components of ER Diagram</vt:lpstr>
      <vt:lpstr>Other Symbols</vt:lpstr>
      <vt:lpstr>Entity</vt:lpstr>
      <vt:lpstr>Attribute - Composite</vt:lpstr>
      <vt:lpstr>Attribute – Multi Value</vt:lpstr>
      <vt:lpstr>Attribute – Derived</vt:lpstr>
      <vt:lpstr>Key Points</vt:lpstr>
      <vt:lpstr>ERD- Walkthrough</vt:lpstr>
      <vt:lpstr>ERD- Walkthrough</vt:lpstr>
      <vt:lpstr>ERD- Walkthrough</vt:lpstr>
      <vt:lpstr>ERD- Walkthrough</vt:lpstr>
      <vt:lpstr>A Basic ERD for Quick Start</vt:lpstr>
      <vt:lpstr>A Basic ERD for Quick Start</vt:lpstr>
      <vt:lpstr>Yet Another Example</vt:lpstr>
      <vt:lpstr>Yet Another Example</vt:lpstr>
      <vt:lpstr>Yet Another Example</vt:lpstr>
      <vt:lpstr>Key Points</vt:lpstr>
      <vt:lpstr>Laugh</vt:lpstr>
      <vt:lpstr>End of Lecture for Week - 4</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Database</dc:title>
  <dc:creator>Rohit</dc:creator>
  <cp:lastModifiedBy>Rohit</cp:lastModifiedBy>
  <cp:revision>226</cp:revision>
  <dcterms:created xsi:type="dcterms:W3CDTF">2016-03-01T04:18:16Z</dcterms:created>
  <dcterms:modified xsi:type="dcterms:W3CDTF">2016-08-12T04:33:22Z</dcterms:modified>
</cp:coreProperties>
</file>