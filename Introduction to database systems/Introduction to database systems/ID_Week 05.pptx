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331" r:id="rId2"/>
    <p:sldId id="257" r:id="rId3"/>
    <p:sldId id="285" r:id="rId4"/>
    <p:sldId id="258" r:id="rId5"/>
    <p:sldId id="260" r:id="rId6"/>
    <p:sldId id="320" r:id="rId7"/>
    <p:sldId id="321" r:id="rId8"/>
    <p:sldId id="322" r:id="rId9"/>
    <p:sldId id="323" r:id="rId10"/>
    <p:sldId id="324" r:id="rId11"/>
    <p:sldId id="325" r:id="rId12"/>
    <p:sldId id="326" r:id="rId13"/>
    <p:sldId id="327" r:id="rId14"/>
    <p:sldId id="328" r:id="rId15"/>
    <p:sldId id="332" r:id="rId16"/>
    <p:sldId id="333" r:id="rId17"/>
    <p:sldId id="334"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135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02CF3C-3BA1-484F-B6FF-00D29E2F73B7}" type="doc">
      <dgm:prSet loTypeId="urn:microsoft.com/office/officeart/2005/8/layout/hList6" loCatId="list" qsTypeId="urn:microsoft.com/office/officeart/2005/8/quickstyle/simple1" qsCatId="simple" csTypeId="urn:microsoft.com/office/officeart/2005/8/colors/colorful4" csCatId="colorful" phldr="1"/>
      <dgm:spPr/>
      <dgm:t>
        <a:bodyPr/>
        <a:lstStyle/>
        <a:p>
          <a:endParaRPr lang="en-US"/>
        </a:p>
      </dgm:t>
    </dgm:pt>
    <dgm:pt modelId="{A70EC979-E7AB-41F6-85D8-06958604F62B}">
      <dgm:prSet phldrT="[Text]"/>
      <dgm:spPr/>
      <dgm:t>
        <a:bodyPr/>
        <a:lstStyle/>
        <a:p>
          <a:r>
            <a:rPr lang="en-US" b="1" dirty="0"/>
            <a:t>Dr. </a:t>
          </a:r>
          <a:r>
            <a:rPr lang="en-US" b="1" dirty="0" err="1"/>
            <a:t>Codd</a:t>
          </a:r>
          <a:r>
            <a:rPr lang="en-US" b="1" dirty="0"/>
            <a:t> published the paper “A Relational Model of Data for Large Shared Data Banks” in 1970</a:t>
          </a:r>
        </a:p>
      </dgm:t>
    </dgm:pt>
    <dgm:pt modelId="{78B924D5-E8E8-4FF8-84F3-2D9D93A10709}" type="parTrans" cxnId="{B0AD9B5A-F10F-4E39-B8B2-0E722238C3D0}">
      <dgm:prSet/>
      <dgm:spPr/>
      <dgm:t>
        <a:bodyPr/>
        <a:lstStyle/>
        <a:p>
          <a:endParaRPr lang="en-US"/>
        </a:p>
      </dgm:t>
    </dgm:pt>
    <dgm:pt modelId="{71069FC8-6B8B-40B6-91EF-E5F67AC01B05}" type="sibTrans" cxnId="{B0AD9B5A-F10F-4E39-B8B2-0E722238C3D0}">
      <dgm:prSet/>
      <dgm:spPr/>
      <dgm:t>
        <a:bodyPr/>
        <a:lstStyle/>
        <a:p>
          <a:endParaRPr lang="en-US"/>
        </a:p>
      </dgm:t>
    </dgm:pt>
    <dgm:pt modelId="{6D9D72C7-D731-43B6-AA1E-C804AB77D5A6}">
      <dgm:prSet phldrT="[Text]"/>
      <dgm:spPr/>
      <dgm:t>
        <a:bodyPr/>
        <a:lstStyle/>
        <a:p>
          <a:r>
            <a:rPr lang="en-US" b="1" dirty="0"/>
            <a:t>In 1979, Relational Software Inc. (now Oracle) introduced the first commercially available implementation of SQL </a:t>
          </a:r>
        </a:p>
      </dgm:t>
    </dgm:pt>
    <dgm:pt modelId="{17B5A4F6-798B-4056-A67C-A404195B3FBA}" type="parTrans" cxnId="{62D6A83F-C106-43C5-B092-F69F7DDE2BE2}">
      <dgm:prSet/>
      <dgm:spPr/>
      <dgm:t>
        <a:bodyPr/>
        <a:lstStyle/>
        <a:p>
          <a:endParaRPr lang="en-US"/>
        </a:p>
      </dgm:t>
    </dgm:pt>
    <dgm:pt modelId="{E57522BE-3FF9-4010-BF90-1E1A1AE4670E}" type="sibTrans" cxnId="{62D6A83F-C106-43C5-B092-F69F7DDE2BE2}">
      <dgm:prSet/>
      <dgm:spPr/>
      <dgm:t>
        <a:bodyPr/>
        <a:lstStyle/>
        <a:p>
          <a:endParaRPr lang="en-US"/>
        </a:p>
      </dgm:t>
    </dgm:pt>
    <dgm:pt modelId="{35C2B6E5-F572-436C-80DA-92A0F2EA3512}">
      <dgm:prSet phldrT="[Text]"/>
      <dgm:spPr/>
      <dgm:t>
        <a:bodyPr/>
        <a:lstStyle/>
        <a:p>
          <a:r>
            <a:rPr lang="en-US" b="1" dirty="0"/>
            <a:t>The language Structured English Query Language (SWQUEL) was developed by IBM to use Cod’s Model</a:t>
          </a:r>
        </a:p>
      </dgm:t>
    </dgm:pt>
    <dgm:pt modelId="{9B520D12-9E91-48EC-A237-C05064BED5C6}" type="parTrans" cxnId="{91ACFF02-01E3-463C-8AA2-99B7B178875E}">
      <dgm:prSet/>
      <dgm:spPr/>
      <dgm:t>
        <a:bodyPr/>
        <a:lstStyle/>
        <a:p>
          <a:endParaRPr lang="en-US"/>
        </a:p>
      </dgm:t>
    </dgm:pt>
    <dgm:pt modelId="{6A44209F-7AEE-4882-AB12-0B18A9CCEAB8}" type="sibTrans" cxnId="{91ACFF02-01E3-463C-8AA2-99B7B178875E}">
      <dgm:prSet/>
      <dgm:spPr/>
      <dgm:t>
        <a:bodyPr/>
        <a:lstStyle/>
        <a:p>
          <a:endParaRPr lang="en-US"/>
        </a:p>
      </dgm:t>
    </dgm:pt>
    <dgm:pt modelId="{49BF475C-5996-47D1-A2EE-89B1C2E9CAA1}" type="pres">
      <dgm:prSet presAssocID="{C902CF3C-3BA1-484F-B6FF-00D29E2F73B7}" presName="Name0" presStyleCnt="0">
        <dgm:presLayoutVars>
          <dgm:dir/>
          <dgm:resizeHandles val="exact"/>
        </dgm:presLayoutVars>
      </dgm:prSet>
      <dgm:spPr/>
    </dgm:pt>
    <dgm:pt modelId="{3D6911A4-1566-41C4-9FAD-9730ACDE4A71}" type="pres">
      <dgm:prSet presAssocID="{A70EC979-E7AB-41F6-85D8-06958604F62B}" presName="node" presStyleLbl="node1" presStyleIdx="0" presStyleCnt="3">
        <dgm:presLayoutVars>
          <dgm:bulletEnabled val="1"/>
        </dgm:presLayoutVars>
      </dgm:prSet>
      <dgm:spPr/>
    </dgm:pt>
    <dgm:pt modelId="{B5AE81D9-75A4-4664-A1A8-063416E33BB3}" type="pres">
      <dgm:prSet presAssocID="{71069FC8-6B8B-40B6-91EF-E5F67AC01B05}" presName="sibTrans" presStyleCnt="0"/>
      <dgm:spPr/>
    </dgm:pt>
    <dgm:pt modelId="{1F3EEA4C-E067-4A62-9543-6B42F76BF5C9}" type="pres">
      <dgm:prSet presAssocID="{35C2B6E5-F572-436C-80DA-92A0F2EA3512}" presName="node" presStyleLbl="node1" presStyleIdx="1" presStyleCnt="3">
        <dgm:presLayoutVars>
          <dgm:bulletEnabled val="1"/>
        </dgm:presLayoutVars>
      </dgm:prSet>
      <dgm:spPr/>
    </dgm:pt>
    <dgm:pt modelId="{A8718F8A-945B-40AA-B4B8-F2DB25B9C14B}" type="pres">
      <dgm:prSet presAssocID="{6A44209F-7AEE-4882-AB12-0B18A9CCEAB8}" presName="sibTrans" presStyleCnt="0"/>
      <dgm:spPr/>
    </dgm:pt>
    <dgm:pt modelId="{5711AADA-A804-48A2-BFD4-BF322325B398}" type="pres">
      <dgm:prSet presAssocID="{6D9D72C7-D731-43B6-AA1E-C804AB77D5A6}" presName="node" presStyleLbl="node1" presStyleIdx="2" presStyleCnt="3">
        <dgm:presLayoutVars>
          <dgm:bulletEnabled val="1"/>
        </dgm:presLayoutVars>
      </dgm:prSet>
      <dgm:spPr/>
    </dgm:pt>
  </dgm:ptLst>
  <dgm:cxnLst>
    <dgm:cxn modelId="{91ACFF02-01E3-463C-8AA2-99B7B178875E}" srcId="{C902CF3C-3BA1-484F-B6FF-00D29E2F73B7}" destId="{35C2B6E5-F572-436C-80DA-92A0F2EA3512}" srcOrd="1" destOrd="0" parTransId="{9B520D12-9E91-48EC-A237-C05064BED5C6}" sibTransId="{6A44209F-7AEE-4882-AB12-0B18A9CCEAB8}"/>
    <dgm:cxn modelId="{24707413-6B3C-4CE2-B58F-81E245D84050}" type="presOf" srcId="{35C2B6E5-F572-436C-80DA-92A0F2EA3512}" destId="{1F3EEA4C-E067-4A62-9543-6B42F76BF5C9}" srcOrd="0" destOrd="0" presId="urn:microsoft.com/office/officeart/2005/8/layout/hList6"/>
    <dgm:cxn modelId="{62D6A83F-C106-43C5-B092-F69F7DDE2BE2}" srcId="{C902CF3C-3BA1-484F-B6FF-00D29E2F73B7}" destId="{6D9D72C7-D731-43B6-AA1E-C804AB77D5A6}" srcOrd="2" destOrd="0" parTransId="{17B5A4F6-798B-4056-A67C-A404195B3FBA}" sibTransId="{E57522BE-3FF9-4010-BF90-1E1A1AE4670E}"/>
    <dgm:cxn modelId="{D8DD666A-5DE8-44F6-8483-086ABCFE1848}" type="presOf" srcId="{C902CF3C-3BA1-484F-B6FF-00D29E2F73B7}" destId="{49BF475C-5996-47D1-A2EE-89B1C2E9CAA1}" srcOrd="0" destOrd="0" presId="urn:microsoft.com/office/officeart/2005/8/layout/hList6"/>
    <dgm:cxn modelId="{5D67EA75-F0AA-495E-8B3A-BFDCF7829FEF}" type="presOf" srcId="{A70EC979-E7AB-41F6-85D8-06958604F62B}" destId="{3D6911A4-1566-41C4-9FAD-9730ACDE4A71}" srcOrd="0" destOrd="0" presId="urn:microsoft.com/office/officeart/2005/8/layout/hList6"/>
    <dgm:cxn modelId="{B0AD9B5A-F10F-4E39-B8B2-0E722238C3D0}" srcId="{C902CF3C-3BA1-484F-B6FF-00D29E2F73B7}" destId="{A70EC979-E7AB-41F6-85D8-06958604F62B}" srcOrd="0" destOrd="0" parTransId="{78B924D5-E8E8-4FF8-84F3-2D9D93A10709}" sibTransId="{71069FC8-6B8B-40B6-91EF-E5F67AC01B05}"/>
    <dgm:cxn modelId="{C38C83A5-01CC-4090-A7C9-BDD8A43FBEB9}" type="presOf" srcId="{6D9D72C7-D731-43B6-AA1E-C804AB77D5A6}" destId="{5711AADA-A804-48A2-BFD4-BF322325B398}" srcOrd="0" destOrd="0" presId="urn:microsoft.com/office/officeart/2005/8/layout/hList6"/>
    <dgm:cxn modelId="{B59F0DD3-3583-4A00-AE0D-02BABF41D415}" type="presParOf" srcId="{49BF475C-5996-47D1-A2EE-89B1C2E9CAA1}" destId="{3D6911A4-1566-41C4-9FAD-9730ACDE4A71}" srcOrd="0" destOrd="0" presId="urn:microsoft.com/office/officeart/2005/8/layout/hList6"/>
    <dgm:cxn modelId="{52B07AC0-59B7-4B73-89EC-0A8FFB1F745A}" type="presParOf" srcId="{49BF475C-5996-47D1-A2EE-89B1C2E9CAA1}" destId="{B5AE81D9-75A4-4664-A1A8-063416E33BB3}" srcOrd="1" destOrd="0" presId="urn:microsoft.com/office/officeart/2005/8/layout/hList6"/>
    <dgm:cxn modelId="{59DD7A80-E69A-46BA-B3DE-3C19B1F289C0}" type="presParOf" srcId="{49BF475C-5996-47D1-A2EE-89B1C2E9CAA1}" destId="{1F3EEA4C-E067-4A62-9543-6B42F76BF5C9}" srcOrd="2" destOrd="0" presId="urn:microsoft.com/office/officeart/2005/8/layout/hList6"/>
    <dgm:cxn modelId="{FFC9B1E0-D663-492C-9129-E5730622799A}" type="presParOf" srcId="{49BF475C-5996-47D1-A2EE-89B1C2E9CAA1}" destId="{A8718F8A-945B-40AA-B4B8-F2DB25B9C14B}" srcOrd="3" destOrd="0" presId="urn:microsoft.com/office/officeart/2005/8/layout/hList6"/>
    <dgm:cxn modelId="{0F36D3C5-DB0F-4FE0-86AF-4A5005497B05}" type="presParOf" srcId="{49BF475C-5996-47D1-A2EE-89B1C2E9CAA1}" destId="{5711AADA-A804-48A2-BFD4-BF322325B398}"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6653387-3E1A-4519-8182-C95E9B132F7D}" type="doc">
      <dgm:prSet loTypeId="urn:microsoft.com/office/officeart/2005/8/layout/hProcess4" loCatId="process" qsTypeId="urn:microsoft.com/office/officeart/2005/8/quickstyle/simple1" qsCatId="simple" csTypeId="urn:microsoft.com/office/officeart/2005/8/colors/colorful4" csCatId="colorful" phldr="1"/>
      <dgm:spPr/>
      <dgm:t>
        <a:bodyPr/>
        <a:lstStyle/>
        <a:p>
          <a:endParaRPr lang="en-US"/>
        </a:p>
      </dgm:t>
    </dgm:pt>
    <dgm:pt modelId="{581AAF46-9746-40B8-B381-224498DBFB9C}">
      <dgm:prSet phldrT="[Text]"/>
      <dgm:spPr/>
      <dgm:t>
        <a:bodyPr/>
        <a:lstStyle/>
        <a:p>
          <a:r>
            <a:rPr lang="en-US" dirty="0"/>
            <a:t>DDL</a:t>
          </a:r>
        </a:p>
      </dgm:t>
    </dgm:pt>
    <dgm:pt modelId="{5765589C-800D-4087-AF11-592D803B44FF}" type="parTrans" cxnId="{A0FB7AB4-6737-47CE-9572-BA4CDA4D608D}">
      <dgm:prSet/>
      <dgm:spPr/>
      <dgm:t>
        <a:bodyPr/>
        <a:lstStyle/>
        <a:p>
          <a:endParaRPr lang="en-US"/>
        </a:p>
      </dgm:t>
    </dgm:pt>
    <dgm:pt modelId="{C1F31606-6AAB-4A3E-A673-1996EDC68ED0}" type="sibTrans" cxnId="{A0FB7AB4-6737-47CE-9572-BA4CDA4D608D}">
      <dgm:prSet/>
      <dgm:spPr/>
      <dgm:t>
        <a:bodyPr/>
        <a:lstStyle/>
        <a:p>
          <a:endParaRPr lang="en-US"/>
        </a:p>
      </dgm:t>
    </dgm:pt>
    <dgm:pt modelId="{CC770131-3DE4-46B5-B431-85C380BBB5D2}">
      <dgm:prSet phldrT="[Text]"/>
      <dgm:spPr/>
      <dgm:t>
        <a:bodyPr/>
        <a:lstStyle/>
        <a:p>
          <a:r>
            <a:rPr lang="en-US" b="1" dirty="0"/>
            <a:t>Data Definition Language</a:t>
          </a:r>
        </a:p>
      </dgm:t>
    </dgm:pt>
    <dgm:pt modelId="{263D4770-9F1D-40E4-B6BD-A7944DF374FD}" type="parTrans" cxnId="{F069D5E8-6D97-4894-83C0-A46A040751DC}">
      <dgm:prSet/>
      <dgm:spPr/>
      <dgm:t>
        <a:bodyPr/>
        <a:lstStyle/>
        <a:p>
          <a:endParaRPr lang="en-US"/>
        </a:p>
      </dgm:t>
    </dgm:pt>
    <dgm:pt modelId="{9670A1DC-EA50-4B36-8C2A-196C8BDEE21F}" type="sibTrans" cxnId="{F069D5E8-6D97-4894-83C0-A46A040751DC}">
      <dgm:prSet/>
      <dgm:spPr/>
      <dgm:t>
        <a:bodyPr/>
        <a:lstStyle/>
        <a:p>
          <a:endParaRPr lang="en-US"/>
        </a:p>
      </dgm:t>
    </dgm:pt>
    <dgm:pt modelId="{24B5C9D9-CF75-4047-9BA8-7E77E9A529C7}">
      <dgm:prSet phldrT="[Text]"/>
      <dgm:spPr/>
      <dgm:t>
        <a:bodyPr/>
        <a:lstStyle/>
        <a:p>
          <a:r>
            <a:rPr lang="en-US" dirty="0"/>
            <a:t>DML</a:t>
          </a:r>
        </a:p>
      </dgm:t>
    </dgm:pt>
    <dgm:pt modelId="{8E134537-8E10-4414-8D22-2B718F19E42A}" type="parTrans" cxnId="{9DE941F6-5D4E-4DC7-94D3-79C41EBBA540}">
      <dgm:prSet/>
      <dgm:spPr/>
      <dgm:t>
        <a:bodyPr/>
        <a:lstStyle/>
        <a:p>
          <a:endParaRPr lang="en-US"/>
        </a:p>
      </dgm:t>
    </dgm:pt>
    <dgm:pt modelId="{1F2FDA06-B884-459D-9229-1045D946E0A6}" type="sibTrans" cxnId="{9DE941F6-5D4E-4DC7-94D3-79C41EBBA540}">
      <dgm:prSet/>
      <dgm:spPr/>
      <dgm:t>
        <a:bodyPr/>
        <a:lstStyle/>
        <a:p>
          <a:endParaRPr lang="en-US"/>
        </a:p>
      </dgm:t>
    </dgm:pt>
    <dgm:pt modelId="{745005A4-158C-4032-AA3D-DE81D1FEC85E}">
      <dgm:prSet phldrT="[Text]"/>
      <dgm:spPr/>
      <dgm:t>
        <a:bodyPr/>
        <a:lstStyle/>
        <a:p>
          <a:r>
            <a:rPr lang="en-US" b="1" dirty="0"/>
            <a:t>Data Manipulation Language</a:t>
          </a:r>
        </a:p>
      </dgm:t>
    </dgm:pt>
    <dgm:pt modelId="{A4C65B09-FD14-4280-8BA0-7F70492EE891}" type="parTrans" cxnId="{5F3726E7-E6EC-4B8E-A446-A09EB87034E1}">
      <dgm:prSet/>
      <dgm:spPr/>
      <dgm:t>
        <a:bodyPr/>
        <a:lstStyle/>
        <a:p>
          <a:endParaRPr lang="en-US"/>
        </a:p>
      </dgm:t>
    </dgm:pt>
    <dgm:pt modelId="{1A7C9727-EFAF-4D6B-9548-D1612F4978AF}" type="sibTrans" cxnId="{5F3726E7-E6EC-4B8E-A446-A09EB87034E1}">
      <dgm:prSet/>
      <dgm:spPr/>
      <dgm:t>
        <a:bodyPr/>
        <a:lstStyle/>
        <a:p>
          <a:endParaRPr lang="en-US"/>
        </a:p>
      </dgm:t>
    </dgm:pt>
    <dgm:pt modelId="{D963AEA1-A596-4F9A-86B5-3A10CAAC41EC}">
      <dgm:prSet phldrT="[Text]"/>
      <dgm:spPr/>
      <dgm:t>
        <a:bodyPr/>
        <a:lstStyle/>
        <a:p>
          <a:r>
            <a:rPr lang="en-US" dirty="0"/>
            <a:t>TCL</a:t>
          </a:r>
        </a:p>
      </dgm:t>
    </dgm:pt>
    <dgm:pt modelId="{EB161DB7-42F0-4EFF-AAD5-8ACF0B50B257}" type="parTrans" cxnId="{5203390D-4028-4A74-9F5D-E883B25007DA}">
      <dgm:prSet/>
      <dgm:spPr/>
      <dgm:t>
        <a:bodyPr/>
        <a:lstStyle/>
        <a:p>
          <a:endParaRPr lang="en-US"/>
        </a:p>
      </dgm:t>
    </dgm:pt>
    <dgm:pt modelId="{EBC35822-B1CC-4F7F-A53F-13ABFDC2844F}" type="sibTrans" cxnId="{5203390D-4028-4A74-9F5D-E883B25007DA}">
      <dgm:prSet/>
      <dgm:spPr/>
      <dgm:t>
        <a:bodyPr/>
        <a:lstStyle/>
        <a:p>
          <a:endParaRPr lang="en-US"/>
        </a:p>
      </dgm:t>
    </dgm:pt>
    <dgm:pt modelId="{F209CFEB-858C-4CD4-9DED-DB98FFED765E}">
      <dgm:prSet phldrT="[Text]"/>
      <dgm:spPr/>
      <dgm:t>
        <a:bodyPr/>
        <a:lstStyle/>
        <a:p>
          <a:r>
            <a:rPr lang="en-US" b="1" dirty="0"/>
            <a:t>Transaction Control Language</a:t>
          </a:r>
        </a:p>
      </dgm:t>
    </dgm:pt>
    <dgm:pt modelId="{6707938A-D74A-491C-8799-687C01947AF5}" type="parTrans" cxnId="{2B0E812F-26C9-4483-B642-3CB032552F21}">
      <dgm:prSet/>
      <dgm:spPr/>
      <dgm:t>
        <a:bodyPr/>
        <a:lstStyle/>
        <a:p>
          <a:endParaRPr lang="en-US"/>
        </a:p>
      </dgm:t>
    </dgm:pt>
    <dgm:pt modelId="{C8603061-FEAA-4FE7-8F5D-1C448E569402}" type="sibTrans" cxnId="{2B0E812F-26C9-4483-B642-3CB032552F21}">
      <dgm:prSet/>
      <dgm:spPr/>
      <dgm:t>
        <a:bodyPr/>
        <a:lstStyle/>
        <a:p>
          <a:endParaRPr lang="en-US"/>
        </a:p>
      </dgm:t>
    </dgm:pt>
    <dgm:pt modelId="{81204CF4-D8EC-42D4-B7BD-1E697DA6445E}">
      <dgm:prSet phldrT="[Text]"/>
      <dgm:spPr/>
      <dgm:t>
        <a:bodyPr/>
        <a:lstStyle/>
        <a:p>
          <a:r>
            <a:rPr lang="en-US" dirty="0"/>
            <a:t>DCL</a:t>
          </a:r>
        </a:p>
      </dgm:t>
    </dgm:pt>
    <dgm:pt modelId="{DBF0B591-40E4-4812-8743-E71961920831}" type="parTrans" cxnId="{562526C7-B263-45D3-9C88-BE420F66FBCC}">
      <dgm:prSet/>
      <dgm:spPr/>
      <dgm:t>
        <a:bodyPr/>
        <a:lstStyle/>
        <a:p>
          <a:endParaRPr lang="en-US"/>
        </a:p>
      </dgm:t>
    </dgm:pt>
    <dgm:pt modelId="{100E812B-54B6-41EB-B07D-B8C8D835776D}" type="sibTrans" cxnId="{562526C7-B263-45D3-9C88-BE420F66FBCC}">
      <dgm:prSet/>
      <dgm:spPr/>
      <dgm:t>
        <a:bodyPr/>
        <a:lstStyle/>
        <a:p>
          <a:endParaRPr lang="en-US"/>
        </a:p>
      </dgm:t>
    </dgm:pt>
    <dgm:pt modelId="{EEE8DB62-743A-4DF1-950B-FAC7F4B81AC5}">
      <dgm:prSet phldrT="[Text]"/>
      <dgm:spPr/>
      <dgm:t>
        <a:bodyPr/>
        <a:lstStyle/>
        <a:p>
          <a:r>
            <a:rPr lang="en-US" b="1" dirty="0"/>
            <a:t>Data   Control Language</a:t>
          </a:r>
        </a:p>
      </dgm:t>
    </dgm:pt>
    <dgm:pt modelId="{ECE0B14A-2C83-48CF-94E6-FB53EFF0057F}" type="parTrans" cxnId="{D7E2CCAE-1248-4B94-BAA2-C2D2311D66D3}">
      <dgm:prSet/>
      <dgm:spPr/>
      <dgm:t>
        <a:bodyPr/>
        <a:lstStyle/>
        <a:p>
          <a:endParaRPr lang="en-US"/>
        </a:p>
      </dgm:t>
    </dgm:pt>
    <dgm:pt modelId="{F71581AB-D46A-4EF2-B223-3F5E02BFE8F6}" type="sibTrans" cxnId="{D7E2CCAE-1248-4B94-BAA2-C2D2311D66D3}">
      <dgm:prSet/>
      <dgm:spPr/>
      <dgm:t>
        <a:bodyPr/>
        <a:lstStyle/>
        <a:p>
          <a:endParaRPr lang="en-US"/>
        </a:p>
      </dgm:t>
    </dgm:pt>
    <dgm:pt modelId="{6FDBC9D5-62B0-42F2-9B0A-4EABC1E619D3}" type="pres">
      <dgm:prSet presAssocID="{06653387-3E1A-4519-8182-C95E9B132F7D}" presName="Name0" presStyleCnt="0">
        <dgm:presLayoutVars>
          <dgm:dir/>
          <dgm:animLvl val="lvl"/>
          <dgm:resizeHandles val="exact"/>
        </dgm:presLayoutVars>
      </dgm:prSet>
      <dgm:spPr/>
    </dgm:pt>
    <dgm:pt modelId="{85E3409A-6A3A-4058-BAA3-3E2D4F6C77C3}" type="pres">
      <dgm:prSet presAssocID="{06653387-3E1A-4519-8182-C95E9B132F7D}" presName="tSp" presStyleCnt="0"/>
      <dgm:spPr/>
    </dgm:pt>
    <dgm:pt modelId="{DC88FA38-E043-49DE-82F1-A3871372817C}" type="pres">
      <dgm:prSet presAssocID="{06653387-3E1A-4519-8182-C95E9B132F7D}" presName="bSp" presStyleCnt="0"/>
      <dgm:spPr/>
    </dgm:pt>
    <dgm:pt modelId="{04F1B4A4-3E50-4719-9DBE-CBA5F2E701D7}" type="pres">
      <dgm:prSet presAssocID="{06653387-3E1A-4519-8182-C95E9B132F7D}" presName="process" presStyleCnt="0"/>
      <dgm:spPr/>
    </dgm:pt>
    <dgm:pt modelId="{9A441DBC-62F1-4A55-A806-BA8A16E87F34}" type="pres">
      <dgm:prSet presAssocID="{581AAF46-9746-40B8-B381-224498DBFB9C}" presName="composite1" presStyleCnt="0"/>
      <dgm:spPr/>
    </dgm:pt>
    <dgm:pt modelId="{F5E02982-6601-4FF2-84B9-FF1FFB49908B}" type="pres">
      <dgm:prSet presAssocID="{581AAF46-9746-40B8-B381-224498DBFB9C}" presName="dummyNode1" presStyleLbl="node1" presStyleIdx="0" presStyleCnt="4"/>
      <dgm:spPr/>
    </dgm:pt>
    <dgm:pt modelId="{BE8B8C53-491E-4603-90CB-6801818B6C2A}" type="pres">
      <dgm:prSet presAssocID="{581AAF46-9746-40B8-B381-224498DBFB9C}" presName="childNode1" presStyleLbl="bgAcc1" presStyleIdx="0" presStyleCnt="4">
        <dgm:presLayoutVars>
          <dgm:bulletEnabled val="1"/>
        </dgm:presLayoutVars>
      </dgm:prSet>
      <dgm:spPr/>
    </dgm:pt>
    <dgm:pt modelId="{E8BE94C9-605F-4A43-9BDE-0EDD251C0DAC}" type="pres">
      <dgm:prSet presAssocID="{581AAF46-9746-40B8-B381-224498DBFB9C}" presName="childNode1tx" presStyleLbl="bgAcc1" presStyleIdx="0" presStyleCnt="4">
        <dgm:presLayoutVars>
          <dgm:bulletEnabled val="1"/>
        </dgm:presLayoutVars>
      </dgm:prSet>
      <dgm:spPr/>
    </dgm:pt>
    <dgm:pt modelId="{C4251F7D-FDEA-47DC-BC93-F9DE037543D7}" type="pres">
      <dgm:prSet presAssocID="{581AAF46-9746-40B8-B381-224498DBFB9C}" presName="parentNode1" presStyleLbl="node1" presStyleIdx="0" presStyleCnt="4">
        <dgm:presLayoutVars>
          <dgm:chMax val="1"/>
          <dgm:bulletEnabled val="1"/>
        </dgm:presLayoutVars>
      </dgm:prSet>
      <dgm:spPr/>
    </dgm:pt>
    <dgm:pt modelId="{3943C007-0EA6-4AFD-A75A-D1C128213815}" type="pres">
      <dgm:prSet presAssocID="{581AAF46-9746-40B8-B381-224498DBFB9C}" presName="connSite1" presStyleCnt="0"/>
      <dgm:spPr/>
    </dgm:pt>
    <dgm:pt modelId="{4629C983-48AD-449A-811B-4E870B968A09}" type="pres">
      <dgm:prSet presAssocID="{C1F31606-6AAB-4A3E-A673-1996EDC68ED0}" presName="Name9" presStyleLbl="sibTrans2D1" presStyleIdx="0" presStyleCnt="3"/>
      <dgm:spPr/>
    </dgm:pt>
    <dgm:pt modelId="{9D84855E-3D34-498A-B197-40237102E3B3}" type="pres">
      <dgm:prSet presAssocID="{24B5C9D9-CF75-4047-9BA8-7E77E9A529C7}" presName="composite2" presStyleCnt="0"/>
      <dgm:spPr/>
    </dgm:pt>
    <dgm:pt modelId="{2E76218F-78C8-4829-A4C2-AB4B24F4D955}" type="pres">
      <dgm:prSet presAssocID="{24B5C9D9-CF75-4047-9BA8-7E77E9A529C7}" presName="dummyNode2" presStyleLbl="node1" presStyleIdx="0" presStyleCnt="4"/>
      <dgm:spPr/>
    </dgm:pt>
    <dgm:pt modelId="{3C91DFF1-01AE-46B7-8D3E-67595C79635E}" type="pres">
      <dgm:prSet presAssocID="{24B5C9D9-CF75-4047-9BA8-7E77E9A529C7}" presName="childNode2" presStyleLbl="bgAcc1" presStyleIdx="1" presStyleCnt="4">
        <dgm:presLayoutVars>
          <dgm:bulletEnabled val="1"/>
        </dgm:presLayoutVars>
      </dgm:prSet>
      <dgm:spPr/>
    </dgm:pt>
    <dgm:pt modelId="{8EEC8A7C-1836-45D6-9364-5D120A442DDF}" type="pres">
      <dgm:prSet presAssocID="{24B5C9D9-CF75-4047-9BA8-7E77E9A529C7}" presName="childNode2tx" presStyleLbl="bgAcc1" presStyleIdx="1" presStyleCnt="4">
        <dgm:presLayoutVars>
          <dgm:bulletEnabled val="1"/>
        </dgm:presLayoutVars>
      </dgm:prSet>
      <dgm:spPr/>
    </dgm:pt>
    <dgm:pt modelId="{8A286FC4-80BD-4DC1-9DC3-7ED3A3D5B2D1}" type="pres">
      <dgm:prSet presAssocID="{24B5C9D9-CF75-4047-9BA8-7E77E9A529C7}" presName="parentNode2" presStyleLbl="node1" presStyleIdx="1" presStyleCnt="4">
        <dgm:presLayoutVars>
          <dgm:chMax val="0"/>
          <dgm:bulletEnabled val="1"/>
        </dgm:presLayoutVars>
      </dgm:prSet>
      <dgm:spPr/>
    </dgm:pt>
    <dgm:pt modelId="{19A1DB42-D7E9-444B-B36C-55BF4B98CC6D}" type="pres">
      <dgm:prSet presAssocID="{24B5C9D9-CF75-4047-9BA8-7E77E9A529C7}" presName="connSite2" presStyleCnt="0"/>
      <dgm:spPr/>
    </dgm:pt>
    <dgm:pt modelId="{3C1D0653-3389-483B-9FC5-18BB3B561194}" type="pres">
      <dgm:prSet presAssocID="{1F2FDA06-B884-459D-9229-1045D946E0A6}" presName="Name18" presStyleLbl="sibTrans2D1" presStyleIdx="1" presStyleCnt="3"/>
      <dgm:spPr/>
    </dgm:pt>
    <dgm:pt modelId="{22A047C9-2AC0-4EF5-B8A1-ED62817B6969}" type="pres">
      <dgm:prSet presAssocID="{81204CF4-D8EC-42D4-B7BD-1E697DA6445E}" presName="composite1" presStyleCnt="0"/>
      <dgm:spPr/>
    </dgm:pt>
    <dgm:pt modelId="{226EAA13-5F8E-4441-99AF-76CF405C39D8}" type="pres">
      <dgm:prSet presAssocID="{81204CF4-D8EC-42D4-B7BD-1E697DA6445E}" presName="dummyNode1" presStyleLbl="node1" presStyleIdx="1" presStyleCnt="4"/>
      <dgm:spPr/>
    </dgm:pt>
    <dgm:pt modelId="{3FAAB0EA-250C-45A6-8279-CB65BD424C2A}" type="pres">
      <dgm:prSet presAssocID="{81204CF4-D8EC-42D4-B7BD-1E697DA6445E}" presName="childNode1" presStyleLbl="bgAcc1" presStyleIdx="2" presStyleCnt="4">
        <dgm:presLayoutVars>
          <dgm:bulletEnabled val="1"/>
        </dgm:presLayoutVars>
      </dgm:prSet>
      <dgm:spPr/>
    </dgm:pt>
    <dgm:pt modelId="{CDF17BE9-EAF1-4867-A1EA-E1F2B5A6D18F}" type="pres">
      <dgm:prSet presAssocID="{81204CF4-D8EC-42D4-B7BD-1E697DA6445E}" presName="childNode1tx" presStyleLbl="bgAcc1" presStyleIdx="2" presStyleCnt="4">
        <dgm:presLayoutVars>
          <dgm:bulletEnabled val="1"/>
        </dgm:presLayoutVars>
      </dgm:prSet>
      <dgm:spPr/>
    </dgm:pt>
    <dgm:pt modelId="{2F93F8BF-2650-4633-B5E5-7820993C6A39}" type="pres">
      <dgm:prSet presAssocID="{81204CF4-D8EC-42D4-B7BD-1E697DA6445E}" presName="parentNode1" presStyleLbl="node1" presStyleIdx="2" presStyleCnt="4">
        <dgm:presLayoutVars>
          <dgm:chMax val="1"/>
          <dgm:bulletEnabled val="1"/>
        </dgm:presLayoutVars>
      </dgm:prSet>
      <dgm:spPr/>
    </dgm:pt>
    <dgm:pt modelId="{88F6E73D-2157-4205-9627-19D6B267B41A}" type="pres">
      <dgm:prSet presAssocID="{81204CF4-D8EC-42D4-B7BD-1E697DA6445E}" presName="connSite1" presStyleCnt="0"/>
      <dgm:spPr/>
    </dgm:pt>
    <dgm:pt modelId="{04C54309-9793-49A5-B78A-46FFD358628E}" type="pres">
      <dgm:prSet presAssocID="{100E812B-54B6-41EB-B07D-B8C8D835776D}" presName="Name9" presStyleLbl="sibTrans2D1" presStyleIdx="2" presStyleCnt="3"/>
      <dgm:spPr/>
    </dgm:pt>
    <dgm:pt modelId="{73269912-855B-401B-BC95-D3EE3045F0A7}" type="pres">
      <dgm:prSet presAssocID="{D963AEA1-A596-4F9A-86B5-3A10CAAC41EC}" presName="composite2" presStyleCnt="0"/>
      <dgm:spPr/>
    </dgm:pt>
    <dgm:pt modelId="{F33A0230-BCCE-4151-A9A5-A39196B44DB5}" type="pres">
      <dgm:prSet presAssocID="{D963AEA1-A596-4F9A-86B5-3A10CAAC41EC}" presName="dummyNode2" presStyleLbl="node1" presStyleIdx="2" presStyleCnt="4"/>
      <dgm:spPr/>
    </dgm:pt>
    <dgm:pt modelId="{7A9FB511-F473-4D3F-B71B-12BB20D282D1}" type="pres">
      <dgm:prSet presAssocID="{D963AEA1-A596-4F9A-86B5-3A10CAAC41EC}" presName="childNode2" presStyleLbl="bgAcc1" presStyleIdx="3" presStyleCnt="4">
        <dgm:presLayoutVars>
          <dgm:bulletEnabled val="1"/>
        </dgm:presLayoutVars>
      </dgm:prSet>
      <dgm:spPr/>
    </dgm:pt>
    <dgm:pt modelId="{2DEA330E-BCE3-4FB6-91C4-D2F5D88D1C83}" type="pres">
      <dgm:prSet presAssocID="{D963AEA1-A596-4F9A-86B5-3A10CAAC41EC}" presName="childNode2tx" presStyleLbl="bgAcc1" presStyleIdx="3" presStyleCnt="4">
        <dgm:presLayoutVars>
          <dgm:bulletEnabled val="1"/>
        </dgm:presLayoutVars>
      </dgm:prSet>
      <dgm:spPr/>
    </dgm:pt>
    <dgm:pt modelId="{7F09914D-FC00-4E90-91BC-426F31E08AF5}" type="pres">
      <dgm:prSet presAssocID="{D963AEA1-A596-4F9A-86B5-3A10CAAC41EC}" presName="parentNode2" presStyleLbl="node1" presStyleIdx="3" presStyleCnt="4">
        <dgm:presLayoutVars>
          <dgm:chMax val="0"/>
          <dgm:bulletEnabled val="1"/>
        </dgm:presLayoutVars>
      </dgm:prSet>
      <dgm:spPr/>
    </dgm:pt>
    <dgm:pt modelId="{5FB8693A-273B-4DD8-A4B4-3C224A208953}" type="pres">
      <dgm:prSet presAssocID="{D963AEA1-A596-4F9A-86B5-3A10CAAC41EC}" presName="connSite2" presStyleCnt="0"/>
      <dgm:spPr/>
    </dgm:pt>
  </dgm:ptLst>
  <dgm:cxnLst>
    <dgm:cxn modelId="{5203390D-4028-4A74-9F5D-E883B25007DA}" srcId="{06653387-3E1A-4519-8182-C95E9B132F7D}" destId="{D963AEA1-A596-4F9A-86B5-3A10CAAC41EC}" srcOrd="3" destOrd="0" parTransId="{EB161DB7-42F0-4EFF-AAD5-8ACF0B50B257}" sibTransId="{EBC35822-B1CC-4F7F-A53F-13ABFDC2844F}"/>
    <dgm:cxn modelId="{DB2F7317-35CC-4E76-B974-730334E2D863}" type="presOf" srcId="{EEE8DB62-743A-4DF1-950B-FAC7F4B81AC5}" destId="{3FAAB0EA-250C-45A6-8279-CB65BD424C2A}" srcOrd="0" destOrd="0" presId="urn:microsoft.com/office/officeart/2005/8/layout/hProcess4"/>
    <dgm:cxn modelId="{2B0E812F-26C9-4483-B642-3CB032552F21}" srcId="{D963AEA1-A596-4F9A-86B5-3A10CAAC41EC}" destId="{F209CFEB-858C-4CD4-9DED-DB98FFED765E}" srcOrd="0" destOrd="0" parTransId="{6707938A-D74A-491C-8799-687C01947AF5}" sibTransId="{C8603061-FEAA-4FE7-8F5D-1C448E569402}"/>
    <dgm:cxn modelId="{B4B8FC6B-E6C7-4F0B-8B7D-5E552EF3AD60}" type="presOf" srcId="{100E812B-54B6-41EB-B07D-B8C8D835776D}" destId="{04C54309-9793-49A5-B78A-46FFD358628E}" srcOrd="0" destOrd="0" presId="urn:microsoft.com/office/officeart/2005/8/layout/hProcess4"/>
    <dgm:cxn modelId="{F9225774-9D21-4D28-B278-11D649742E45}" type="presOf" srcId="{745005A4-158C-4032-AA3D-DE81D1FEC85E}" destId="{8EEC8A7C-1836-45D6-9364-5D120A442DDF}" srcOrd="1" destOrd="0" presId="urn:microsoft.com/office/officeart/2005/8/layout/hProcess4"/>
    <dgm:cxn modelId="{9254F882-86FE-4A01-9074-7BF1584866BD}" type="presOf" srcId="{745005A4-158C-4032-AA3D-DE81D1FEC85E}" destId="{3C91DFF1-01AE-46B7-8D3E-67595C79635E}" srcOrd="0" destOrd="0" presId="urn:microsoft.com/office/officeart/2005/8/layout/hProcess4"/>
    <dgm:cxn modelId="{4EC2BBA2-27FE-43FC-83E2-4B0F38D77F2A}" type="presOf" srcId="{CC770131-3DE4-46B5-B431-85C380BBB5D2}" destId="{E8BE94C9-605F-4A43-9BDE-0EDD251C0DAC}" srcOrd="1" destOrd="0" presId="urn:microsoft.com/office/officeart/2005/8/layout/hProcess4"/>
    <dgm:cxn modelId="{8C9415AA-349E-4647-A307-6D1BB2CF2D18}" type="presOf" srcId="{81204CF4-D8EC-42D4-B7BD-1E697DA6445E}" destId="{2F93F8BF-2650-4633-B5E5-7820993C6A39}" srcOrd="0" destOrd="0" presId="urn:microsoft.com/office/officeart/2005/8/layout/hProcess4"/>
    <dgm:cxn modelId="{C5AA35AA-08FE-4ADC-AE0E-1489D3BBCE9C}" type="presOf" srcId="{1F2FDA06-B884-459D-9229-1045D946E0A6}" destId="{3C1D0653-3389-483B-9FC5-18BB3B561194}" srcOrd="0" destOrd="0" presId="urn:microsoft.com/office/officeart/2005/8/layout/hProcess4"/>
    <dgm:cxn modelId="{D7E2CCAE-1248-4B94-BAA2-C2D2311D66D3}" srcId="{81204CF4-D8EC-42D4-B7BD-1E697DA6445E}" destId="{EEE8DB62-743A-4DF1-950B-FAC7F4B81AC5}" srcOrd="0" destOrd="0" parTransId="{ECE0B14A-2C83-48CF-94E6-FB53EFF0057F}" sibTransId="{F71581AB-D46A-4EF2-B223-3F5E02BFE8F6}"/>
    <dgm:cxn modelId="{C2CC46B0-0A7C-4984-8251-F074A7CA4FCA}" type="presOf" srcId="{D963AEA1-A596-4F9A-86B5-3A10CAAC41EC}" destId="{7F09914D-FC00-4E90-91BC-426F31E08AF5}" srcOrd="0" destOrd="0" presId="urn:microsoft.com/office/officeart/2005/8/layout/hProcess4"/>
    <dgm:cxn modelId="{A0FB7AB4-6737-47CE-9572-BA4CDA4D608D}" srcId="{06653387-3E1A-4519-8182-C95E9B132F7D}" destId="{581AAF46-9746-40B8-B381-224498DBFB9C}" srcOrd="0" destOrd="0" parTransId="{5765589C-800D-4087-AF11-592D803B44FF}" sibTransId="{C1F31606-6AAB-4A3E-A673-1996EDC68ED0}"/>
    <dgm:cxn modelId="{084A73B5-8C39-4B9E-9BF4-AEAEB3AFC7B0}" type="presOf" srcId="{F209CFEB-858C-4CD4-9DED-DB98FFED765E}" destId="{2DEA330E-BCE3-4FB6-91C4-D2F5D88D1C83}" srcOrd="1" destOrd="0" presId="urn:microsoft.com/office/officeart/2005/8/layout/hProcess4"/>
    <dgm:cxn modelId="{03AAA0BD-C197-4EBC-9582-8232036BED2A}" type="presOf" srcId="{06653387-3E1A-4519-8182-C95E9B132F7D}" destId="{6FDBC9D5-62B0-42F2-9B0A-4EABC1E619D3}" srcOrd="0" destOrd="0" presId="urn:microsoft.com/office/officeart/2005/8/layout/hProcess4"/>
    <dgm:cxn modelId="{562526C7-B263-45D3-9C88-BE420F66FBCC}" srcId="{06653387-3E1A-4519-8182-C95E9B132F7D}" destId="{81204CF4-D8EC-42D4-B7BD-1E697DA6445E}" srcOrd="2" destOrd="0" parTransId="{DBF0B591-40E4-4812-8743-E71961920831}" sibTransId="{100E812B-54B6-41EB-B07D-B8C8D835776D}"/>
    <dgm:cxn modelId="{5921C6C7-73E2-44EF-803D-CD575C7DE07D}" type="presOf" srcId="{C1F31606-6AAB-4A3E-A673-1996EDC68ED0}" destId="{4629C983-48AD-449A-811B-4E870B968A09}" srcOrd="0" destOrd="0" presId="urn:microsoft.com/office/officeart/2005/8/layout/hProcess4"/>
    <dgm:cxn modelId="{4FC6F1CF-3D6B-49C6-831C-303792F4E1FB}" type="presOf" srcId="{581AAF46-9746-40B8-B381-224498DBFB9C}" destId="{C4251F7D-FDEA-47DC-BC93-F9DE037543D7}" srcOrd="0" destOrd="0" presId="urn:microsoft.com/office/officeart/2005/8/layout/hProcess4"/>
    <dgm:cxn modelId="{77C614D0-33CE-47BF-9463-F28235B5A691}" type="presOf" srcId="{24B5C9D9-CF75-4047-9BA8-7E77E9A529C7}" destId="{8A286FC4-80BD-4DC1-9DC3-7ED3A3D5B2D1}" srcOrd="0" destOrd="0" presId="urn:microsoft.com/office/officeart/2005/8/layout/hProcess4"/>
    <dgm:cxn modelId="{EC6C03DA-6B60-46E5-B9B7-549D4CD2D3CC}" type="presOf" srcId="{EEE8DB62-743A-4DF1-950B-FAC7F4B81AC5}" destId="{CDF17BE9-EAF1-4867-A1EA-E1F2B5A6D18F}" srcOrd="1" destOrd="0" presId="urn:microsoft.com/office/officeart/2005/8/layout/hProcess4"/>
    <dgm:cxn modelId="{22A80BE5-63D8-4983-86AB-401E07474642}" type="presOf" srcId="{F209CFEB-858C-4CD4-9DED-DB98FFED765E}" destId="{7A9FB511-F473-4D3F-B71B-12BB20D282D1}" srcOrd="0" destOrd="0" presId="urn:microsoft.com/office/officeart/2005/8/layout/hProcess4"/>
    <dgm:cxn modelId="{5F3726E7-E6EC-4B8E-A446-A09EB87034E1}" srcId="{24B5C9D9-CF75-4047-9BA8-7E77E9A529C7}" destId="{745005A4-158C-4032-AA3D-DE81D1FEC85E}" srcOrd="0" destOrd="0" parTransId="{A4C65B09-FD14-4280-8BA0-7F70492EE891}" sibTransId="{1A7C9727-EFAF-4D6B-9548-D1612F4978AF}"/>
    <dgm:cxn modelId="{F069D5E8-6D97-4894-83C0-A46A040751DC}" srcId="{581AAF46-9746-40B8-B381-224498DBFB9C}" destId="{CC770131-3DE4-46B5-B431-85C380BBB5D2}" srcOrd="0" destOrd="0" parTransId="{263D4770-9F1D-40E4-B6BD-A7944DF374FD}" sibTransId="{9670A1DC-EA50-4B36-8C2A-196C8BDEE21F}"/>
    <dgm:cxn modelId="{9DE941F6-5D4E-4DC7-94D3-79C41EBBA540}" srcId="{06653387-3E1A-4519-8182-C95E9B132F7D}" destId="{24B5C9D9-CF75-4047-9BA8-7E77E9A529C7}" srcOrd="1" destOrd="0" parTransId="{8E134537-8E10-4414-8D22-2B718F19E42A}" sibTransId="{1F2FDA06-B884-459D-9229-1045D946E0A6}"/>
    <dgm:cxn modelId="{14B9E3FA-26F6-4AF1-8DE4-F058C96D8A61}" type="presOf" srcId="{CC770131-3DE4-46B5-B431-85C380BBB5D2}" destId="{BE8B8C53-491E-4603-90CB-6801818B6C2A}" srcOrd="0" destOrd="0" presId="urn:microsoft.com/office/officeart/2005/8/layout/hProcess4"/>
    <dgm:cxn modelId="{B0D280BF-2561-4249-B653-1D3F7F72943D}" type="presParOf" srcId="{6FDBC9D5-62B0-42F2-9B0A-4EABC1E619D3}" destId="{85E3409A-6A3A-4058-BAA3-3E2D4F6C77C3}" srcOrd="0" destOrd="0" presId="urn:microsoft.com/office/officeart/2005/8/layout/hProcess4"/>
    <dgm:cxn modelId="{930ED377-7865-4236-8DCB-9972422D0EE4}" type="presParOf" srcId="{6FDBC9D5-62B0-42F2-9B0A-4EABC1E619D3}" destId="{DC88FA38-E043-49DE-82F1-A3871372817C}" srcOrd="1" destOrd="0" presId="urn:microsoft.com/office/officeart/2005/8/layout/hProcess4"/>
    <dgm:cxn modelId="{543A9C7F-8BA7-4EA7-ADDD-D2E2662A23A4}" type="presParOf" srcId="{6FDBC9D5-62B0-42F2-9B0A-4EABC1E619D3}" destId="{04F1B4A4-3E50-4719-9DBE-CBA5F2E701D7}" srcOrd="2" destOrd="0" presId="urn:microsoft.com/office/officeart/2005/8/layout/hProcess4"/>
    <dgm:cxn modelId="{176E8553-E565-4CBF-82BC-1640E0184571}" type="presParOf" srcId="{04F1B4A4-3E50-4719-9DBE-CBA5F2E701D7}" destId="{9A441DBC-62F1-4A55-A806-BA8A16E87F34}" srcOrd="0" destOrd="0" presId="urn:microsoft.com/office/officeart/2005/8/layout/hProcess4"/>
    <dgm:cxn modelId="{E06E89EC-3FAE-4C03-B74E-4010ECAE0428}" type="presParOf" srcId="{9A441DBC-62F1-4A55-A806-BA8A16E87F34}" destId="{F5E02982-6601-4FF2-84B9-FF1FFB49908B}" srcOrd="0" destOrd="0" presId="urn:microsoft.com/office/officeart/2005/8/layout/hProcess4"/>
    <dgm:cxn modelId="{BA8EC902-F398-4446-826D-75733DFF3640}" type="presParOf" srcId="{9A441DBC-62F1-4A55-A806-BA8A16E87F34}" destId="{BE8B8C53-491E-4603-90CB-6801818B6C2A}" srcOrd="1" destOrd="0" presId="urn:microsoft.com/office/officeart/2005/8/layout/hProcess4"/>
    <dgm:cxn modelId="{80820DE5-1FE0-454D-98B7-63D7470DF54E}" type="presParOf" srcId="{9A441DBC-62F1-4A55-A806-BA8A16E87F34}" destId="{E8BE94C9-605F-4A43-9BDE-0EDD251C0DAC}" srcOrd="2" destOrd="0" presId="urn:microsoft.com/office/officeart/2005/8/layout/hProcess4"/>
    <dgm:cxn modelId="{670AEE80-5967-4A30-A8BD-31837E2A310C}" type="presParOf" srcId="{9A441DBC-62F1-4A55-A806-BA8A16E87F34}" destId="{C4251F7D-FDEA-47DC-BC93-F9DE037543D7}" srcOrd="3" destOrd="0" presId="urn:microsoft.com/office/officeart/2005/8/layout/hProcess4"/>
    <dgm:cxn modelId="{7A83C346-A61C-4322-AA57-DB1B31453581}" type="presParOf" srcId="{9A441DBC-62F1-4A55-A806-BA8A16E87F34}" destId="{3943C007-0EA6-4AFD-A75A-D1C128213815}" srcOrd="4" destOrd="0" presId="urn:microsoft.com/office/officeart/2005/8/layout/hProcess4"/>
    <dgm:cxn modelId="{CED47472-A699-4006-B847-453AB02F4809}" type="presParOf" srcId="{04F1B4A4-3E50-4719-9DBE-CBA5F2E701D7}" destId="{4629C983-48AD-449A-811B-4E870B968A09}" srcOrd="1" destOrd="0" presId="urn:microsoft.com/office/officeart/2005/8/layout/hProcess4"/>
    <dgm:cxn modelId="{FC8957F7-1C6A-4D1A-8158-CF0884A603F3}" type="presParOf" srcId="{04F1B4A4-3E50-4719-9DBE-CBA5F2E701D7}" destId="{9D84855E-3D34-498A-B197-40237102E3B3}" srcOrd="2" destOrd="0" presId="urn:microsoft.com/office/officeart/2005/8/layout/hProcess4"/>
    <dgm:cxn modelId="{A1CE2682-4EF5-456F-80D0-5950F2635EDE}" type="presParOf" srcId="{9D84855E-3D34-498A-B197-40237102E3B3}" destId="{2E76218F-78C8-4829-A4C2-AB4B24F4D955}" srcOrd="0" destOrd="0" presId="urn:microsoft.com/office/officeart/2005/8/layout/hProcess4"/>
    <dgm:cxn modelId="{D9A0635C-4DF8-4F7C-B7E7-D787FD809F68}" type="presParOf" srcId="{9D84855E-3D34-498A-B197-40237102E3B3}" destId="{3C91DFF1-01AE-46B7-8D3E-67595C79635E}" srcOrd="1" destOrd="0" presId="urn:microsoft.com/office/officeart/2005/8/layout/hProcess4"/>
    <dgm:cxn modelId="{272E2D74-DDD9-4D2B-AFF5-AD445E47289A}" type="presParOf" srcId="{9D84855E-3D34-498A-B197-40237102E3B3}" destId="{8EEC8A7C-1836-45D6-9364-5D120A442DDF}" srcOrd="2" destOrd="0" presId="urn:microsoft.com/office/officeart/2005/8/layout/hProcess4"/>
    <dgm:cxn modelId="{2E5B7407-C783-4618-B6A3-F5CE2C04B604}" type="presParOf" srcId="{9D84855E-3D34-498A-B197-40237102E3B3}" destId="{8A286FC4-80BD-4DC1-9DC3-7ED3A3D5B2D1}" srcOrd="3" destOrd="0" presId="urn:microsoft.com/office/officeart/2005/8/layout/hProcess4"/>
    <dgm:cxn modelId="{4E29B91A-1969-4955-A60A-0889785DB526}" type="presParOf" srcId="{9D84855E-3D34-498A-B197-40237102E3B3}" destId="{19A1DB42-D7E9-444B-B36C-55BF4B98CC6D}" srcOrd="4" destOrd="0" presId="urn:microsoft.com/office/officeart/2005/8/layout/hProcess4"/>
    <dgm:cxn modelId="{3D1C485A-D17A-45B1-9D03-2D3919F31C29}" type="presParOf" srcId="{04F1B4A4-3E50-4719-9DBE-CBA5F2E701D7}" destId="{3C1D0653-3389-483B-9FC5-18BB3B561194}" srcOrd="3" destOrd="0" presId="urn:microsoft.com/office/officeart/2005/8/layout/hProcess4"/>
    <dgm:cxn modelId="{5A418A83-A94E-4F22-86CA-F6BE07212AE7}" type="presParOf" srcId="{04F1B4A4-3E50-4719-9DBE-CBA5F2E701D7}" destId="{22A047C9-2AC0-4EF5-B8A1-ED62817B6969}" srcOrd="4" destOrd="0" presId="urn:microsoft.com/office/officeart/2005/8/layout/hProcess4"/>
    <dgm:cxn modelId="{2AC3758F-7904-4D9C-AC47-EED4569189FA}" type="presParOf" srcId="{22A047C9-2AC0-4EF5-B8A1-ED62817B6969}" destId="{226EAA13-5F8E-4441-99AF-76CF405C39D8}" srcOrd="0" destOrd="0" presId="urn:microsoft.com/office/officeart/2005/8/layout/hProcess4"/>
    <dgm:cxn modelId="{153B9B12-1CC4-4FA7-B4CF-979B0E543DC3}" type="presParOf" srcId="{22A047C9-2AC0-4EF5-B8A1-ED62817B6969}" destId="{3FAAB0EA-250C-45A6-8279-CB65BD424C2A}" srcOrd="1" destOrd="0" presId="urn:microsoft.com/office/officeart/2005/8/layout/hProcess4"/>
    <dgm:cxn modelId="{08A7457F-DF50-496B-8B1F-924B636743F1}" type="presParOf" srcId="{22A047C9-2AC0-4EF5-B8A1-ED62817B6969}" destId="{CDF17BE9-EAF1-4867-A1EA-E1F2B5A6D18F}" srcOrd="2" destOrd="0" presId="urn:microsoft.com/office/officeart/2005/8/layout/hProcess4"/>
    <dgm:cxn modelId="{4E7C2EB3-8480-4D4D-951F-12545E50A23F}" type="presParOf" srcId="{22A047C9-2AC0-4EF5-B8A1-ED62817B6969}" destId="{2F93F8BF-2650-4633-B5E5-7820993C6A39}" srcOrd="3" destOrd="0" presId="urn:microsoft.com/office/officeart/2005/8/layout/hProcess4"/>
    <dgm:cxn modelId="{D0092AF8-E06C-43EF-96B3-BACED9057F48}" type="presParOf" srcId="{22A047C9-2AC0-4EF5-B8A1-ED62817B6969}" destId="{88F6E73D-2157-4205-9627-19D6B267B41A}" srcOrd="4" destOrd="0" presId="urn:microsoft.com/office/officeart/2005/8/layout/hProcess4"/>
    <dgm:cxn modelId="{94785545-1E91-40A3-B0E9-9576777EDFB8}" type="presParOf" srcId="{04F1B4A4-3E50-4719-9DBE-CBA5F2E701D7}" destId="{04C54309-9793-49A5-B78A-46FFD358628E}" srcOrd="5" destOrd="0" presId="urn:microsoft.com/office/officeart/2005/8/layout/hProcess4"/>
    <dgm:cxn modelId="{35F045F1-6B54-4E71-B434-E51BDBC76AD3}" type="presParOf" srcId="{04F1B4A4-3E50-4719-9DBE-CBA5F2E701D7}" destId="{73269912-855B-401B-BC95-D3EE3045F0A7}" srcOrd="6" destOrd="0" presId="urn:microsoft.com/office/officeart/2005/8/layout/hProcess4"/>
    <dgm:cxn modelId="{2DCE0AEE-06AD-4E00-84A0-8501E579CE90}" type="presParOf" srcId="{73269912-855B-401B-BC95-D3EE3045F0A7}" destId="{F33A0230-BCCE-4151-A9A5-A39196B44DB5}" srcOrd="0" destOrd="0" presId="urn:microsoft.com/office/officeart/2005/8/layout/hProcess4"/>
    <dgm:cxn modelId="{EA32E660-2536-4686-B052-6312DEC417D2}" type="presParOf" srcId="{73269912-855B-401B-BC95-D3EE3045F0A7}" destId="{7A9FB511-F473-4D3F-B71B-12BB20D282D1}" srcOrd="1" destOrd="0" presId="urn:microsoft.com/office/officeart/2005/8/layout/hProcess4"/>
    <dgm:cxn modelId="{A8548D51-0680-43F8-B740-95453CC50C60}" type="presParOf" srcId="{73269912-855B-401B-BC95-D3EE3045F0A7}" destId="{2DEA330E-BCE3-4FB6-91C4-D2F5D88D1C83}" srcOrd="2" destOrd="0" presId="urn:microsoft.com/office/officeart/2005/8/layout/hProcess4"/>
    <dgm:cxn modelId="{2B18CEE2-EA3E-455E-A946-C4AB93CF47FD}" type="presParOf" srcId="{73269912-855B-401B-BC95-D3EE3045F0A7}" destId="{7F09914D-FC00-4E90-91BC-426F31E08AF5}" srcOrd="3" destOrd="0" presId="urn:microsoft.com/office/officeart/2005/8/layout/hProcess4"/>
    <dgm:cxn modelId="{DE34D1D4-36D3-4D15-BFE1-6E5AB5DE2BCA}" type="presParOf" srcId="{73269912-855B-401B-BC95-D3EE3045F0A7}" destId="{5FB8693A-273B-4DD8-A4B4-3C224A208953}"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6653387-3E1A-4519-8182-C95E9B132F7D}" type="doc">
      <dgm:prSet loTypeId="urn:microsoft.com/office/officeart/2005/8/layout/chevron2" loCatId="process" qsTypeId="urn:microsoft.com/office/officeart/2005/8/quickstyle/simple1" qsCatId="simple" csTypeId="urn:microsoft.com/office/officeart/2005/8/colors/colorful1" csCatId="colorful" phldr="1"/>
      <dgm:spPr/>
      <dgm:t>
        <a:bodyPr/>
        <a:lstStyle/>
        <a:p>
          <a:endParaRPr lang="en-US"/>
        </a:p>
      </dgm:t>
    </dgm:pt>
    <dgm:pt modelId="{581AAF46-9746-40B8-B381-224498DBFB9C}">
      <dgm:prSet phldrT="[Text]"/>
      <dgm:spPr/>
      <dgm:t>
        <a:bodyPr/>
        <a:lstStyle/>
        <a:p>
          <a:r>
            <a:rPr lang="en-US" dirty="0"/>
            <a:t>DDL</a:t>
          </a:r>
        </a:p>
      </dgm:t>
    </dgm:pt>
    <dgm:pt modelId="{5765589C-800D-4087-AF11-592D803B44FF}" type="parTrans" cxnId="{A0FB7AB4-6737-47CE-9572-BA4CDA4D608D}">
      <dgm:prSet/>
      <dgm:spPr/>
      <dgm:t>
        <a:bodyPr/>
        <a:lstStyle/>
        <a:p>
          <a:endParaRPr lang="en-US"/>
        </a:p>
      </dgm:t>
    </dgm:pt>
    <dgm:pt modelId="{C1F31606-6AAB-4A3E-A673-1996EDC68ED0}" type="sibTrans" cxnId="{A0FB7AB4-6737-47CE-9572-BA4CDA4D608D}">
      <dgm:prSet/>
      <dgm:spPr/>
      <dgm:t>
        <a:bodyPr/>
        <a:lstStyle/>
        <a:p>
          <a:endParaRPr lang="en-US"/>
        </a:p>
      </dgm:t>
    </dgm:pt>
    <dgm:pt modelId="{CC770131-3DE4-46B5-B431-85C380BBB5D2}">
      <dgm:prSet phldrT="[Text]"/>
      <dgm:spPr/>
      <dgm:t>
        <a:bodyPr/>
        <a:lstStyle/>
        <a:p>
          <a:r>
            <a:rPr lang="en-US" dirty="0"/>
            <a:t>CREATE, DROP, ALTER</a:t>
          </a:r>
        </a:p>
      </dgm:t>
    </dgm:pt>
    <dgm:pt modelId="{263D4770-9F1D-40E4-B6BD-A7944DF374FD}" type="parTrans" cxnId="{F069D5E8-6D97-4894-83C0-A46A040751DC}">
      <dgm:prSet/>
      <dgm:spPr/>
      <dgm:t>
        <a:bodyPr/>
        <a:lstStyle/>
        <a:p>
          <a:endParaRPr lang="en-US"/>
        </a:p>
      </dgm:t>
    </dgm:pt>
    <dgm:pt modelId="{9670A1DC-EA50-4B36-8C2A-196C8BDEE21F}" type="sibTrans" cxnId="{F069D5E8-6D97-4894-83C0-A46A040751DC}">
      <dgm:prSet/>
      <dgm:spPr/>
      <dgm:t>
        <a:bodyPr/>
        <a:lstStyle/>
        <a:p>
          <a:endParaRPr lang="en-US"/>
        </a:p>
      </dgm:t>
    </dgm:pt>
    <dgm:pt modelId="{24B5C9D9-CF75-4047-9BA8-7E77E9A529C7}">
      <dgm:prSet phldrT="[Text]"/>
      <dgm:spPr/>
      <dgm:t>
        <a:bodyPr/>
        <a:lstStyle/>
        <a:p>
          <a:r>
            <a:rPr lang="en-US" dirty="0"/>
            <a:t>DML</a:t>
          </a:r>
        </a:p>
      </dgm:t>
    </dgm:pt>
    <dgm:pt modelId="{8E134537-8E10-4414-8D22-2B718F19E42A}" type="parTrans" cxnId="{9DE941F6-5D4E-4DC7-94D3-79C41EBBA540}">
      <dgm:prSet/>
      <dgm:spPr/>
      <dgm:t>
        <a:bodyPr/>
        <a:lstStyle/>
        <a:p>
          <a:endParaRPr lang="en-US"/>
        </a:p>
      </dgm:t>
    </dgm:pt>
    <dgm:pt modelId="{1F2FDA06-B884-459D-9229-1045D946E0A6}" type="sibTrans" cxnId="{9DE941F6-5D4E-4DC7-94D3-79C41EBBA540}">
      <dgm:prSet/>
      <dgm:spPr/>
      <dgm:t>
        <a:bodyPr/>
        <a:lstStyle/>
        <a:p>
          <a:endParaRPr lang="en-US"/>
        </a:p>
      </dgm:t>
    </dgm:pt>
    <dgm:pt modelId="{745005A4-158C-4032-AA3D-DE81D1FEC85E}">
      <dgm:prSet phldrT="[Text]"/>
      <dgm:spPr/>
      <dgm:t>
        <a:bodyPr/>
        <a:lstStyle/>
        <a:p>
          <a:r>
            <a:rPr lang="en-US" dirty="0"/>
            <a:t>SELECT, INSERT, UPDATE, DELETE</a:t>
          </a:r>
        </a:p>
      </dgm:t>
    </dgm:pt>
    <dgm:pt modelId="{A4C65B09-FD14-4280-8BA0-7F70492EE891}" type="parTrans" cxnId="{5F3726E7-E6EC-4B8E-A446-A09EB87034E1}">
      <dgm:prSet/>
      <dgm:spPr/>
      <dgm:t>
        <a:bodyPr/>
        <a:lstStyle/>
        <a:p>
          <a:endParaRPr lang="en-US"/>
        </a:p>
      </dgm:t>
    </dgm:pt>
    <dgm:pt modelId="{1A7C9727-EFAF-4D6B-9548-D1612F4978AF}" type="sibTrans" cxnId="{5F3726E7-E6EC-4B8E-A446-A09EB87034E1}">
      <dgm:prSet/>
      <dgm:spPr/>
      <dgm:t>
        <a:bodyPr/>
        <a:lstStyle/>
        <a:p>
          <a:endParaRPr lang="en-US"/>
        </a:p>
      </dgm:t>
    </dgm:pt>
    <dgm:pt modelId="{D963AEA1-A596-4F9A-86B5-3A10CAAC41EC}">
      <dgm:prSet phldrT="[Text]"/>
      <dgm:spPr/>
      <dgm:t>
        <a:bodyPr/>
        <a:lstStyle/>
        <a:p>
          <a:r>
            <a:rPr lang="en-US" dirty="0"/>
            <a:t>TCL</a:t>
          </a:r>
        </a:p>
      </dgm:t>
    </dgm:pt>
    <dgm:pt modelId="{EB161DB7-42F0-4EFF-AAD5-8ACF0B50B257}" type="parTrans" cxnId="{5203390D-4028-4A74-9F5D-E883B25007DA}">
      <dgm:prSet/>
      <dgm:spPr/>
      <dgm:t>
        <a:bodyPr/>
        <a:lstStyle/>
        <a:p>
          <a:endParaRPr lang="en-US"/>
        </a:p>
      </dgm:t>
    </dgm:pt>
    <dgm:pt modelId="{EBC35822-B1CC-4F7F-A53F-13ABFDC2844F}" type="sibTrans" cxnId="{5203390D-4028-4A74-9F5D-E883B25007DA}">
      <dgm:prSet/>
      <dgm:spPr/>
      <dgm:t>
        <a:bodyPr/>
        <a:lstStyle/>
        <a:p>
          <a:endParaRPr lang="en-US"/>
        </a:p>
      </dgm:t>
    </dgm:pt>
    <dgm:pt modelId="{F209CFEB-858C-4CD4-9DED-DB98FFED765E}">
      <dgm:prSet phldrT="[Text]"/>
      <dgm:spPr/>
      <dgm:t>
        <a:bodyPr/>
        <a:lstStyle/>
        <a:p>
          <a:r>
            <a:rPr lang="en-US" dirty="0"/>
            <a:t>COMMIT, ROLLBACK</a:t>
          </a:r>
        </a:p>
      </dgm:t>
    </dgm:pt>
    <dgm:pt modelId="{6707938A-D74A-491C-8799-687C01947AF5}" type="parTrans" cxnId="{2B0E812F-26C9-4483-B642-3CB032552F21}">
      <dgm:prSet/>
      <dgm:spPr/>
      <dgm:t>
        <a:bodyPr/>
        <a:lstStyle/>
        <a:p>
          <a:endParaRPr lang="en-US"/>
        </a:p>
      </dgm:t>
    </dgm:pt>
    <dgm:pt modelId="{C8603061-FEAA-4FE7-8F5D-1C448E569402}" type="sibTrans" cxnId="{2B0E812F-26C9-4483-B642-3CB032552F21}">
      <dgm:prSet/>
      <dgm:spPr/>
      <dgm:t>
        <a:bodyPr/>
        <a:lstStyle/>
        <a:p>
          <a:endParaRPr lang="en-US"/>
        </a:p>
      </dgm:t>
    </dgm:pt>
    <dgm:pt modelId="{81204CF4-D8EC-42D4-B7BD-1E697DA6445E}">
      <dgm:prSet phldrT="[Text]"/>
      <dgm:spPr/>
      <dgm:t>
        <a:bodyPr/>
        <a:lstStyle/>
        <a:p>
          <a:r>
            <a:rPr lang="en-US" dirty="0"/>
            <a:t>DCL</a:t>
          </a:r>
        </a:p>
      </dgm:t>
    </dgm:pt>
    <dgm:pt modelId="{DBF0B591-40E4-4812-8743-E71961920831}" type="parTrans" cxnId="{562526C7-B263-45D3-9C88-BE420F66FBCC}">
      <dgm:prSet/>
      <dgm:spPr/>
      <dgm:t>
        <a:bodyPr/>
        <a:lstStyle/>
        <a:p>
          <a:endParaRPr lang="en-US"/>
        </a:p>
      </dgm:t>
    </dgm:pt>
    <dgm:pt modelId="{100E812B-54B6-41EB-B07D-B8C8D835776D}" type="sibTrans" cxnId="{562526C7-B263-45D3-9C88-BE420F66FBCC}">
      <dgm:prSet/>
      <dgm:spPr/>
      <dgm:t>
        <a:bodyPr/>
        <a:lstStyle/>
        <a:p>
          <a:endParaRPr lang="en-US"/>
        </a:p>
      </dgm:t>
    </dgm:pt>
    <dgm:pt modelId="{EEE8DB62-743A-4DF1-950B-FAC7F4B81AC5}">
      <dgm:prSet phldrT="[Text]"/>
      <dgm:spPr/>
      <dgm:t>
        <a:bodyPr/>
        <a:lstStyle/>
        <a:p>
          <a:r>
            <a:rPr lang="en-US" dirty="0"/>
            <a:t>GRANT, REVOKE</a:t>
          </a:r>
        </a:p>
      </dgm:t>
    </dgm:pt>
    <dgm:pt modelId="{ECE0B14A-2C83-48CF-94E6-FB53EFF0057F}" type="parTrans" cxnId="{D7E2CCAE-1248-4B94-BAA2-C2D2311D66D3}">
      <dgm:prSet/>
      <dgm:spPr/>
      <dgm:t>
        <a:bodyPr/>
        <a:lstStyle/>
        <a:p>
          <a:endParaRPr lang="en-US"/>
        </a:p>
      </dgm:t>
    </dgm:pt>
    <dgm:pt modelId="{F71581AB-D46A-4EF2-B223-3F5E02BFE8F6}" type="sibTrans" cxnId="{D7E2CCAE-1248-4B94-BAA2-C2D2311D66D3}">
      <dgm:prSet/>
      <dgm:spPr/>
      <dgm:t>
        <a:bodyPr/>
        <a:lstStyle/>
        <a:p>
          <a:endParaRPr lang="en-US"/>
        </a:p>
      </dgm:t>
    </dgm:pt>
    <dgm:pt modelId="{F8E82828-B8E3-4942-A679-A2BE63F45A3A}" type="pres">
      <dgm:prSet presAssocID="{06653387-3E1A-4519-8182-C95E9B132F7D}" presName="linearFlow" presStyleCnt="0">
        <dgm:presLayoutVars>
          <dgm:dir/>
          <dgm:animLvl val="lvl"/>
          <dgm:resizeHandles val="exact"/>
        </dgm:presLayoutVars>
      </dgm:prSet>
      <dgm:spPr/>
    </dgm:pt>
    <dgm:pt modelId="{55453CCC-2079-4473-ACA9-53AB99006806}" type="pres">
      <dgm:prSet presAssocID="{581AAF46-9746-40B8-B381-224498DBFB9C}" presName="composite" presStyleCnt="0"/>
      <dgm:spPr/>
    </dgm:pt>
    <dgm:pt modelId="{310E1377-F55C-4503-BDD7-2699E4DEBB8F}" type="pres">
      <dgm:prSet presAssocID="{581AAF46-9746-40B8-B381-224498DBFB9C}" presName="parentText" presStyleLbl="alignNode1" presStyleIdx="0" presStyleCnt="4">
        <dgm:presLayoutVars>
          <dgm:chMax val="1"/>
          <dgm:bulletEnabled val="1"/>
        </dgm:presLayoutVars>
      </dgm:prSet>
      <dgm:spPr/>
    </dgm:pt>
    <dgm:pt modelId="{C058DB05-905E-42C7-8F7C-FB0B50235A7D}" type="pres">
      <dgm:prSet presAssocID="{581AAF46-9746-40B8-B381-224498DBFB9C}" presName="descendantText" presStyleLbl="alignAcc1" presStyleIdx="0" presStyleCnt="4">
        <dgm:presLayoutVars>
          <dgm:bulletEnabled val="1"/>
        </dgm:presLayoutVars>
      </dgm:prSet>
      <dgm:spPr/>
    </dgm:pt>
    <dgm:pt modelId="{398EF70A-2547-402C-A681-CBF39752D9F6}" type="pres">
      <dgm:prSet presAssocID="{C1F31606-6AAB-4A3E-A673-1996EDC68ED0}" presName="sp" presStyleCnt="0"/>
      <dgm:spPr/>
    </dgm:pt>
    <dgm:pt modelId="{2CCACB11-819F-448F-B648-77472A65B33E}" type="pres">
      <dgm:prSet presAssocID="{24B5C9D9-CF75-4047-9BA8-7E77E9A529C7}" presName="composite" presStyleCnt="0"/>
      <dgm:spPr/>
    </dgm:pt>
    <dgm:pt modelId="{B9F231AE-3272-413B-87D8-A03D39BD94D8}" type="pres">
      <dgm:prSet presAssocID="{24B5C9D9-CF75-4047-9BA8-7E77E9A529C7}" presName="parentText" presStyleLbl="alignNode1" presStyleIdx="1" presStyleCnt="4">
        <dgm:presLayoutVars>
          <dgm:chMax val="1"/>
          <dgm:bulletEnabled val="1"/>
        </dgm:presLayoutVars>
      </dgm:prSet>
      <dgm:spPr/>
    </dgm:pt>
    <dgm:pt modelId="{0EBC980D-BB9F-40A4-BD6C-BECAF068C152}" type="pres">
      <dgm:prSet presAssocID="{24B5C9D9-CF75-4047-9BA8-7E77E9A529C7}" presName="descendantText" presStyleLbl="alignAcc1" presStyleIdx="1" presStyleCnt="4">
        <dgm:presLayoutVars>
          <dgm:bulletEnabled val="1"/>
        </dgm:presLayoutVars>
      </dgm:prSet>
      <dgm:spPr/>
    </dgm:pt>
    <dgm:pt modelId="{0B56ACE7-3B2E-4E93-805E-4FAA51F4FEA2}" type="pres">
      <dgm:prSet presAssocID="{1F2FDA06-B884-459D-9229-1045D946E0A6}" presName="sp" presStyleCnt="0"/>
      <dgm:spPr/>
    </dgm:pt>
    <dgm:pt modelId="{17AF9BD8-3BC8-452A-ACB2-112BF34294B1}" type="pres">
      <dgm:prSet presAssocID="{81204CF4-D8EC-42D4-B7BD-1E697DA6445E}" presName="composite" presStyleCnt="0"/>
      <dgm:spPr/>
    </dgm:pt>
    <dgm:pt modelId="{1503E095-C5E1-46E4-BBC3-63301E0837C0}" type="pres">
      <dgm:prSet presAssocID="{81204CF4-D8EC-42D4-B7BD-1E697DA6445E}" presName="parentText" presStyleLbl="alignNode1" presStyleIdx="2" presStyleCnt="4">
        <dgm:presLayoutVars>
          <dgm:chMax val="1"/>
          <dgm:bulletEnabled val="1"/>
        </dgm:presLayoutVars>
      </dgm:prSet>
      <dgm:spPr/>
    </dgm:pt>
    <dgm:pt modelId="{8568E277-3958-4BE0-9551-CB777724DEA6}" type="pres">
      <dgm:prSet presAssocID="{81204CF4-D8EC-42D4-B7BD-1E697DA6445E}" presName="descendantText" presStyleLbl="alignAcc1" presStyleIdx="2" presStyleCnt="4">
        <dgm:presLayoutVars>
          <dgm:bulletEnabled val="1"/>
        </dgm:presLayoutVars>
      </dgm:prSet>
      <dgm:spPr/>
    </dgm:pt>
    <dgm:pt modelId="{7E43416B-6D0B-4B4D-A6DD-ED777506310D}" type="pres">
      <dgm:prSet presAssocID="{100E812B-54B6-41EB-B07D-B8C8D835776D}" presName="sp" presStyleCnt="0"/>
      <dgm:spPr/>
    </dgm:pt>
    <dgm:pt modelId="{1C8EAF0F-0261-4510-AC61-98F8D25F90F3}" type="pres">
      <dgm:prSet presAssocID="{D963AEA1-A596-4F9A-86B5-3A10CAAC41EC}" presName="composite" presStyleCnt="0"/>
      <dgm:spPr/>
    </dgm:pt>
    <dgm:pt modelId="{B993EBAA-FAAF-4C6C-A4FF-7BC08841D34B}" type="pres">
      <dgm:prSet presAssocID="{D963AEA1-A596-4F9A-86B5-3A10CAAC41EC}" presName="parentText" presStyleLbl="alignNode1" presStyleIdx="3" presStyleCnt="4">
        <dgm:presLayoutVars>
          <dgm:chMax val="1"/>
          <dgm:bulletEnabled val="1"/>
        </dgm:presLayoutVars>
      </dgm:prSet>
      <dgm:spPr/>
    </dgm:pt>
    <dgm:pt modelId="{1337BA1D-95E3-4D64-8185-7D1CF5BF05FE}" type="pres">
      <dgm:prSet presAssocID="{D963AEA1-A596-4F9A-86B5-3A10CAAC41EC}" presName="descendantText" presStyleLbl="alignAcc1" presStyleIdx="3" presStyleCnt="4">
        <dgm:presLayoutVars>
          <dgm:bulletEnabled val="1"/>
        </dgm:presLayoutVars>
      </dgm:prSet>
      <dgm:spPr/>
    </dgm:pt>
  </dgm:ptLst>
  <dgm:cxnLst>
    <dgm:cxn modelId="{5203390D-4028-4A74-9F5D-E883B25007DA}" srcId="{06653387-3E1A-4519-8182-C95E9B132F7D}" destId="{D963AEA1-A596-4F9A-86B5-3A10CAAC41EC}" srcOrd="3" destOrd="0" parTransId="{EB161DB7-42F0-4EFF-AAD5-8ACF0B50B257}" sibTransId="{EBC35822-B1CC-4F7F-A53F-13ABFDC2844F}"/>
    <dgm:cxn modelId="{2B0E812F-26C9-4483-B642-3CB032552F21}" srcId="{D963AEA1-A596-4F9A-86B5-3A10CAAC41EC}" destId="{F209CFEB-858C-4CD4-9DED-DB98FFED765E}" srcOrd="0" destOrd="0" parTransId="{6707938A-D74A-491C-8799-687C01947AF5}" sibTransId="{C8603061-FEAA-4FE7-8F5D-1C448E569402}"/>
    <dgm:cxn modelId="{3B5F6E31-65B6-4873-B058-69E0091F3621}" type="presOf" srcId="{F209CFEB-858C-4CD4-9DED-DB98FFED765E}" destId="{1337BA1D-95E3-4D64-8185-7D1CF5BF05FE}" srcOrd="0" destOrd="0" presId="urn:microsoft.com/office/officeart/2005/8/layout/chevron2"/>
    <dgm:cxn modelId="{0505CE3C-C839-4C71-A4FB-BEC9A47B2957}" type="presOf" srcId="{D963AEA1-A596-4F9A-86B5-3A10CAAC41EC}" destId="{B993EBAA-FAAF-4C6C-A4FF-7BC08841D34B}" srcOrd="0" destOrd="0" presId="urn:microsoft.com/office/officeart/2005/8/layout/chevron2"/>
    <dgm:cxn modelId="{7758F642-35CB-4F33-8823-B591393B2F09}" type="presOf" srcId="{24B5C9D9-CF75-4047-9BA8-7E77E9A529C7}" destId="{B9F231AE-3272-413B-87D8-A03D39BD94D8}" srcOrd="0" destOrd="0" presId="urn:microsoft.com/office/officeart/2005/8/layout/chevron2"/>
    <dgm:cxn modelId="{EC55CE4C-C3A7-4AD9-BEE5-D7D416E82745}" type="presOf" srcId="{581AAF46-9746-40B8-B381-224498DBFB9C}" destId="{310E1377-F55C-4503-BDD7-2699E4DEBB8F}" srcOrd="0" destOrd="0" presId="urn:microsoft.com/office/officeart/2005/8/layout/chevron2"/>
    <dgm:cxn modelId="{5AA3AB78-0DD6-4255-B783-4D0209968AEF}" type="presOf" srcId="{06653387-3E1A-4519-8182-C95E9B132F7D}" destId="{F8E82828-B8E3-4942-A679-A2BE63F45A3A}" srcOrd="0" destOrd="0" presId="urn:microsoft.com/office/officeart/2005/8/layout/chevron2"/>
    <dgm:cxn modelId="{4058E28E-28AD-4DA0-9D51-6E232749B2AA}" type="presOf" srcId="{745005A4-158C-4032-AA3D-DE81D1FEC85E}" destId="{0EBC980D-BB9F-40A4-BD6C-BECAF068C152}" srcOrd="0" destOrd="0" presId="urn:microsoft.com/office/officeart/2005/8/layout/chevron2"/>
    <dgm:cxn modelId="{D7E2CCAE-1248-4B94-BAA2-C2D2311D66D3}" srcId="{81204CF4-D8EC-42D4-B7BD-1E697DA6445E}" destId="{EEE8DB62-743A-4DF1-950B-FAC7F4B81AC5}" srcOrd="0" destOrd="0" parTransId="{ECE0B14A-2C83-48CF-94E6-FB53EFF0057F}" sibTransId="{F71581AB-D46A-4EF2-B223-3F5E02BFE8F6}"/>
    <dgm:cxn modelId="{CCEEF3AF-8EF0-43A4-AF05-531D923D6BAC}" type="presOf" srcId="{EEE8DB62-743A-4DF1-950B-FAC7F4B81AC5}" destId="{8568E277-3958-4BE0-9551-CB777724DEA6}" srcOrd="0" destOrd="0" presId="urn:microsoft.com/office/officeart/2005/8/layout/chevron2"/>
    <dgm:cxn modelId="{A0FB7AB4-6737-47CE-9572-BA4CDA4D608D}" srcId="{06653387-3E1A-4519-8182-C95E9B132F7D}" destId="{581AAF46-9746-40B8-B381-224498DBFB9C}" srcOrd="0" destOrd="0" parTransId="{5765589C-800D-4087-AF11-592D803B44FF}" sibTransId="{C1F31606-6AAB-4A3E-A673-1996EDC68ED0}"/>
    <dgm:cxn modelId="{562526C7-B263-45D3-9C88-BE420F66FBCC}" srcId="{06653387-3E1A-4519-8182-C95E9B132F7D}" destId="{81204CF4-D8EC-42D4-B7BD-1E697DA6445E}" srcOrd="2" destOrd="0" parTransId="{DBF0B591-40E4-4812-8743-E71961920831}" sibTransId="{100E812B-54B6-41EB-B07D-B8C8D835776D}"/>
    <dgm:cxn modelId="{BB2293D1-91C9-4DBE-9E0B-35690681B148}" type="presOf" srcId="{81204CF4-D8EC-42D4-B7BD-1E697DA6445E}" destId="{1503E095-C5E1-46E4-BBC3-63301E0837C0}" srcOrd="0" destOrd="0" presId="urn:microsoft.com/office/officeart/2005/8/layout/chevron2"/>
    <dgm:cxn modelId="{5F3726E7-E6EC-4B8E-A446-A09EB87034E1}" srcId="{24B5C9D9-CF75-4047-9BA8-7E77E9A529C7}" destId="{745005A4-158C-4032-AA3D-DE81D1FEC85E}" srcOrd="0" destOrd="0" parTransId="{A4C65B09-FD14-4280-8BA0-7F70492EE891}" sibTransId="{1A7C9727-EFAF-4D6B-9548-D1612F4978AF}"/>
    <dgm:cxn modelId="{F069D5E8-6D97-4894-83C0-A46A040751DC}" srcId="{581AAF46-9746-40B8-B381-224498DBFB9C}" destId="{CC770131-3DE4-46B5-B431-85C380BBB5D2}" srcOrd="0" destOrd="0" parTransId="{263D4770-9F1D-40E4-B6BD-A7944DF374FD}" sibTransId="{9670A1DC-EA50-4B36-8C2A-196C8BDEE21F}"/>
    <dgm:cxn modelId="{9DE941F6-5D4E-4DC7-94D3-79C41EBBA540}" srcId="{06653387-3E1A-4519-8182-C95E9B132F7D}" destId="{24B5C9D9-CF75-4047-9BA8-7E77E9A529C7}" srcOrd="1" destOrd="0" parTransId="{8E134537-8E10-4414-8D22-2B718F19E42A}" sibTransId="{1F2FDA06-B884-459D-9229-1045D946E0A6}"/>
    <dgm:cxn modelId="{8139D6FA-49D6-4D8E-86C9-C09D24033B14}" type="presOf" srcId="{CC770131-3DE4-46B5-B431-85C380BBB5D2}" destId="{C058DB05-905E-42C7-8F7C-FB0B50235A7D}" srcOrd="0" destOrd="0" presId="urn:microsoft.com/office/officeart/2005/8/layout/chevron2"/>
    <dgm:cxn modelId="{C1C9312F-468D-494F-B71B-BF10C964A387}" type="presParOf" srcId="{F8E82828-B8E3-4942-A679-A2BE63F45A3A}" destId="{55453CCC-2079-4473-ACA9-53AB99006806}" srcOrd="0" destOrd="0" presId="urn:microsoft.com/office/officeart/2005/8/layout/chevron2"/>
    <dgm:cxn modelId="{2A43E749-B569-4269-86D7-3EBE0EED3909}" type="presParOf" srcId="{55453CCC-2079-4473-ACA9-53AB99006806}" destId="{310E1377-F55C-4503-BDD7-2699E4DEBB8F}" srcOrd="0" destOrd="0" presId="urn:microsoft.com/office/officeart/2005/8/layout/chevron2"/>
    <dgm:cxn modelId="{CB42B884-F3EF-46A2-A83C-597609B7A08F}" type="presParOf" srcId="{55453CCC-2079-4473-ACA9-53AB99006806}" destId="{C058DB05-905E-42C7-8F7C-FB0B50235A7D}" srcOrd="1" destOrd="0" presId="urn:microsoft.com/office/officeart/2005/8/layout/chevron2"/>
    <dgm:cxn modelId="{9B34B204-F2E6-4C40-ADF6-F125292D8C8E}" type="presParOf" srcId="{F8E82828-B8E3-4942-A679-A2BE63F45A3A}" destId="{398EF70A-2547-402C-A681-CBF39752D9F6}" srcOrd="1" destOrd="0" presId="urn:microsoft.com/office/officeart/2005/8/layout/chevron2"/>
    <dgm:cxn modelId="{6435D569-872C-40D7-93B6-57461562E227}" type="presParOf" srcId="{F8E82828-B8E3-4942-A679-A2BE63F45A3A}" destId="{2CCACB11-819F-448F-B648-77472A65B33E}" srcOrd="2" destOrd="0" presId="urn:microsoft.com/office/officeart/2005/8/layout/chevron2"/>
    <dgm:cxn modelId="{F5C3209C-4105-4DBA-A66B-BBDF72098774}" type="presParOf" srcId="{2CCACB11-819F-448F-B648-77472A65B33E}" destId="{B9F231AE-3272-413B-87D8-A03D39BD94D8}" srcOrd="0" destOrd="0" presId="urn:microsoft.com/office/officeart/2005/8/layout/chevron2"/>
    <dgm:cxn modelId="{05434DFE-AC7E-4670-B2A2-1C2C0BB5440A}" type="presParOf" srcId="{2CCACB11-819F-448F-B648-77472A65B33E}" destId="{0EBC980D-BB9F-40A4-BD6C-BECAF068C152}" srcOrd="1" destOrd="0" presId="urn:microsoft.com/office/officeart/2005/8/layout/chevron2"/>
    <dgm:cxn modelId="{A6DE75C9-56B7-4CEC-BD71-A6ADE9C03B10}" type="presParOf" srcId="{F8E82828-B8E3-4942-A679-A2BE63F45A3A}" destId="{0B56ACE7-3B2E-4E93-805E-4FAA51F4FEA2}" srcOrd="3" destOrd="0" presId="urn:microsoft.com/office/officeart/2005/8/layout/chevron2"/>
    <dgm:cxn modelId="{26DBCDCC-1406-45C3-936E-0AD33E8A6568}" type="presParOf" srcId="{F8E82828-B8E3-4942-A679-A2BE63F45A3A}" destId="{17AF9BD8-3BC8-452A-ACB2-112BF34294B1}" srcOrd="4" destOrd="0" presId="urn:microsoft.com/office/officeart/2005/8/layout/chevron2"/>
    <dgm:cxn modelId="{9FF09231-5FA3-4DBA-BB15-93D1B50123B7}" type="presParOf" srcId="{17AF9BD8-3BC8-452A-ACB2-112BF34294B1}" destId="{1503E095-C5E1-46E4-BBC3-63301E0837C0}" srcOrd="0" destOrd="0" presId="urn:microsoft.com/office/officeart/2005/8/layout/chevron2"/>
    <dgm:cxn modelId="{DE72FCFF-8989-46DA-BA1B-2CC446859F69}" type="presParOf" srcId="{17AF9BD8-3BC8-452A-ACB2-112BF34294B1}" destId="{8568E277-3958-4BE0-9551-CB777724DEA6}" srcOrd="1" destOrd="0" presId="urn:microsoft.com/office/officeart/2005/8/layout/chevron2"/>
    <dgm:cxn modelId="{4353218E-D6A8-4078-B837-4DD37F8980A9}" type="presParOf" srcId="{F8E82828-B8E3-4942-A679-A2BE63F45A3A}" destId="{7E43416B-6D0B-4B4D-A6DD-ED777506310D}" srcOrd="5" destOrd="0" presId="urn:microsoft.com/office/officeart/2005/8/layout/chevron2"/>
    <dgm:cxn modelId="{233ACD4F-922F-4B2A-94C2-5A8169A47904}" type="presParOf" srcId="{F8E82828-B8E3-4942-A679-A2BE63F45A3A}" destId="{1C8EAF0F-0261-4510-AC61-98F8D25F90F3}" srcOrd="6" destOrd="0" presId="urn:microsoft.com/office/officeart/2005/8/layout/chevron2"/>
    <dgm:cxn modelId="{26D9CD81-E346-4B29-9D9A-5609C4E679AD}" type="presParOf" srcId="{1C8EAF0F-0261-4510-AC61-98F8D25F90F3}" destId="{B993EBAA-FAAF-4C6C-A4FF-7BC08841D34B}" srcOrd="0" destOrd="0" presId="urn:microsoft.com/office/officeart/2005/8/layout/chevron2"/>
    <dgm:cxn modelId="{3292D068-AEF3-485B-A8C5-5EFD0267E561}" type="presParOf" srcId="{1C8EAF0F-0261-4510-AC61-98F8D25F90F3}" destId="{1337BA1D-95E3-4D64-8185-7D1CF5BF05FE}"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6653387-3E1A-4519-8182-C95E9B132F7D}" type="doc">
      <dgm:prSet loTypeId="urn:microsoft.com/office/officeart/2005/8/layout/chevron2" loCatId="process" qsTypeId="urn:microsoft.com/office/officeart/2005/8/quickstyle/simple1" qsCatId="simple" csTypeId="urn:microsoft.com/office/officeart/2005/8/colors/colorful1" csCatId="colorful" phldr="1"/>
      <dgm:spPr/>
      <dgm:t>
        <a:bodyPr/>
        <a:lstStyle/>
        <a:p>
          <a:endParaRPr lang="en-US"/>
        </a:p>
      </dgm:t>
    </dgm:pt>
    <dgm:pt modelId="{581AAF46-9746-40B8-B381-224498DBFB9C}">
      <dgm:prSet phldrT="[Text]"/>
      <dgm:spPr/>
      <dgm:t>
        <a:bodyPr/>
        <a:lstStyle/>
        <a:p>
          <a:endParaRPr lang="en-US" dirty="0"/>
        </a:p>
      </dgm:t>
    </dgm:pt>
    <dgm:pt modelId="{5765589C-800D-4087-AF11-592D803B44FF}" type="parTrans" cxnId="{A0FB7AB4-6737-47CE-9572-BA4CDA4D608D}">
      <dgm:prSet/>
      <dgm:spPr/>
      <dgm:t>
        <a:bodyPr/>
        <a:lstStyle/>
        <a:p>
          <a:endParaRPr lang="en-US"/>
        </a:p>
      </dgm:t>
    </dgm:pt>
    <dgm:pt modelId="{C1F31606-6AAB-4A3E-A673-1996EDC68ED0}" type="sibTrans" cxnId="{A0FB7AB4-6737-47CE-9572-BA4CDA4D608D}">
      <dgm:prSet/>
      <dgm:spPr/>
      <dgm:t>
        <a:bodyPr/>
        <a:lstStyle/>
        <a:p>
          <a:endParaRPr lang="en-US"/>
        </a:p>
      </dgm:t>
    </dgm:pt>
    <dgm:pt modelId="{CC770131-3DE4-46B5-B431-85C380BBB5D2}">
      <dgm:prSet phldrT="[Text]"/>
      <dgm:spPr/>
      <dgm:t>
        <a:bodyPr/>
        <a:lstStyle/>
        <a:p>
          <a:r>
            <a:rPr lang="en-US" dirty="0"/>
            <a:t>ALTER columns</a:t>
          </a:r>
        </a:p>
      </dgm:t>
    </dgm:pt>
    <dgm:pt modelId="{263D4770-9F1D-40E4-B6BD-A7944DF374FD}" type="parTrans" cxnId="{F069D5E8-6D97-4894-83C0-A46A040751DC}">
      <dgm:prSet/>
      <dgm:spPr/>
      <dgm:t>
        <a:bodyPr/>
        <a:lstStyle/>
        <a:p>
          <a:endParaRPr lang="en-US"/>
        </a:p>
      </dgm:t>
    </dgm:pt>
    <dgm:pt modelId="{9670A1DC-EA50-4B36-8C2A-196C8BDEE21F}" type="sibTrans" cxnId="{F069D5E8-6D97-4894-83C0-A46A040751DC}">
      <dgm:prSet/>
      <dgm:spPr/>
      <dgm:t>
        <a:bodyPr/>
        <a:lstStyle/>
        <a:p>
          <a:endParaRPr lang="en-US"/>
        </a:p>
      </dgm:t>
    </dgm:pt>
    <dgm:pt modelId="{24B5C9D9-CF75-4047-9BA8-7E77E9A529C7}">
      <dgm:prSet phldrT="[Text]"/>
      <dgm:spPr/>
      <dgm:t>
        <a:bodyPr/>
        <a:lstStyle/>
        <a:p>
          <a:endParaRPr lang="en-US" dirty="0"/>
        </a:p>
      </dgm:t>
    </dgm:pt>
    <dgm:pt modelId="{8E134537-8E10-4414-8D22-2B718F19E42A}" type="parTrans" cxnId="{9DE941F6-5D4E-4DC7-94D3-79C41EBBA540}">
      <dgm:prSet/>
      <dgm:spPr/>
      <dgm:t>
        <a:bodyPr/>
        <a:lstStyle/>
        <a:p>
          <a:endParaRPr lang="en-US"/>
        </a:p>
      </dgm:t>
    </dgm:pt>
    <dgm:pt modelId="{1F2FDA06-B884-459D-9229-1045D946E0A6}" type="sibTrans" cxnId="{9DE941F6-5D4E-4DC7-94D3-79C41EBBA540}">
      <dgm:prSet/>
      <dgm:spPr/>
      <dgm:t>
        <a:bodyPr/>
        <a:lstStyle/>
        <a:p>
          <a:endParaRPr lang="en-US"/>
        </a:p>
      </dgm:t>
    </dgm:pt>
    <dgm:pt modelId="{745005A4-158C-4032-AA3D-DE81D1FEC85E}">
      <dgm:prSet phldrT="[Text]"/>
      <dgm:spPr/>
      <dgm:t>
        <a:bodyPr/>
        <a:lstStyle/>
        <a:p>
          <a:r>
            <a:rPr lang="en-US" dirty="0"/>
            <a:t>ALTER constraints</a:t>
          </a:r>
        </a:p>
      </dgm:t>
    </dgm:pt>
    <dgm:pt modelId="{A4C65B09-FD14-4280-8BA0-7F70492EE891}" type="parTrans" cxnId="{5F3726E7-E6EC-4B8E-A446-A09EB87034E1}">
      <dgm:prSet/>
      <dgm:spPr/>
      <dgm:t>
        <a:bodyPr/>
        <a:lstStyle/>
        <a:p>
          <a:endParaRPr lang="en-US"/>
        </a:p>
      </dgm:t>
    </dgm:pt>
    <dgm:pt modelId="{1A7C9727-EFAF-4D6B-9548-D1612F4978AF}" type="sibTrans" cxnId="{5F3726E7-E6EC-4B8E-A446-A09EB87034E1}">
      <dgm:prSet/>
      <dgm:spPr/>
      <dgm:t>
        <a:bodyPr/>
        <a:lstStyle/>
        <a:p>
          <a:endParaRPr lang="en-US"/>
        </a:p>
      </dgm:t>
    </dgm:pt>
    <dgm:pt modelId="{F8E82828-B8E3-4942-A679-A2BE63F45A3A}" type="pres">
      <dgm:prSet presAssocID="{06653387-3E1A-4519-8182-C95E9B132F7D}" presName="linearFlow" presStyleCnt="0">
        <dgm:presLayoutVars>
          <dgm:dir/>
          <dgm:animLvl val="lvl"/>
          <dgm:resizeHandles val="exact"/>
        </dgm:presLayoutVars>
      </dgm:prSet>
      <dgm:spPr/>
    </dgm:pt>
    <dgm:pt modelId="{55453CCC-2079-4473-ACA9-53AB99006806}" type="pres">
      <dgm:prSet presAssocID="{581AAF46-9746-40B8-B381-224498DBFB9C}" presName="composite" presStyleCnt="0"/>
      <dgm:spPr/>
    </dgm:pt>
    <dgm:pt modelId="{310E1377-F55C-4503-BDD7-2699E4DEBB8F}" type="pres">
      <dgm:prSet presAssocID="{581AAF46-9746-40B8-B381-224498DBFB9C}" presName="parentText" presStyleLbl="alignNode1" presStyleIdx="0" presStyleCnt="2">
        <dgm:presLayoutVars>
          <dgm:chMax val="1"/>
          <dgm:bulletEnabled val="1"/>
        </dgm:presLayoutVars>
      </dgm:prSet>
      <dgm:spPr/>
    </dgm:pt>
    <dgm:pt modelId="{C058DB05-905E-42C7-8F7C-FB0B50235A7D}" type="pres">
      <dgm:prSet presAssocID="{581AAF46-9746-40B8-B381-224498DBFB9C}" presName="descendantText" presStyleLbl="alignAcc1" presStyleIdx="0" presStyleCnt="2">
        <dgm:presLayoutVars>
          <dgm:bulletEnabled val="1"/>
        </dgm:presLayoutVars>
      </dgm:prSet>
      <dgm:spPr/>
    </dgm:pt>
    <dgm:pt modelId="{398EF70A-2547-402C-A681-CBF39752D9F6}" type="pres">
      <dgm:prSet presAssocID="{C1F31606-6AAB-4A3E-A673-1996EDC68ED0}" presName="sp" presStyleCnt="0"/>
      <dgm:spPr/>
    </dgm:pt>
    <dgm:pt modelId="{2CCACB11-819F-448F-B648-77472A65B33E}" type="pres">
      <dgm:prSet presAssocID="{24B5C9D9-CF75-4047-9BA8-7E77E9A529C7}" presName="composite" presStyleCnt="0"/>
      <dgm:spPr/>
    </dgm:pt>
    <dgm:pt modelId="{B9F231AE-3272-413B-87D8-A03D39BD94D8}" type="pres">
      <dgm:prSet presAssocID="{24B5C9D9-CF75-4047-9BA8-7E77E9A529C7}" presName="parentText" presStyleLbl="alignNode1" presStyleIdx="1" presStyleCnt="2">
        <dgm:presLayoutVars>
          <dgm:chMax val="1"/>
          <dgm:bulletEnabled val="1"/>
        </dgm:presLayoutVars>
      </dgm:prSet>
      <dgm:spPr/>
    </dgm:pt>
    <dgm:pt modelId="{0EBC980D-BB9F-40A4-BD6C-BECAF068C152}" type="pres">
      <dgm:prSet presAssocID="{24B5C9D9-CF75-4047-9BA8-7E77E9A529C7}" presName="descendantText" presStyleLbl="alignAcc1" presStyleIdx="1" presStyleCnt="2">
        <dgm:presLayoutVars>
          <dgm:bulletEnabled val="1"/>
        </dgm:presLayoutVars>
      </dgm:prSet>
      <dgm:spPr/>
    </dgm:pt>
  </dgm:ptLst>
  <dgm:cxnLst>
    <dgm:cxn modelId="{A0FB7AB4-6737-47CE-9572-BA4CDA4D608D}" srcId="{06653387-3E1A-4519-8182-C95E9B132F7D}" destId="{581AAF46-9746-40B8-B381-224498DBFB9C}" srcOrd="0" destOrd="0" parTransId="{5765589C-800D-4087-AF11-592D803B44FF}" sibTransId="{C1F31606-6AAB-4A3E-A673-1996EDC68ED0}"/>
    <dgm:cxn modelId="{FFF2EDCB-DEBE-497B-A06E-E466C91B058A}" type="presOf" srcId="{CC770131-3DE4-46B5-B431-85C380BBB5D2}" destId="{C058DB05-905E-42C7-8F7C-FB0B50235A7D}" srcOrd="0" destOrd="0" presId="urn:microsoft.com/office/officeart/2005/8/layout/chevron2"/>
    <dgm:cxn modelId="{7AFAB4D2-6E7D-4054-901C-99DAEF04A694}" type="presOf" srcId="{745005A4-158C-4032-AA3D-DE81D1FEC85E}" destId="{0EBC980D-BB9F-40A4-BD6C-BECAF068C152}" srcOrd="0" destOrd="0" presId="urn:microsoft.com/office/officeart/2005/8/layout/chevron2"/>
    <dgm:cxn modelId="{BB9CBCE4-E13B-4183-B95F-C85415291847}" type="presOf" srcId="{24B5C9D9-CF75-4047-9BA8-7E77E9A529C7}" destId="{B9F231AE-3272-413B-87D8-A03D39BD94D8}" srcOrd="0" destOrd="0" presId="urn:microsoft.com/office/officeart/2005/8/layout/chevron2"/>
    <dgm:cxn modelId="{5F3726E7-E6EC-4B8E-A446-A09EB87034E1}" srcId="{24B5C9D9-CF75-4047-9BA8-7E77E9A529C7}" destId="{745005A4-158C-4032-AA3D-DE81D1FEC85E}" srcOrd="0" destOrd="0" parTransId="{A4C65B09-FD14-4280-8BA0-7F70492EE891}" sibTransId="{1A7C9727-EFAF-4D6B-9548-D1612F4978AF}"/>
    <dgm:cxn modelId="{F069D5E8-6D97-4894-83C0-A46A040751DC}" srcId="{581AAF46-9746-40B8-B381-224498DBFB9C}" destId="{CC770131-3DE4-46B5-B431-85C380BBB5D2}" srcOrd="0" destOrd="0" parTransId="{263D4770-9F1D-40E4-B6BD-A7944DF374FD}" sibTransId="{9670A1DC-EA50-4B36-8C2A-196C8BDEE21F}"/>
    <dgm:cxn modelId="{A9A478F1-4F4C-490E-8BAC-F112F7E61D33}" type="presOf" srcId="{06653387-3E1A-4519-8182-C95E9B132F7D}" destId="{F8E82828-B8E3-4942-A679-A2BE63F45A3A}" srcOrd="0" destOrd="0" presId="urn:microsoft.com/office/officeart/2005/8/layout/chevron2"/>
    <dgm:cxn modelId="{9DE941F6-5D4E-4DC7-94D3-79C41EBBA540}" srcId="{06653387-3E1A-4519-8182-C95E9B132F7D}" destId="{24B5C9D9-CF75-4047-9BA8-7E77E9A529C7}" srcOrd="1" destOrd="0" parTransId="{8E134537-8E10-4414-8D22-2B718F19E42A}" sibTransId="{1F2FDA06-B884-459D-9229-1045D946E0A6}"/>
    <dgm:cxn modelId="{A50C3BF7-EBEF-4668-91C2-B220E6F8532F}" type="presOf" srcId="{581AAF46-9746-40B8-B381-224498DBFB9C}" destId="{310E1377-F55C-4503-BDD7-2699E4DEBB8F}" srcOrd="0" destOrd="0" presId="urn:microsoft.com/office/officeart/2005/8/layout/chevron2"/>
    <dgm:cxn modelId="{E432BF75-14DF-437D-974F-6C6E700E32A2}" type="presParOf" srcId="{F8E82828-B8E3-4942-A679-A2BE63F45A3A}" destId="{55453CCC-2079-4473-ACA9-53AB99006806}" srcOrd="0" destOrd="0" presId="urn:microsoft.com/office/officeart/2005/8/layout/chevron2"/>
    <dgm:cxn modelId="{A3AB29B5-7897-4873-896A-8BB0931BD663}" type="presParOf" srcId="{55453CCC-2079-4473-ACA9-53AB99006806}" destId="{310E1377-F55C-4503-BDD7-2699E4DEBB8F}" srcOrd="0" destOrd="0" presId="urn:microsoft.com/office/officeart/2005/8/layout/chevron2"/>
    <dgm:cxn modelId="{55E3B6FD-24AC-41FA-987D-AFFEFAC902BE}" type="presParOf" srcId="{55453CCC-2079-4473-ACA9-53AB99006806}" destId="{C058DB05-905E-42C7-8F7C-FB0B50235A7D}" srcOrd="1" destOrd="0" presId="urn:microsoft.com/office/officeart/2005/8/layout/chevron2"/>
    <dgm:cxn modelId="{C6448D3C-ED03-439F-A1CA-F6245BDA41E3}" type="presParOf" srcId="{F8E82828-B8E3-4942-A679-A2BE63F45A3A}" destId="{398EF70A-2547-402C-A681-CBF39752D9F6}" srcOrd="1" destOrd="0" presId="urn:microsoft.com/office/officeart/2005/8/layout/chevron2"/>
    <dgm:cxn modelId="{86385641-5C95-4A51-90EF-EB1B5801C414}" type="presParOf" srcId="{F8E82828-B8E3-4942-A679-A2BE63F45A3A}" destId="{2CCACB11-819F-448F-B648-77472A65B33E}" srcOrd="2" destOrd="0" presId="urn:microsoft.com/office/officeart/2005/8/layout/chevron2"/>
    <dgm:cxn modelId="{F0E30A5A-304A-462D-A866-BD7774757098}" type="presParOf" srcId="{2CCACB11-819F-448F-B648-77472A65B33E}" destId="{B9F231AE-3272-413B-87D8-A03D39BD94D8}" srcOrd="0" destOrd="0" presId="urn:microsoft.com/office/officeart/2005/8/layout/chevron2"/>
    <dgm:cxn modelId="{CA3AA7E1-0C55-409E-99FD-6C986D1F7D6D}" type="presParOf" srcId="{2CCACB11-819F-448F-B648-77472A65B33E}" destId="{0EBC980D-BB9F-40A4-BD6C-BECAF068C152}"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6911A4-1566-41C4-9FAD-9730ACDE4A71}">
      <dsp:nvSpPr>
        <dsp:cNvPr id="0" name=""/>
        <dsp:cNvSpPr/>
      </dsp:nvSpPr>
      <dsp:spPr>
        <a:xfrm rot="16200000">
          <a:off x="-379237" y="380200"/>
          <a:ext cx="3263504" cy="2503103"/>
        </a:xfrm>
        <a:prstGeom prst="flowChartManualOperati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0" tIns="0" rIns="122969" bIns="0" numCol="1" spcCol="1270" anchor="ctr" anchorCtr="0">
          <a:noAutofit/>
        </a:bodyPr>
        <a:lstStyle/>
        <a:p>
          <a:pPr marL="0" lvl="0" indent="0" algn="ctr" defTabSz="844550">
            <a:lnSpc>
              <a:spcPct val="90000"/>
            </a:lnSpc>
            <a:spcBef>
              <a:spcPct val="0"/>
            </a:spcBef>
            <a:spcAft>
              <a:spcPct val="35000"/>
            </a:spcAft>
            <a:buNone/>
          </a:pPr>
          <a:r>
            <a:rPr lang="en-US" sz="1900" b="1" kern="1200" dirty="0"/>
            <a:t>Dr. </a:t>
          </a:r>
          <a:r>
            <a:rPr lang="en-US" sz="1900" b="1" kern="1200" dirty="0" err="1"/>
            <a:t>Codd</a:t>
          </a:r>
          <a:r>
            <a:rPr lang="en-US" sz="1900" b="1" kern="1200" dirty="0"/>
            <a:t> published the paper “A Relational Model of Data for Large Shared Data Banks” in 1970</a:t>
          </a:r>
        </a:p>
      </dsp:txBody>
      <dsp:txXfrm rot="5400000">
        <a:off x="964" y="652700"/>
        <a:ext cx="2503103" cy="1958102"/>
      </dsp:txXfrm>
    </dsp:sp>
    <dsp:sp modelId="{1F3EEA4C-E067-4A62-9543-6B42F76BF5C9}">
      <dsp:nvSpPr>
        <dsp:cNvPr id="0" name=""/>
        <dsp:cNvSpPr/>
      </dsp:nvSpPr>
      <dsp:spPr>
        <a:xfrm rot="16200000">
          <a:off x="2311598" y="380200"/>
          <a:ext cx="3263504" cy="2503103"/>
        </a:xfrm>
        <a:prstGeom prst="flowChartManualOperation">
          <a:avLst/>
        </a:prstGeom>
        <a:solidFill>
          <a:schemeClr val="accent4">
            <a:hueOff val="5197846"/>
            <a:satOff val="-23984"/>
            <a:lumOff val="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0" tIns="0" rIns="122969" bIns="0" numCol="1" spcCol="1270" anchor="ctr" anchorCtr="0">
          <a:noAutofit/>
        </a:bodyPr>
        <a:lstStyle/>
        <a:p>
          <a:pPr marL="0" lvl="0" indent="0" algn="ctr" defTabSz="844550">
            <a:lnSpc>
              <a:spcPct val="90000"/>
            </a:lnSpc>
            <a:spcBef>
              <a:spcPct val="0"/>
            </a:spcBef>
            <a:spcAft>
              <a:spcPct val="35000"/>
            </a:spcAft>
            <a:buNone/>
          </a:pPr>
          <a:r>
            <a:rPr lang="en-US" sz="1900" b="1" kern="1200" dirty="0"/>
            <a:t>The language Structured English Query Language (SWQUEL) was developed by IBM to use Cod’s Model</a:t>
          </a:r>
        </a:p>
      </dsp:txBody>
      <dsp:txXfrm rot="5400000">
        <a:off x="2691799" y="652700"/>
        <a:ext cx="2503103" cy="1958102"/>
      </dsp:txXfrm>
    </dsp:sp>
    <dsp:sp modelId="{5711AADA-A804-48A2-BFD4-BF322325B398}">
      <dsp:nvSpPr>
        <dsp:cNvPr id="0" name=""/>
        <dsp:cNvSpPr/>
      </dsp:nvSpPr>
      <dsp:spPr>
        <a:xfrm rot="16200000">
          <a:off x="5002433" y="380200"/>
          <a:ext cx="3263504" cy="2503103"/>
        </a:xfrm>
        <a:prstGeom prst="flowChartManualOperation">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0" tIns="0" rIns="122969" bIns="0" numCol="1" spcCol="1270" anchor="ctr" anchorCtr="0">
          <a:noAutofit/>
        </a:bodyPr>
        <a:lstStyle/>
        <a:p>
          <a:pPr marL="0" lvl="0" indent="0" algn="ctr" defTabSz="844550">
            <a:lnSpc>
              <a:spcPct val="90000"/>
            </a:lnSpc>
            <a:spcBef>
              <a:spcPct val="0"/>
            </a:spcBef>
            <a:spcAft>
              <a:spcPct val="35000"/>
            </a:spcAft>
            <a:buNone/>
          </a:pPr>
          <a:r>
            <a:rPr lang="en-US" sz="1900" b="1" kern="1200" dirty="0"/>
            <a:t>In 1979, Relational Software Inc. (now Oracle) introduced the first commercially available implementation of SQL </a:t>
          </a:r>
        </a:p>
      </dsp:txBody>
      <dsp:txXfrm rot="5400000">
        <a:off x="5382634" y="652700"/>
        <a:ext cx="2503103" cy="1958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8B8C53-491E-4603-90CB-6801818B6C2A}">
      <dsp:nvSpPr>
        <dsp:cNvPr id="0" name=""/>
        <dsp:cNvSpPr/>
      </dsp:nvSpPr>
      <dsp:spPr>
        <a:xfrm>
          <a:off x="396" y="988357"/>
          <a:ext cx="1560140" cy="1286789"/>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385" tIns="32385" rIns="32385" bIns="32385" numCol="1" spcCol="1270" anchor="t" anchorCtr="0">
          <a:noAutofit/>
        </a:bodyPr>
        <a:lstStyle/>
        <a:p>
          <a:pPr marL="171450" lvl="1" indent="-171450" algn="l" defTabSz="755650">
            <a:lnSpc>
              <a:spcPct val="90000"/>
            </a:lnSpc>
            <a:spcBef>
              <a:spcPct val="0"/>
            </a:spcBef>
            <a:spcAft>
              <a:spcPct val="15000"/>
            </a:spcAft>
            <a:buChar char="•"/>
          </a:pPr>
          <a:r>
            <a:rPr lang="en-US" sz="1700" b="1" kern="1200" dirty="0"/>
            <a:t>Data Definition Language</a:t>
          </a:r>
        </a:p>
      </dsp:txBody>
      <dsp:txXfrm>
        <a:off x="30009" y="1017970"/>
        <a:ext cx="1500914" cy="951822"/>
      </dsp:txXfrm>
    </dsp:sp>
    <dsp:sp modelId="{4629C983-48AD-449A-811B-4E870B968A09}">
      <dsp:nvSpPr>
        <dsp:cNvPr id="0" name=""/>
        <dsp:cNvSpPr/>
      </dsp:nvSpPr>
      <dsp:spPr>
        <a:xfrm>
          <a:off x="859344" y="1230863"/>
          <a:ext cx="1815043" cy="1815043"/>
        </a:xfrm>
        <a:prstGeom prst="leftCircularArrow">
          <a:avLst>
            <a:gd name="adj1" fmla="val 3671"/>
            <a:gd name="adj2" fmla="val 457399"/>
            <a:gd name="adj3" fmla="val 2232910"/>
            <a:gd name="adj4" fmla="val 9024489"/>
            <a:gd name="adj5" fmla="val 4283"/>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4251F7D-FDEA-47DC-BC93-F9DE037543D7}">
      <dsp:nvSpPr>
        <dsp:cNvPr id="0" name=""/>
        <dsp:cNvSpPr/>
      </dsp:nvSpPr>
      <dsp:spPr>
        <a:xfrm>
          <a:off x="347094" y="1999406"/>
          <a:ext cx="1386791" cy="55148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en-US" sz="3100" kern="1200" dirty="0"/>
            <a:t>DDL</a:t>
          </a:r>
        </a:p>
      </dsp:txBody>
      <dsp:txXfrm>
        <a:off x="363246" y="2015558"/>
        <a:ext cx="1354487" cy="519177"/>
      </dsp:txXfrm>
    </dsp:sp>
    <dsp:sp modelId="{3C91DFF1-01AE-46B7-8D3E-67595C79635E}">
      <dsp:nvSpPr>
        <dsp:cNvPr id="0" name=""/>
        <dsp:cNvSpPr/>
      </dsp:nvSpPr>
      <dsp:spPr>
        <a:xfrm>
          <a:off x="2051202" y="988357"/>
          <a:ext cx="1560140" cy="1286789"/>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3465231"/>
              <a:satOff val="-15989"/>
              <a:lumOff val="58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385" tIns="32385" rIns="32385" bIns="32385" numCol="1" spcCol="1270" anchor="t" anchorCtr="0">
          <a:noAutofit/>
        </a:bodyPr>
        <a:lstStyle/>
        <a:p>
          <a:pPr marL="171450" lvl="1" indent="-171450" algn="l" defTabSz="755650">
            <a:lnSpc>
              <a:spcPct val="90000"/>
            </a:lnSpc>
            <a:spcBef>
              <a:spcPct val="0"/>
            </a:spcBef>
            <a:spcAft>
              <a:spcPct val="15000"/>
            </a:spcAft>
            <a:buChar char="•"/>
          </a:pPr>
          <a:r>
            <a:rPr lang="en-US" sz="1700" b="1" kern="1200" dirty="0"/>
            <a:t>Data Manipulation Language</a:t>
          </a:r>
        </a:p>
      </dsp:txBody>
      <dsp:txXfrm>
        <a:off x="2080815" y="1293710"/>
        <a:ext cx="1500914" cy="951822"/>
      </dsp:txXfrm>
    </dsp:sp>
    <dsp:sp modelId="{3C1D0653-3389-483B-9FC5-18BB3B561194}">
      <dsp:nvSpPr>
        <dsp:cNvPr id="0" name=""/>
        <dsp:cNvSpPr/>
      </dsp:nvSpPr>
      <dsp:spPr>
        <a:xfrm>
          <a:off x="2897149" y="167143"/>
          <a:ext cx="2014394" cy="2014394"/>
        </a:xfrm>
        <a:prstGeom prst="circularArrow">
          <a:avLst>
            <a:gd name="adj1" fmla="val 3308"/>
            <a:gd name="adj2" fmla="val 408578"/>
            <a:gd name="adj3" fmla="val 19415911"/>
            <a:gd name="adj4" fmla="val 12575511"/>
            <a:gd name="adj5" fmla="val 3859"/>
          </a:avLst>
        </a:prstGeom>
        <a:solidFill>
          <a:schemeClr val="accent4">
            <a:hueOff val="5197846"/>
            <a:satOff val="-23984"/>
            <a:lumOff val="88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A286FC4-80BD-4DC1-9DC3-7ED3A3D5B2D1}">
      <dsp:nvSpPr>
        <dsp:cNvPr id="0" name=""/>
        <dsp:cNvSpPr/>
      </dsp:nvSpPr>
      <dsp:spPr>
        <a:xfrm>
          <a:off x="2397900" y="712616"/>
          <a:ext cx="1386791" cy="551481"/>
        </a:xfrm>
        <a:prstGeom prst="roundRect">
          <a:avLst>
            <a:gd name="adj" fmla="val 10000"/>
          </a:avLst>
        </a:prstGeom>
        <a:solidFill>
          <a:schemeClr val="accent4">
            <a:hueOff val="3465231"/>
            <a:satOff val="-15989"/>
            <a:lumOff val="5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en-US" sz="3100" kern="1200" dirty="0"/>
            <a:t>DML</a:t>
          </a:r>
        </a:p>
      </dsp:txBody>
      <dsp:txXfrm>
        <a:off x="2414052" y="728768"/>
        <a:ext cx="1354487" cy="519177"/>
      </dsp:txXfrm>
    </dsp:sp>
    <dsp:sp modelId="{3FAAB0EA-250C-45A6-8279-CB65BD424C2A}">
      <dsp:nvSpPr>
        <dsp:cNvPr id="0" name=""/>
        <dsp:cNvSpPr/>
      </dsp:nvSpPr>
      <dsp:spPr>
        <a:xfrm>
          <a:off x="4102008" y="988357"/>
          <a:ext cx="1560140" cy="1286789"/>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6930461"/>
              <a:satOff val="-31979"/>
              <a:lumOff val="11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385" tIns="32385" rIns="32385" bIns="32385" numCol="1" spcCol="1270" anchor="t" anchorCtr="0">
          <a:noAutofit/>
        </a:bodyPr>
        <a:lstStyle/>
        <a:p>
          <a:pPr marL="171450" lvl="1" indent="-171450" algn="l" defTabSz="755650">
            <a:lnSpc>
              <a:spcPct val="90000"/>
            </a:lnSpc>
            <a:spcBef>
              <a:spcPct val="0"/>
            </a:spcBef>
            <a:spcAft>
              <a:spcPct val="15000"/>
            </a:spcAft>
            <a:buChar char="•"/>
          </a:pPr>
          <a:r>
            <a:rPr lang="en-US" sz="1700" b="1" kern="1200" dirty="0"/>
            <a:t>Data   Control Language</a:t>
          </a:r>
        </a:p>
      </dsp:txBody>
      <dsp:txXfrm>
        <a:off x="4131621" y="1017970"/>
        <a:ext cx="1500914" cy="951822"/>
      </dsp:txXfrm>
    </dsp:sp>
    <dsp:sp modelId="{04C54309-9793-49A5-B78A-46FFD358628E}">
      <dsp:nvSpPr>
        <dsp:cNvPr id="0" name=""/>
        <dsp:cNvSpPr/>
      </dsp:nvSpPr>
      <dsp:spPr>
        <a:xfrm>
          <a:off x="4960955" y="1230863"/>
          <a:ext cx="1815043" cy="1815043"/>
        </a:xfrm>
        <a:prstGeom prst="leftCircularArrow">
          <a:avLst>
            <a:gd name="adj1" fmla="val 3671"/>
            <a:gd name="adj2" fmla="val 457399"/>
            <a:gd name="adj3" fmla="val 2232910"/>
            <a:gd name="adj4" fmla="val 9024489"/>
            <a:gd name="adj5" fmla="val 4283"/>
          </a:avLst>
        </a:prstGeom>
        <a:solidFill>
          <a:schemeClr val="accent4">
            <a:hueOff val="10395692"/>
            <a:satOff val="-47968"/>
            <a:lumOff val="176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F93F8BF-2650-4633-B5E5-7820993C6A39}">
      <dsp:nvSpPr>
        <dsp:cNvPr id="0" name=""/>
        <dsp:cNvSpPr/>
      </dsp:nvSpPr>
      <dsp:spPr>
        <a:xfrm>
          <a:off x="4448706" y="1999406"/>
          <a:ext cx="1386791" cy="551481"/>
        </a:xfrm>
        <a:prstGeom prst="roundRect">
          <a:avLst>
            <a:gd name="adj" fmla="val 10000"/>
          </a:avLst>
        </a:prstGeom>
        <a:solidFill>
          <a:schemeClr val="accent4">
            <a:hueOff val="6930461"/>
            <a:satOff val="-31979"/>
            <a:lumOff val="1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en-US" sz="3100" kern="1200" dirty="0"/>
            <a:t>DCL</a:t>
          </a:r>
        </a:p>
      </dsp:txBody>
      <dsp:txXfrm>
        <a:off x="4464858" y="2015558"/>
        <a:ext cx="1354487" cy="519177"/>
      </dsp:txXfrm>
    </dsp:sp>
    <dsp:sp modelId="{7A9FB511-F473-4D3F-B71B-12BB20D282D1}">
      <dsp:nvSpPr>
        <dsp:cNvPr id="0" name=""/>
        <dsp:cNvSpPr/>
      </dsp:nvSpPr>
      <dsp:spPr>
        <a:xfrm>
          <a:off x="6152813" y="988357"/>
          <a:ext cx="1560140" cy="1286789"/>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10395692"/>
              <a:satOff val="-47968"/>
              <a:lumOff val="17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2385" tIns="32385" rIns="32385" bIns="32385" numCol="1" spcCol="1270" anchor="t" anchorCtr="0">
          <a:noAutofit/>
        </a:bodyPr>
        <a:lstStyle/>
        <a:p>
          <a:pPr marL="171450" lvl="1" indent="-171450" algn="l" defTabSz="755650">
            <a:lnSpc>
              <a:spcPct val="90000"/>
            </a:lnSpc>
            <a:spcBef>
              <a:spcPct val="0"/>
            </a:spcBef>
            <a:spcAft>
              <a:spcPct val="15000"/>
            </a:spcAft>
            <a:buChar char="•"/>
          </a:pPr>
          <a:r>
            <a:rPr lang="en-US" sz="1700" b="1" kern="1200" dirty="0"/>
            <a:t>Transaction Control Language</a:t>
          </a:r>
        </a:p>
      </dsp:txBody>
      <dsp:txXfrm>
        <a:off x="6182426" y="1293710"/>
        <a:ext cx="1500914" cy="951822"/>
      </dsp:txXfrm>
    </dsp:sp>
    <dsp:sp modelId="{7F09914D-FC00-4E90-91BC-426F31E08AF5}">
      <dsp:nvSpPr>
        <dsp:cNvPr id="0" name=""/>
        <dsp:cNvSpPr/>
      </dsp:nvSpPr>
      <dsp:spPr>
        <a:xfrm>
          <a:off x="6499511" y="712616"/>
          <a:ext cx="1386791" cy="551481"/>
        </a:xfrm>
        <a:prstGeom prst="roundRect">
          <a:avLst>
            <a:gd name="adj" fmla="val 10000"/>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en-US" sz="3100" kern="1200" dirty="0"/>
            <a:t>TCL</a:t>
          </a:r>
        </a:p>
      </dsp:txBody>
      <dsp:txXfrm>
        <a:off x="6515663" y="728768"/>
        <a:ext cx="1354487" cy="5191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0E1377-F55C-4503-BDD7-2699E4DEBB8F}">
      <dsp:nvSpPr>
        <dsp:cNvPr id="0" name=""/>
        <dsp:cNvSpPr/>
      </dsp:nvSpPr>
      <dsp:spPr>
        <a:xfrm rot="5400000">
          <a:off x="-139352" y="141810"/>
          <a:ext cx="929015" cy="650310"/>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DDL</a:t>
          </a:r>
        </a:p>
      </dsp:txBody>
      <dsp:txXfrm rot="-5400000">
        <a:off x="1" y="327612"/>
        <a:ext cx="650310" cy="278705"/>
      </dsp:txXfrm>
    </dsp:sp>
    <dsp:sp modelId="{C058DB05-905E-42C7-8F7C-FB0B50235A7D}">
      <dsp:nvSpPr>
        <dsp:cNvPr id="0" name=""/>
        <dsp:cNvSpPr/>
      </dsp:nvSpPr>
      <dsp:spPr>
        <a:xfrm rot="5400000">
          <a:off x="3966575" y="-3313806"/>
          <a:ext cx="603859" cy="7236389"/>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8920" tIns="22225" rIns="22225" bIns="22225" numCol="1" spcCol="1270" anchor="ctr" anchorCtr="0">
          <a:noAutofit/>
        </a:bodyPr>
        <a:lstStyle/>
        <a:p>
          <a:pPr marL="285750" lvl="1" indent="-285750" algn="l" defTabSz="1555750">
            <a:lnSpc>
              <a:spcPct val="90000"/>
            </a:lnSpc>
            <a:spcBef>
              <a:spcPct val="0"/>
            </a:spcBef>
            <a:spcAft>
              <a:spcPct val="15000"/>
            </a:spcAft>
            <a:buChar char="•"/>
          </a:pPr>
          <a:r>
            <a:rPr lang="en-US" sz="3500" kern="1200" dirty="0"/>
            <a:t>CREATE, DROP, ALTER</a:t>
          </a:r>
        </a:p>
      </dsp:txBody>
      <dsp:txXfrm rot="-5400000">
        <a:off x="650310" y="31937"/>
        <a:ext cx="7206911" cy="544903"/>
      </dsp:txXfrm>
    </dsp:sp>
    <dsp:sp modelId="{B9F231AE-3272-413B-87D8-A03D39BD94D8}">
      <dsp:nvSpPr>
        <dsp:cNvPr id="0" name=""/>
        <dsp:cNvSpPr/>
      </dsp:nvSpPr>
      <dsp:spPr>
        <a:xfrm rot="5400000">
          <a:off x="-139352" y="918334"/>
          <a:ext cx="929015" cy="650310"/>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DML</a:t>
          </a:r>
        </a:p>
      </dsp:txBody>
      <dsp:txXfrm rot="-5400000">
        <a:off x="1" y="1104136"/>
        <a:ext cx="650310" cy="278705"/>
      </dsp:txXfrm>
    </dsp:sp>
    <dsp:sp modelId="{0EBC980D-BB9F-40A4-BD6C-BECAF068C152}">
      <dsp:nvSpPr>
        <dsp:cNvPr id="0" name=""/>
        <dsp:cNvSpPr/>
      </dsp:nvSpPr>
      <dsp:spPr>
        <a:xfrm rot="5400000">
          <a:off x="3966575" y="-2537282"/>
          <a:ext cx="603859" cy="7236389"/>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8920" tIns="22225" rIns="22225" bIns="22225" numCol="1" spcCol="1270" anchor="ctr" anchorCtr="0">
          <a:noAutofit/>
        </a:bodyPr>
        <a:lstStyle/>
        <a:p>
          <a:pPr marL="285750" lvl="1" indent="-285750" algn="l" defTabSz="1555750">
            <a:lnSpc>
              <a:spcPct val="90000"/>
            </a:lnSpc>
            <a:spcBef>
              <a:spcPct val="0"/>
            </a:spcBef>
            <a:spcAft>
              <a:spcPct val="15000"/>
            </a:spcAft>
            <a:buChar char="•"/>
          </a:pPr>
          <a:r>
            <a:rPr lang="en-US" sz="3500" kern="1200" dirty="0"/>
            <a:t>SELECT, INSERT, UPDATE, DELETE</a:t>
          </a:r>
        </a:p>
      </dsp:txBody>
      <dsp:txXfrm rot="-5400000">
        <a:off x="650310" y="808461"/>
        <a:ext cx="7206911" cy="544903"/>
      </dsp:txXfrm>
    </dsp:sp>
    <dsp:sp modelId="{1503E095-C5E1-46E4-BBC3-63301E0837C0}">
      <dsp:nvSpPr>
        <dsp:cNvPr id="0" name=""/>
        <dsp:cNvSpPr/>
      </dsp:nvSpPr>
      <dsp:spPr>
        <a:xfrm rot="5400000">
          <a:off x="-139352" y="1694858"/>
          <a:ext cx="929015" cy="650310"/>
        </a:xfrm>
        <a:prstGeom prst="chevron">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DCL</a:t>
          </a:r>
        </a:p>
      </dsp:txBody>
      <dsp:txXfrm rot="-5400000">
        <a:off x="1" y="1880660"/>
        <a:ext cx="650310" cy="278705"/>
      </dsp:txXfrm>
    </dsp:sp>
    <dsp:sp modelId="{8568E277-3958-4BE0-9551-CB777724DEA6}">
      <dsp:nvSpPr>
        <dsp:cNvPr id="0" name=""/>
        <dsp:cNvSpPr/>
      </dsp:nvSpPr>
      <dsp:spPr>
        <a:xfrm rot="5400000">
          <a:off x="3966575" y="-1760758"/>
          <a:ext cx="603859" cy="7236389"/>
        </a:xfrm>
        <a:prstGeom prst="round2Same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8920" tIns="22225" rIns="22225" bIns="22225" numCol="1" spcCol="1270" anchor="ctr" anchorCtr="0">
          <a:noAutofit/>
        </a:bodyPr>
        <a:lstStyle/>
        <a:p>
          <a:pPr marL="285750" lvl="1" indent="-285750" algn="l" defTabSz="1555750">
            <a:lnSpc>
              <a:spcPct val="90000"/>
            </a:lnSpc>
            <a:spcBef>
              <a:spcPct val="0"/>
            </a:spcBef>
            <a:spcAft>
              <a:spcPct val="15000"/>
            </a:spcAft>
            <a:buChar char="•"/>
          </a:pPr>
          <a:r>
            <a:rPr lang="en-US" sz="3500" kern="1200" dirty="0"/>
            <a:t>GRANT, REVOKE</a:t>
          </a:r>
        </a:p>
      </dsp:txBody>
      <dsp:txXfrm rot="-5400000">
        <a:off x="650310" y="1584985"/>
        <a:ext cx="7206911" cy="544903"/>
      </dsp:txXfrm>
    </dsp:sp>
    <dsp:sp modelId="{B993EBAA-FAAF-4C6C-A4FF-7BC08841D34B}">
      <dsp:nvSpPr>
        <dsp:cNvPr id="0" name=""/>
        <dsp:cNvSpPr/>
      </dsp:nvSpPr>
      <dsp:spPr>
        <a:xfrm rot="5400000">
          <a:off x="-139352" y="2471382"/>
          <a:ext cx="929015" cy="650310"/>
        </a:xfrm>
        <a:prstGeom prst="chevron">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TCL</a:t>
          </a:r>
        </a:p>
      </dsp:txBody>
      <dsp:txXfrm rot="-5400000">
        <a:off x="1" y="2657184"/>
        <a:ext cx="650310" cy="278705"/>
      </dsp:txXfrm>
    </dsp:sp>
    <dsp:sp modelId="{1337BA1D-95E3-4D64-8185-7D1CF5BF05FE}">
      <dsp:nvSpPr>
        <dsp:cNvPr id="0" name=""/>
        <dsp:cNvSpPr/>
      </dsp:nvSpPr>
      <dsp:spPr>
        <a:xfrm rot="5400000">
          <a:off x="3966575" y="-984234"/>
          <a:ext cx="603859" cy="7236389"/>
        </a:xfrm>
        <a:prstGeom prst="round2Same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8920" tIns="22225" rIns="22225" bIns="22225" numCol="1" spcCol="1270" anchor="ctr" anchorCtr="0">
          <a:noAutofit/>
        </a:bodyPr>
        <a:lstStyle/>
        <a:p>
          <a:pPr marL="285750" lvl="1" indent="-285750" algn="l" defTabSz="1555750">
            <a:lnSpc>
              <a:spcPct val="90000"/>
            </a:lnSpc>
            <a:spcBef>
              <a:spcPct val="0"/>
            </a:spcBef>
            <a:spcAft>
              <a:spcPct val="15000"/>
            </a:spcAft>
            <a:buChar char="•"/>
          </a:pPr>
          <a:r>
            <a:rPr lang="en-US" sz="3500" kern="1200" dirty="0"/>
            <a:t>COMMIT, ROLLBACK</a:t>
          </a:r>
        </a:p>
      </dsp:txBody>
      <dsp:txXfrm rot="-5400000">
        <a:off x="650310" y="2361509"/>
        <a:ext cx="7206911" cy="5449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0E1377-F55C-4503-BDD7-2699E4DEBB8F}">
      <dsp:nvSpPr>
        <dsp:cNvPr id="0" name=""/>
        <dsp:cNvSpPr/>
      </dsp:nvSpPr>
      <dsp:spPr>
        <a:xfrm rot="5400000">
          <a:off x="-266275" y="268549"/>
          <a:ext cx="1775167" cy="1242617"/>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endParaRPr lang="en-US" sz="3400" kern="1200" dirty="0"/>
        </a:p>
      </dsp:txBody>
      <dsp:txXfrm rot="-5400000">
        <a:off x="1" y="623583"/>
        <a:ext cx="1242617" cy="532550"/>
      </dsp:txXfrm>
    </dsp:sp>
    <dsp:sp modelId="{C058DB05-905E-42C7-8F7C-FB0B50235A7D}">
      <dsp:nvSpPr>
        <dsp:cNvPr id="0" name=""/>
        <dsp:cNvSpPr/>
      </dsp:nvSpPr>
      <dsp:spPr>
        <a:xfrm rot="5400000">
          <a:off x="3987729" y="-2742837"/>
          <a:ext cx="1153859" cy="6644082"/>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0944" tIns="39370" rIns="39370" bIns="39370" numCol="1" spcCol="1270" anchor="ctr" anchorCtr="0">
          <a:noAutofit/>
        </a:bodyPr>
        <a:lstStyle/>
        <a:p>
          <a:pPr marL="285750" lvl="1" indent="-285750" algn="l" defTabSz="2755900">
            <a:lnSpc>
              <a:spcPct val="90000"/>
            </a:lnSpc>
            <a:spcBef>
              <a:spcPct val="0"/>
            </a:spcBef>
            <a:spcAft>
              <a:spcPct val="15000"/>
            </a:spcAft>
            <a:buChar char="•"/>
          </a:pPr>
          <a:r>
            <a:rPr lang="en-US" sz="6200" kern="1200" dirty="0"/>
            <a:t>ALTER columns</a:t>
          </a:r>
        </a:p>
      </dsp:txBody>
      <dsp:txXfrm rot="-5400000">
        <a:off x="1242618" y="58601"/>
        <a:ext cx="6587755" cy="1041205"/>
      </dsp:txXfrm>
    </dsp:sp>
    <dsp:sp modelId="{B9F231AE-3272-413B-87D8-A03D39BD94D8}">
      <dsp:nvSpPr>
        <dsp:cNvPr id="0" name=""/>
        <dsp:cNvSpPr/>
      </dsp:nvSpPr>
      <dsp:spPr>
        <a:xfrm rot="5400000">
          <a:off x="-266275" y="1752336"/>
          <a:ext cx="1775167" cy="1242617"/>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endParaRPr lang="en-US" sz="3400" kern="1200" dirty="0"/>
        </a:p>
      </dsp:txBody>
      <dsp:txXfrm rot="-5400000">
        <a:off x="1" y="2107370"/>
        <a:ext cx="1242617" cy="532550"/>
      </dsp:txXfrm>
    </dsp:sp>
    <dsp:sp modelId="{0EBC980D-BB9F-40A4-BD6C-BECAF068C152}">
      <dsp:nvSpPr>
        <dsp:cNvPr id="0" name=""/>
        <dsp:cNvSpPr/>
      </dsp:nvSpPr>
      <dsp:spPr>
        <a:xfrm rot="5400000">
          <a:off x="3987729" y="-1259050"/>
          <a:ext cx="1153859" cy="6644082"/>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0944" tIns="39370" rIns="39370" bIns="39370" numCol="1" spcCol="1270" anchor="ctr" anchorCtr="0">
          <a:noAutofit/>
        </a:bodyPr>
        <a:lstStyle/>
        <a:p>
          <a:pPr marL="285750" lvl="1" indent="-285750" algn="l" defTabSz="2755900">
            <a:lnSpc>
              <a:spcPct val="90000"/>
            </a:lnSpc>
            <a:spcBef>
              <a:spcPct val="0"/>
            </a:spcBef>
            <a:spcAft>
              <a:spcPct val="15000"/>
            </a:spcAft>
            <a:buChar char="•"/>
          </a:pPr>
          <a:r>
            <a:rPr lang="en-US" sz="6200" kern="1200" dirty="0"/>
            <a:t>ALTER constraints</a:t>
          </a:r>
        </a:p>
      </dsp:txBody>
      <dsp:txXfrm rot="-5400000">
        <a:off x="1242618" y="1542388"/>
        <a:ext cx="6587755" cy="1041205"/>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2CA1C-82D6-4987-8272-09D44CFC9AAB}" type="datetimeFigureOut">
              <a:rPr lang="en-US" smtClean="0"/>
              <a:t>4/3/2017</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6FA548-67E9-478F-A114-2BC23F15EB1B}" type="slidenum">
              <a:rPr lang="en-US" smtClean="0"/>
              <a:t>‹#›</a:t>
            </a:fld>
            <a:endParaRPr lang="en-US"/>
          </a:p>
        </p:txBody>
      </p:sp>
    </p:spTree>
    <p:extLst>
      <p:ext uri="{BB962C8B-B14F-4D97-AF65-F5344CB8AC3E}">
        <p14:creationId xmlns:p14="http://schemas.microsoft.com/office/powerpoint/2010/main" val="449978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80899" name="Rectangle 2"/>
          <p:cNvSpPr>
            <a:spLocks noGrp="1" noChangeArrowheads="1"/>
          </p:cNvSpPr>
          <p:nvPr>
            <p:ph type="body" idx="1"/>
          </p:nvPr>
        </p:nvSpPr>
        <p:spPr>
          <a:xfrm>
            <a:off x="685800" y="4343400"/>
            <a:ext cx="5446713" cy="4076700"/>
          </a:xfrm>
          <a:noFill/>
          <a:ln/>
        </p:spPr>
        <p:txBody>
          <a:bodyPr wrap="none" anchor="ctr"/>
          <a:lstStyle/>
          <a:p>
            <a:endParaRPr lang="en-US" dirty="0"/>
          </a:p>
        </p:txBody>
      </p:sp>
    </p:spTree>
    <p:extLst>
      <p:ext uri="{BB962C8B-B14F-4D97-AF65-F5344CB8AC3E}">
        <p14:creationId xmlns:p14="http://schemas.microsoft.com/office/powerpoint/2010/main" val="582850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4/3/2017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1853648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4/3/2017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3052786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98010B-FC5E-4C27-B43B-137998F61C16}" type="datetimeFigureOut">
              <a:rPr lang="en-US" smtClean="0"/>
              <a:t>4/3/2017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64005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F98010B-FC5E-4C27-B43B-137998F61C16}" type="datetimeFigureOut">
              <a:rPr lang="en-US" smtClean="0"/>
              <a:t>4/3/2017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3379678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98010B-FC5E-4C27-B43B-137998F61C16}" type="datetimeFigureOut">
              <a:rPr lang="en-US" smtClean="0"/>
              <a:t>4/3/2017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066205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F98010B-FC5E-4C27-B43B-137998F61C16}" type="datetimeFigureOut">
              <a:rPr lang="en-US" smtClean="0"/>
              <a:t>4/3/2017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930188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98010B-FC5E-4C27-B43B-137998F61C16}" type="datetimeFigureOut">
              <a:rPr lang="en-US" smtClean="0"/>
              <a:t>4/3/2017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38209048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F98010B-FC5E-4C27-B43B-137998F61C16}" type="datetimeFigureOut">
              <a:rPr lang="en-US" smtClean="0"/>
              <a:t>4/3/2017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4213978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F98010B-FC5E-4C27-B43B-137998F61C16}" type="datetimeFigureOut">
              <a:rPr lang="en-US" smtClean="0"/>
              <a:t>4/3/2017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1831633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4/3/2017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4061213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4/3/2017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557514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98010B-FC5E-4C27-B43B-137998F61C16}" type="datetimeFigureOut">
              <a:rPr lang="en-US" smtClean="0"/>
              <a:t>4/3/2017</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954BEE-865D-433D-8F00-28C0A03EDA7A}" type="slidenum">
              <a:rPr lang="en-US" smtClean="0"/>
              <a:t>‹#›</a:t>
            </a:fld>
            <a:endParaRPr lang="en-US"/>
          </a:p>
        </p:txBody>
      </p:sp>
      <p:sp>
        <p:nvSpPr>
          <p:cNvPr id="11" name="Rectangle 10"/>
          <p:cNvSpPr>
            <a:spLocks noChangeArrowheads="1"/>
          </p:cNvSpPr>
          <p:nvPr userDrawn="1"/>
        </p:nvSpPr>
        <p:spPr bwMode="auto">
          <a:xfrm>
            <a:off x="0" y="1"/>
            <a:ext cx="9144000" cy="188586"/>
          </a:xfrm>
          <a:prstGeom prst="rect">
            <a:avLst/>
          </a:prstGeom>
          <a:solidFill>
            <a:srgbClr val="C00000"/>
          </a:solidFill>
          <a:ln w="9525">
            <a:noFill/>
            <a:round/>
            <a:headEnd/>
            <a:tailEnd/>
          </a:ln>
          <a:effectLst/>
        </p:spPr>
        <p:txBody>
          <a:bodyPr wrap="none" anchor="ctr"/>
          <a:lstStyle/>
          <a:p>
            <a:pPr algn="r">
              <a:defRPr/>
            </a:pPr>
            <a:r>
              <a:rPr lang="en-SG" sz="1350" dirty="0" err="1">
                <a:solidFill>
                  <a:schemeClr val="bg1"/>
                </a:solidFill>
              </a:rPr>
              <a:t>iAcademy</a:t>
            </a:r>
            <a:endParaRPr lang="en-SG" sz="1350" dirty="0">
              <a:solidFill>
                <a:schemeClr val="bg1"/>
              </a:solidFill>
            </a:endParaRPr>
          </a:p>
        </p:txBody>
      </p:sp>
      <p:sp>
        <p:nvSpPr>
          <p:cNvPr id="12" name="Rectangle 6"/>
          <p:cNvSpPr>
            <a:spLocks noChangeArrowheads="1"/>
          </p:cNvSpPr>
          <p:nvPr userDrawn="1"/>
        </p:nvSpPr>
        <p:spPr bwMode="auto">
          <a:xfrm>
            <a:off x="-24" y="6654800"/>
            <a:ext cx="9144024" cy="203200"/>
          </a:xfrm>
          <a:prstGeom prst="rect">
            <a:avLst/>
          </a:prstGeom>
          <a:solidFill>
            <a:srgbClr val="C00000"/>
          </a:solidFill>
          <a:ln w="9525">
            <a:noFill/>
            <a:round/>
            <a:headEnd/>
            <a:tailEnd/>
          </a:ln>
          <a:effectLst/>
        </p:spPr>
        <p:txBody>
          <a:bodyPr wrap="none" anchor="ctr"/>
          <a:lstStyle/>
          <a:p>
            <a:pPr marL="0" marR="0" indent="0" algn="l" defTabSz="336947"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r>
              <a:rPr lang="en-SG" sz="1350" dirty="0" err="1">
                <a:solidFill>
                  <a:schemeClr val="bg1"/>
                </a:solidFill>
              </a:rPr>
              <a:t>iAcademy</a:t>
            </a:r>
            <a:endParaRPr lang="en-SG" sz="1350" dirty="0">
              <a:solidFill>
                <a:schemeClr val="bg1"/>
              </a:solidFill>
            </a:endParaRPr>
          </a:p>
        </p:txBody>
      </p:sp>
      <p:sp>
        <p:nvSpPr>
          <p:cNvPr id="13" name="Rectangle 7"/>
          <p:cNvSpPr>
            <a:spLocks noChangeArrowheads="1"/>
          </p:cNvSpPr>
          <p:nvPr userDrawn="1"/>
        </p:nvSpPr>
        <p:spPr bwMode="auto">
          <a:xfrm flipV="1">
            <a:off x="1" y="-3"/>
            <a:ext cx="8261252" cy="45719"/>
          </a:xfrm>
          <a:prstGeom prst="rect">
            <a:avLst/>
          </a:prstGeom>
          <a:solidFill>
            <a:srgbClr val="FFC000"/>
          </a:solidFill>
          <a:ln w="9525">
            <a:noFill/>
            <a:round/>
            <a:headEnd/>
            <a:tailEnd/>
          </a:ln>
          <a:effectLst/>
        </p:spPr>
        <p:txBody>
          <a:bodyPr wrap="none" anchor="ctr"/>
          <a:lstStyle/>
          <a:p>
            <a:pPr>
              <a:defRPr/>
            </a:pPr>
            <a:endParaRPr lang="en-SG" sz="1350" dirty="0"/>
          </a:p>
        </p:txBody>
      </p:sp>
      <p:sp>
        <p:nvSpPr>
          <p:cNvPr id="14" name="Rectangle 7"/>
          <p:cNvSpPr>
            <a:spLocks noChangeArrowheads="1"/>
          </p:cNvSpPr>
          <p:nvPr userDrawn="1"/>
        </p:nvSpPr>
        <p:spPr bwMode="auto">
          <a:xfrm flipV="1">
            <a:off x="910810" y="6786583"/>
            <a:ext cx="8233190" cy="71416"/>
          </a:xfrm>
          <a:prstGeom prst="rect">
            <a:avLst/>
          </a:prstGeom>
          <a:solidFill>
            <a:srgbClr val="FFC000"/>
          </a:solidFill>
          <a:ln w="9525">
            <a:noFill/>
            <a:round/>
            <a:headEnd/>
            <a:tailEnd/>
          </a:ln>
          <a:effectLst/>
        </p:spPr>
        <p:txBody>
          <a:bodyPr wrap="none" anchor="ctr"/>
          <a:lstStyle/>
          <a:p>
            <a:pPr>
              <a:defRPr/>
            </a:pPr>
            <a:endParaRPr lang="en-SG" sz="1350" dirty="0"/>
          </a:p>
        </p:txBody>
      </p:sp>
    </p:spTree>
    <p:extLst>
      <p:ext uri="{BB962C8B-B14F-4D97-AF65-F5344CB8AC3E}">
        <p14:creationId xmlns:p14="http://schemas.microsoft.com/office/powerpoint/2010/main" val="6013040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11480" y="982923"/>
            <a:ext cx="8366759" cy="1102519"/>
          </a:xfrm>
        </p:spPr>
        <p:txBody>
          <a:bodyPr>
            <a:normAutofit fontScale="90000"/>
          </a:bodyPr>
          <a:lstStyle/>
          <a:p>
            <a:pPr algn="ctr"/>
            <a:r>
              <a:rPr lang="en-US" dirty="0"/>
              <a:t>An Introduction to Database</a:t>
            </a:r>
            <a:endParaRPr lang="en-GB" dirty="0"/>
          </a:p>
        </p:txBody>
      </p:sp>
      <p:sp>
        <p:nvSpPr>
          <p:cNvPr id="6" name="Subtitle 5"/>
          <p:cNvSpPr>
            <a:spLocks noGrp="1"/>
          </p:cNvSpPr>
          <p:nvPr>
            <p:ph type="subTitle" idx="1"/>
          </p:nvPr>
        </p:nvSpPr>
        <p:spPr>
          <a:xfrm>
            <a:off x="1410868" y="2870583"/>
            <a:ext cx="6303577" cy="2126420"/>
          </a:xfrm>
        </p:spPr>
        <p:txBody>
          <a:bodyPr>
            <a:normAutofit fontScale="70000" lnSpcReduction="20000"/>
          </a:bodyPr>
          <a:lstStyle/>
          <a:p>
            <a:r>
              <a:rPr lang="en-US" sz="2100" dirty="0"/>
              <a:t>Introduction to Database for Undergraduate Study</a:t>
            </a:r>
          </a:p>
          <a:p>
            <a:r>
              <a:rPr lang="en-US" sz="2100" dirty="0"/>
              <a:t>Lecture 5</a:t>
            </a:r>
          </a:p>
          <a:p>
            <a:endParaRPr lang="en-US" sz="2100" dirty="0"/>
          </a:p>
          <a:p>
            <a:r>
              <a:rPr lang="en-US" i="1" dirty="0"/>
              <a:t>SQL</a:t>
            </a:r>
          </a:p>
          <a:p>
            <a:r>
              <a:rPr lang="en-US" i="1" dirty="0"/>
              <a:t>SQL Types</a:t>
            </a:r>
          </a:p>
          <a:p>
            <a:r>
              <a:rPr lang="en-US" i="1" dirty="0"/>
              <a:t>SELECT Statement</a:t>
            </a:r>
          </a:p>
          <a:p>
            <a:r>
              <a:rPr lang="en-US" i="1" dirty="0"/>
              <a:t>DDL</a:t>
            </a:r>
          </a:p>
          <a:p>
            <a:endParaRPr lang="en-US" i="1" dirty="0"/>
          </a:p>
        </p:txBody>
      </p:sp>
      <p:sp>
        <p:nvSpPr>
          <p:cNvPr id="7" name="TextBox 3"/>
          <p:cNvSpPr txBox="1">
            <a:spLocks noChangeArrowheads="1"/>
          </p:cNvSpPr>
          <p:nvPr/>
        </p:nvSpPr>
        <p:spPr bwMode="auto">
          <a:xfrm>
            <a:off x="411480" y="5129071"/>
            <a:ext cx="8366760" cy="964413"/>
          </a:xfrm>
          <a:prstGeom prst="rect">
            <a:avLst/>
          </a:prstGeom>
          <a:ln w="9525"/>
        </p:spPr>
        <p:style>
          <a:lnRef idx="2">
            <a:schemeClr val="dk1"/>
          </a:lnRef>
          <a:fillRef idx="1">
            <a:schemeClr val="lt1"/>
          </a:fillRef>
          <a:effectRef idx="0">
            <a:schemeClr val="dk1"/>
          </a:effectRef>
          <a:fontRef idx="minor">
            <a:schemeClr val="dk1"/>
          </a:fontRef>
        </p:style>
        <p:txBody>
          <a:bodyPr vert="horz" lIns="68580" tIns="34290" rIns="68580" bIns="34290" rtlCol="0">
            <a:noAutofit/>
          </a:bodyPr>
          <a:lstStyle/>
          <a:p>
            <a:pPr algn="just">
              <a:spcBef>
                <a:spcPct val="20000"/>
              </a:spcBef>
            </a:pPr>
            <a:r>
              <a:rPr lang="en-GB" sz="1050" dirty="0">
                <a:solidFill>
                  <a:schemeClr val="tx1"/>
                </a:solidFill>
              </a:rPr>
              <a:t>This lecture and its associated materials have been produced by </a:t>
            </a:r>
            <a:r>
              <a:rPr lang="en-GB" sz="1050" dirty="0" err="1">
                <a:solidFill>
                  <a:schemeClr val="tx1"/>
                </a:solidFill>
              </a:rPr>
              <a:t>Mr.</a:t>
            </a:r>
            <a:r>
              <a:rPr lang="en-GB" sz="1050" dirty="0">
                <a:solidFill>
                  <a:schemeClr val="tx1"/>
                </a:solidFill>
              </a:rPr>
              <a:t> Rohit Panday (M.Sc. IT, 10+ Years of Industry/Academic Experience) of </a:t>
            </a:r>
            <a:r>
              <a:rPr lang="en-GB" sz="1050" dirty="0" err="1">
                <a:solidFill>
                  <a:schemeClr val="tx1"/>
                </a:solidFill>
              </a:rPr>
              <a:t>iAcademy</a:t>
            </a:r>
            <a:r>
              <a:rPr lang="en-GB" sz="1050" dirty="0">
                <a:solidFill>
                  <a:schemeClr val="tx1"/>
                </a:solidFill>
              </a:rPr>
              <a:t> for the purposes of lecturing on the above described subject and the material should be viewed in this context. The work does not constitute professional advice and no warranties are made regarding the information presented. The Author and </a:t>
            </a:r>
            <a:r>
              <a:rPr lang="en-GB" sz="1050" dirty="0" err="1">
                <a:solidFill>
                  <a:schemeClr val="tx1"/>
                </a:solidFill>
              </a:rPr>
              <a:t>iAcademy</a:t>
            </a:r>
            <a:r>
              <a:rPr lang="en-GB" sz="1050" dirty="0">
                <a:solidFill>
                  <a:schemeClr val="tx1"/>
                </a:solidFill>
              </a:rPr>
              <a:t> do not accept any liability for the consequences of any action taken as a result of the work or any recommendations made or inferred. Permission to use any of these materials must be first granted by </a:t>
            </a:r>
            <a:r>
              <a:rPr lang="en-GB" sz="1050" dirty="0" err="1">
                <a:solidFill>
                  <a:schemeClr val="tx1"/>
                </a:solidFill>
              </a:rPr>
              <a:t>iAcademy</a:t>
            </a:r>
            <a:r>
              <a:rPr lang="en-GB" sz="1050" dirty="0">
                <a:solidFill>
                  <a:schemeClr val="tx1"/>
                </a:solidFill>
              </a:rPr>
              <a:t>.</a:t>
            </a:r>
            <a:endParaRPr lang="en-US" sz="1050" dirty="0">
              <a:solidFill>
                <a:schemeClr val="tx1"/>
              </a:solidFill>
            </a:endParaRPr>
          </a:p>
        </p:txBody>
      </p:sp>
    </p:spTree>
    <p:extLst>
      <p:ext uri="{BB962C8B-B14F-4D97-AF65-F5344CB8AC3E}">
        <p14:creationId xmlns:p14="http://schemas.microsoft.com/office/powerpoint/2010/main" val="381912831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a:t>
            </a:r>
          </a:p>
        </p:txBody>
      </p:sp>
      <p:sp>
        <p:nvSpPr>
          <p:cNvPr id="4" name="TextBox 3"/>
          <p:cNvSpPr txBox="1"/>
          <p:nvPr/>
        </p:nvSpPr>
        <p:spPr>
          <a:xfrm>
            <a:off x="6239815" y="2248168"/>
            <a:ext cx="2356834" cy="3416320"/>
          </a:xfrm>
          <a:prstGeom prst="rect">
            <a:avLst/>
          </a:prstGeom>
          <a:solidFill>
            <a:schemeClr val="accent2"/>
          </a:solidFill>
        </p:spPr>
        <p:txBody>
          <a:bodyPr wrap="square" rtlCol="0">
            <a:spAutoFit/>
          </a:bodyPr>
          <a:lstStyle/>
          <a:p>
            <a:r>
              <a:rPr lang="en-US" dirty="0">
                <a:solidFill>
                  <a:schemeClr val="bg1"/>
                </a:solidFill>
              </a:rPr>
              <a:t>SQL (Structured Query Language) is a special-purpose programming language designed for managing data held in a relational database management system (RDBMS), or for stream processing in a relational data stream management system (RDSMS)</a:t>
            </a:r>
          </a:p>
        </p:txBody>
      </p:sp>
      <p:pic>
        <p:nvPicPr>
          <p:cNvPr id="3" name="Picture 2" descr="http://rob.conery.io/img/2015/02/jordan_sql.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8650" y="2248168"/>
            <a:ext cx="5452806" cy="3393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3710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ANSI</a:t>
            </a:r>
          </a:p>
        </p:txBody>
      </p:sp>
      <p:sp>
        <p:nvSpPr>
          <p:cNvPr id="5" name="TextBox 4"/>
          <p:cNvSpPr txBox="1"/>
          <p:nvPr/>
        </p:nvSpPr>
        <p:spPr>
          <a:xfrm>
            <a:off x="1697323" y="4069667"/>
            <a:ext cx="5749354" cy="2062103"/>
          </a:xfrm>
          <a:prstGeom prst="rect">
            <a:avLst/>
          </a:prstGeom>
          <a:solidFill>
            <a:schemeClr val="accent2"/>
          </a:solidFill>
        </p:spPr>
        <p:txBody>
          <a:bodyPr wrap="square" rtlCol="0">
            <a:spAutoFit/>
          </a:bodyPr>
          <a:lstStyle/>
          <a:p>
            <a:pPr algn="ctr"/>
            <a:r>
              <a:rPr lang="en-US" sz="3200" dirty="0">
                <a:solidFill>
                  <a:schemeClr val="bg1"/>
                </a:solidFill>
              </a:rPr>
              <a:t>A standardization that says, </a:t>
            </a:r>
          </a:p>
          <a:p>
            <a:pPr algn="ctr"/>
            <a:r>
              <a:rPr lang="en-US" sz="3200" dirty="0">
                <a:solidFill>
                  <a:schemeClr val="bg1"/>
                </a:solidFill>
              </a:rPr>
              <a:t>SQL is a standard, i.e. </a:t>
            </a:r>
          </a:p>
          <a:p>
            <a:pPr algn="ctr"/>
            <a:r>
              <a:rPr lang="en-US" sz="3200" dirty="0">
                <a:solidFill>
                  <a:schemeClr val="bg1"/>
                </a:solidFill>
              </a:rPr>
              <a:t>can be used in different databases</a:t>
            </a:r>
            <a:endParaRPr lang="en-US" sz="3200" b="1" dirty="0">
              <a:solidFill>
                <a:schemeClr val="bg1"/>
              </a:solidFill>
            </a:endParaRPr>
          </a:p>
        </p:txBody>
      </p:sp>
      <p:pic>
        <p:nvPicPr>
          <p:cNvPr id="3" name="Picture 2" descr="http://ibr.ansi.org/images/graphics/ansi_logo.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7323" y="1690689"/>
            <a:ext cx="5749354" cy="2240438"/>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2387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of SQL</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878244200"/>
              </p:ext>
            </p:extLst>
          </p:nvPr>
        </p:nvGraphicFramePr>
        <p:xfrm>
          <a:off x="628650" y="2226469"/>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297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3D6911A4-1566-41C4-9FAD-9730ACDE4A71}"/>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graphicEl>
                                              <a:dgm id="{1F3EEA4C-E067-4A62-9543-6B42F76BF5C9}"/>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graphicEl>
                                              <a:dgm id="{5711AADA-A804-48A2-BFD4-BF322325B398}"/>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 Uses</a:t>
            </a:r>
          </a:p>
        </p:txBody>
      </p:sp>
      <p:sp>
        <p:nvSpPr>
          <p:cNvPr id="3" name="Content Placeholder 2"/>
          <p:cNvSpPr>
            <a:spLocks noGrp="1"/>
          </p:cNvSpPr>
          <p:nvPr>
            <p:ph idx="1"/>
          </p:nvPr>
        </p:nvSpPr>
        <p:spPr>
          <a:xfrm>
            <a:off x="2578054" y="3972029"/>
            <a:ext cx="3814561" cy="708609"/>
          </a:xfrm>
        </p:spPr>
        <p:txBody>
          <a:bodyPr>
            <a:normAutofit fontScale="70000" lnSpcReduction="20000"/>
          </a:bodyPr>
          <a:lstStyle/>
          <a:p>
            <a:r>
              <a:rPr lang="en-US" dirty="0"/>
              <a:t>Update data on a Database</a:t>
            </a:r>
          </a:p>
          <a:p>
            <a:r>
              <a:rPr lang="en-US" dirty="0"/>
              <a:t>Retrieve data from a Database</a:t>
            </a:r>
          </a:p>
        </p:txBody>
      </p:sp>
      <p:sp>
        <p:nvSpPr>
          <p:cNvPr id="5" name="TextBox 4"/>
          <p:cNvSpPr txBox="1"/>
          <p:nvPr/>
        </p:nvSpPr>
        <p:spPr>
          <a:xfrm>
            <a:off x="821531" y="5010687"/>
            <a:ext cx="7500938" cy="954107"/>
          </a:xfrm>
          <a:prstGeom prst="rect">
            <a:avLst/>
          </a:prstGeom>
          <a:solidFill>
            <a:schemeClr val="accent2"/>
          </a:solidFill>
        </p:spPr>
        <p:txBody>
          <a:bodyPr wrap="square" rtlCol="0">
            <a:spAutoFit/>
          </a:bodyPr>
          <a:lstStyle/>
          <a:p>
            <a:pPr algn="ctr"/>
            <a:r>
              <a:rPr lang="en-US" sz="2800" dirty="0">
                <a:solidFill>
                  <a:schemeClr val="bg1"/>
                </a:solidFill>
              </a:rPr>
              <a:t> It is the standard language for </a:t>
            </a:r>
          </a:p>
          <a:p>
            <a:pPr algn="ctr"/>
            <a:r>
              <a:rPr lang="en-US" sz="2800" dirty="0">
                <a:solidFill>
                  <a:schemeClr val="bg1"/>
                </a:solidFill>
              </a:rPr>
              <a:t>relational database management systems</a:t>
            </a:r>
          </a:p>
        </p:txBody>
      </p:sp>
      <p:pic>
        <p:nvPicPr>
          <p:cNvPr id="3074" name="Picture 2" descr="https://blog.udemy.com/wp-content/uploads/2013/06/sql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1531" y="1229863"/>
            <a:ext cx="7500938" cy="2586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0076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 Category</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192895932"/>
              </p:ext>
            </p:extLst>
          </p:nvPr>
        </p:nvGraphicFramePr>
        <p:xfrm>
          <a:off x="628650" y="2226469"/>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44038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C4251F7D-FDEA-47DC-BC93-F9DE037543D7}"/>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graphicEl>
                                              <a:dgm id="{4629C983-48AD-449A-811B-4E870B968A09}"/>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graphicEl>
                                              <a:dgm id="{8A286FC4-80BD-4DC1-9DC3-7ED3A3D5B2D1}"/>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graphicEl>
                                              <a:dgm id="{3C1D0653-3389-483B-9FC5-18BB3B561194}"/>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graphicEl>
                                              <a:dgm id="{2F93F8BF-2650-4633-B5E5-7820993C6A39}"/>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graphicEl>
                                              <a:dgm id="{04C54309-9793-49A5-B78A-46FFD358628E}"/>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graphicEl>
                                              <a:dgm id="{7F09914D-FC00-4E90-91BC-426F31E08AF5}"/>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graphicEl>
                                              <a:dgm id="{BE8B8C53-491E-4603-90CB-6801818B6C2A}"/>
                                            </p:graphic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graphicEl>
                                              <a:dgm id="{3C91DFF1-01AE-46B7-8D3E-67595C79635E}"/>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graphicEl>
                                              <a:dgm id="{3FAAB0EA-250C-45A6-8279-CB65BD424C2A}"/>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graphicEl>
                                              <a:dgm id="{7A9FB511-F473-4D3F-B71B-12BB20D282D1}"/>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lvl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 Category</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18061496"/>
              </p:ext>
            </p:extLst>
          </p:nvPr>
        </p:nvGraphicFramePr>
        <p:xfrm>
          <a:off x="628650" y="2226469"/>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3182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310E1377-F55C-4503-BDD7-2699E4DEBB8F}"/>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graphicEl>
                                              <a:dgm id="{B9F231AE-3272-413B-87D8-A03D39BD94D8}"/>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graphicEl>
                                              <a:dgm id="{1503E095-C5E1-46E4-BBC3-63301E0837C0}"/>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graphicEl>
                                              <a:dgm id="{B993EBAA-FAAF-4C6C-A4FF-7BC08841D34B}"/>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graphicEl>
                                              <a:dgm id="{C058DB05-905E-42C7-8F7C-FB0B50235A7D}"/>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graphicEl>
                                              <a:dgm id="{0EBC980D-BB9F-40A4-BD6C-BECAF068C152}"/>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graphicEl>
                                              <a:dgm id="{8568E277-3958-4BE0-9551-CB777724DEA6}"/>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graphicEl>
                                              <a:dgm id="{1337BA1D-95E3-4D64-8185-7D1CF5BF05FE}"/>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lvl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 DDL</a:t>
            </a:r>
          </a:p>
        </p:txBody>
      </p:sp>
      <p:sp>
        <p:nvSpPr>
          <p:cNvPr id="3" name="Content Placeholder 2"/>
          <p:cNvSpPr>
            <a:spLocks noGrp="1"/>
          </p:cNvSpPr>
          <p:nvPr>
            <p:ph idx="1"/>
          </p:nvPr>
        </p:nvSpPr>
        <p:spPr/>
        <p:txBody>
          <a:bodyPr/>
          <a:lstStyle/>
          <a:p>
            <a:r>
              <a:rPr lang="en-US" dirty="0"/>
              <a:t>Data Definition Language or Data Description Language is used to build and modify the structure of tables and other </a:t>
            </a:r>
            <a:r>
              <a:rPr lang="en-US" b="1" dirty="0"/>
              <a:t>objects</a:t>
            </a:r>
            <a:r>
              <a:rPr lang="en-US" dirty="0"/>
              <a:t> of database.</a:t>
            </a:r>
          </a:p>
          <a:p>
            <a:r>
              <a:rPr lang="en-US" dirty="0"/>
              <a:t>Database Objects can be</a:t>
            </a:r>
          </a:p>
          <a:p>
            <a:pPr lvl="1"/>
            <a:r>
              <a:rPr lang="en-US" dirty="0"/>
              <a:t>Tables</a:t>
            </a:r>
          </a:p>
          <a:p>
            <a:pPr lvl="1"/>
            <a:r>
              <a:rPr lang="en-US" dirty="0"/>
              <a:t>Views</a:t>
            </a:r>
          </a:p>
          <a:p>
            <a:pPr lvl="1"/>
            <a:r>
              <a:rPr lang="en-US" dirty="0"/>
              <a:t>Keys </a:t>
            </a:r>
            <a:r>
              <a:rPr lang="en-US"/>
              <a:t>(constraints)</a:t>
            </a:r>
            <a:endParaRPr lang="en-US" dirty="0"/>
          </a:p>
          <a:p>
            <a:pPr lvl="1"/>
            <a:r>
              <a:rPr lang="en-US" dirty="0"/>
              <a:t>Index</a:t>
            </a:r>
          </a:p>
        </p:txBody>
      </p:sp>
    </p:spTree>
    <p:extLst>
      <p:ext uri="{BB962C8B-B14F-4D97-AF65-F5344CB8AC3E}">
        <p14:creationId xmlns:p14="http://schemas.microsoft.com/office/powerpoint/2010/main" val="1247048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 DDL - CREATE</a:t>
            </a:r>
          </a:p>
        </p:txBody>
      </p:sp>
      <p:sp>
        <p:nvSpPr>
          <p:cNvPr id="5" name="TextBox 4"/>
          <p:cNvSpPr txBox="1"/>
          <p:nvPr/>
        </p:nvSpPr>
        <p:spPr>
          <a:xfrm>
            <a:off x="628650" y="2332033"/>
            <a:ext cx="3308798" cy="369332"/>
          </a:xfrm>
          <a:prstGeom prst="rect">
            <a:avLst/>
          </a:prstGeom>
          <a:solidFill>
            <a:schemeClr val="accent2"/>
          </a:solidFill>
        </p:spPr>
        <p:txBody>
          <a:bodyPr wrap="square" rtlCol="0">
            <a:spAutoFit/>
          </a:bodyPr>
          <a:lstStyle/>
          <a:p>
            <a:r>
              <a:rPr lang="en-US" b="1" dirty="0"/>
              <a:t>CREATE statement </a:t>
            </a:r>
            <a:endParaRPr lang="en-US" b="1" dirty="0">
              <a:solidFill>
                <a:schemeClr val="bg1"/>
              </a:solidFill>
            </a:endParaRPr>
          </a:p>
        </p:txBody>
      </p:sp>
      <p:pic>
        <p:nvPicPr>
          <p:cNvPr id="6" name="Picture 5"/>
          <p:cNvPicPr>
            <a:picLocks noChangeAspect="1"/>
          </p:cNvPicPr>
          <p:nvPr/>
        </p:nvPicPr>
        <p:blipFill>
          <a:blip r:embed="rId2"/>
          <a:stretch>
            <a:fillRect/>
          </a:stretch>
        </p:blipFill>
        <p:spPr>
          <a:xfrm>
            <a:off x="628650" y="2923075"/>
            <a:ext cx="3965746" cy="1043618"/>
          </a:xfrm>
          <a:prstGeom prst="rect">
            <a:avLst/>
          </a:prstGeom>
        </p:spPr>
      </p:pic>
      <p:sp>
        <p:nvSpPr>
          <p:cNvPr id="7" name="TextBox 6"/>
          <p:cNvSpPr txBox="1"/>
          <p:nvPr/>
        </p:nvSpPr>
        <p:spPr>
          <a:xfrm>
            <a:off x="628650" y="4395907"/>
            <a:ext cx="3308798" cy="369332"/>
          </a:xfrm>
          <a:prstGeom prst="rect">
            <a:avLst/>
          </a:prstGeom>
          <a:solidFill>
            <a:schemeClr val="accent2"/>
          </a:solidFill>
        </p:spPr>
        <p:txBody>
          <a:bodyPr wrap="square" rtlCol="0">
            <a:spAutoFit/>
          </a:bodyPr>
          <a:lstStyle/>
          <a:p>
            <a:r>
              <a:rPr lang="en-US" b="1" dirty="0">
                <a:solidFill>
                  <a:schemeClr val="bg1"/>
                </a:solidFill>
              </a:rPr>
              <a:t>Syntax to Create TABLE</a:t>
            </a:r>
          </a:p>
        </p:txBody>
      </p:sp>
      <p:sp>
        <p:nvSpPr>
          <p:cNvPr id="8" name="TextBox 7"/>
          <p:cNvSpPr txBox="1"/>
          <p:nvPr/>
        </p:nvSpPr>
        <p:spPr>
          <a:xfrm>
            <a:off x="4683886" y="2332032"/>
            <a:ext cx="3308798" cy="1477328"/>
          </a:xfrm>
          <a:prstGeom prst="rect">
            <a:avLst/>
          </a:prstGeom>
          <a:solidFill>
            <a:schemeClr val="accent2"/>
          </a:solidFill>
        </p:spPr>
        <p:txBody>
          <a:bodyPr wrap="square" rtlCol="0">
            <a:spAutoFit/>
          </a:bodyPr>
          <a:lstStyle/>
          <a:p>
            <a:r>
              <a:rPr lang="en-US" dirty="0">
                <a:solidFill>
                  <a:schemeClr val="bg1"/>
                </a:solidFill>
              </a:rPr>
              <a:t>CREATE TABLE student (</a:t>
            </a:r>
          </a:p>
          <a:p>
            <a:r>
              <a:rPr lang="en-US" dirty="0">
                <a:solidFill>
                  <a:schemeClr val="bg1"/>
                </a:solidFill>
              </a:rPr>
              <a:t>	id NUMBER,</a:t>
            </a:r>
          </a:p>
          <a:p>
            <a:r>
              <a:rPr lang="en-US" dirty="0">
                <a:solidFill>
                  <a:schemeClr val="bg1"/>
                </a:solidFill>
              </a:rPr>
              <a:t>	name VARCHAR</a:t>
            </a:r>
          </a:p>
          <a:p>
            <a:r>
              <a:rPr lang="en-US" dirty="0">
                <a:solidFill>
                  <a:schemeClr val="bg1"/>
                </a:solidFill>
              </a:rPr>
              <a:t>	dob DATE</a:t>
            </a:r>
          </a:p>
          <a:p>
            <a:r>
              <a:rPr lang="en-US" dirty="0">
                <a:solidFill>
                  <a:schemeClr val="bg1"/>
                </a:solidFill>
              </a:rPr>
              <a:t>);</a:t>
            </a:r>
          </a:p>
        </p:txBody>
      </p:sp>
      <p:sp>
        <p:nvSpPr>
          <p:cNvPr id="9" name="TextBox 8"/>
          <p:cNvSpPr txBox="1"/>
          <p:nvPr/>
        </p:nvSpPr>
        <p:spPr>
          <a:xfrm>
            <a:off x="4683886" y="3841909"/>
            <a:ext cx="3308798" cy="923330"/>
          </a:xfrm>
          <a:prstGeom prst="rect">
            <a:avLst/>
          </a:prstGeom>
          <a:solidFill>
            <a:schemeClr val="accent2"/>
          </a:solidFill>
        </p:spPr>
        <p:txBody>
          <a:bodyPr wrap="square" rtlCol="0">
            <a:spAutoFit/>
          </a:bodyPr>
          <a:lstStyle/>
          <a:p>
            <a:r>
              <a:rPr lang="en-US" dirty="0">
                <a:solidFill>
                  <a:schemeClr val="bg1"/>
                </a:solidFill>
              </a:rPr>
              <a:t>KEYWORD</a:t>
            </a:r>
          </a:p>
          <a:p>
            <a:r>
              <a:rPr lang="en-US" dirty="0">
                <a:solidFill>
                  <a:schemeClr val="bg1"/>
                </a:solidFill>
              </a:rPr>
              <a:t>Variable</a:t>
            </a:r>
          </a:p>
          <a:p>
            <a:r>
              <a:rPr lang="en-US" dirty="0">
                <a:solidFill>
                  <a:schemeClr val="bg1"/>
                </a:solidFill>
              </a:rPr>
              <a:t>Data Type</a:t>
            </a:r>
          </a:p>
        </p:txBody>
      </p:sp>
    </p:spTree>
    <p:extLst>
      <p:ext uri="{BB962C8B-B14F-4D97-AF65-F5344CB8AC3E}">
        <p14:creationId xmlns:p14="http://schemas.microsoft.com/office/powerpoint/2010/main" val="4095710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 DDL - ALTER</a:t>
            </a:r>
          </a:p>
        </p:txBody>
      </p:sp>
      <p:sp>
        <p:nvSpPr>
          <p:cNvPr id="5" name="TextBox 4"/>
          <p:cNvSpPr txBox="1"/>
          <p:nvPr/>
        </p:nvSpPr>
        <p:spPr>
          <a:xfrm>
            <a:off x="628650" y="2332033"/>
            <a:ext cx="3308798" cy="369332"/>
          </a:xfrm>
          <a:prstGeom prst="rect">
            <a:avLst/>
          </a:prstGeom>
          <a:solidFill>
            <a:schemeClr val="accent2"/>
          </a:solidFill>
        </p:spPr>
        <p:txBody>
          <a:bodyPr wrap="square" rtlCol="0">
            <a:spAutoFit/>
          </a:bodyPr>
          <a:lstStyle/>
          <a:p>
            <a:r>
              <a:rPr lang="en-US" dirty="0"/>
              <a:t>ALTER statement </a:t>
            </a:r>
            <a:endParaRPr lang="en-US" dirty="0">
              <a:solidFill>
                <a:schemeClr val="bg1"/>
              </a:solidFill>
            </a:endParaRPr>
          </a:p>
        </p:txBody>
      </p:sp>
      <p:sp>
        <p:nvSpPr>
          <p:cNvPr id="7" name="TextBox 6"/>
          <p:cNvSpPr txBox="1"/>
          <p:nvPr/>
        </p:nvSpPr>
        <p:spPr>
          <a:xfrm>
            <a:off x="628650" y="4411803"/>
            <a:ext cx="3308798" cy="369332"/>
          </a:xfrm>
          <a:prstGeom prst="rect">
            <a:avLst/>
          </a:prstGeom>
          <a:solidFill>
            <a:schemeClr val="accent2"/>
          </a:solidFill>
        </p:spPr>
        <p:txBody>
          <a:bodyPr wrap="square" rtlCol="0">
            <a:spAutoFit/>
          </a:bodyPr>
          <a:lstStyle/>
          <a:p>
            <a:r>
              <a:rPr lang="en-US" dirty="0">
                <a:solidFill>
                  <a:schemeClr val="bg1"/>
                </a:solidFill>
              </a:rPr>
              <a:t>Syntax to Alter TABLE</a:t>
            </a:r>
          </a:p>
        </p:txBody>
      </p:sp>
      <p:sp>
        <p:nvSpPr>
          <p:cNvPr id="8" name="TextBox 7"/>
          <p:cNvSpPr txBox="1"/>
          <p:nvPr/>
        </p:nvSpPr>
        <p:spPr>
          <a:xfrm>
            <a:off x="4683886" y="2332033"/>
            <a:ext cx="3308798" cy="646331"/>
          </a:xfrm>
          <a:prstGeom prst="rect">
            <a:avLst/>
          </a:prstGeom>
          <a:solidFill>
            <a:schemeClr val="accent2"/>
          </a:solidFill>
        </p:spPr>
        <p:txBody>
          <a:bodyPr wrap="square" rtlCol="0">
            <a:spAutoFit/>
          </a:bodyPr>
          <a:lstStyle/>
          <a:p>
            <a:r>
              <a:rPr lang="en-US" dirty="0">
                <a:solidFill>
                  <a:schemeClr val="bg1"/>
                </a:solidFill>
              </a:rPr>
              <a:t>ALTER TABLE student </a:t>
            </a:r>
          </a:p>
          <a:p>
            <a:r>
              <a:rPr lang="en-US" dirty="0">
                <a:solidFill>
                  <a:schemeClr val="bg1"/>
                </a:solidFill>
              </a:rPr>
              <a:t>ADD COLUMN marks number;</a:t>
            </a:r>
          </a:p>
        </p:txBody>
      </p:sp>
      <p:sp>
        <p:nvSpPr>
          <p:cNvPr id="10" name="TextBox 9"/>
          <p:cNvSpPr txBox="1"/>
          <p:nvPr/>
        </p:nvSpPr>
        <p:spPr>
          <a:xfrm>
            <a:off x="628650" y="2942645"/>
            <a:ext cx="3308798" cy="923330"/>
          </a:xfrm>
          <a:prstGeom prst="rect">
            <a:avLst/>
          </a:prstGeom>
          <a:solidFill>
            <a:schemeClr val="accent2"/>
          </a:solidFill>
        </p:spPr>
        <p:txBody>
          <a:bodyPr wrap="square" rtlCol="0">
            <a:spAutoFit/>
          </a:bodyPr>
          <a:lstStyle/>
          <a:p>
            <a:r>
              <a:rPr lang="en-US" dirty="0">
                <a:solidFill>
                  <a:schemeClr val="bg1"/>
                </a:solidFill>
              </a:rPr>
              <a:t>ALTER TABLE &lt;table name&gt;</a:t>
            </a:r>
          </a:p>
          <a:p>
            <a:r>
              <a:rPr lang="en-US" dirty="0">
                <a:solidFill>
                  <a:schemeClr val="bg1"/>
                </a:solidFill>
              </a:rPr>
              <a:t>ADD COLUMN &lt;column name&gt; &lt;data type&gt;</a:t>
            </a:r>
          </a:p>
        </p:txBody>
      </p:sp>
    </p:spTree>
    <p:extLst>
      <p:ext uri="{BB962C8B-B14F-4D97-AF65-F5344CB8AC3E}">
        <p14:creationId xmlns:p14="http://schemas.microsoft.com/office/powerpoint/2010/main" val="210225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 DDL - ALTER</a:t>
            </a:r>
          </a:p>
        </p:txBody>
      </p:sp>
      <p:graphicFrame>
        <p:nvGraphicFramePr>
          <p:cNvPr id="9" name="Content Placeholder 5"/>
          <p:cNvGraphicFramePr>
            <a:graphicFrameLocks noGrp="1"/>
          </p:cNvGraphicFramePr>
          <p:nvPr>
            <p:ph idx="1"/>
            <p:extLst>
              <p:ext uri="{D42A27DB-BD31-4B8C-83A1-F6EECF244321}">
                <p14:modId xmlns:p14="http://schemas.microsoft.com/office/powerpoint/2010/main" val="805480260"/>
              </p:ext>
            </p:extLst>
          </p:nvPr>
        </p:nvGraphicFramePr>
        <p:xfrm>
          <a:off x="628650" y="2226469"/>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26128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graphicEl>
                                              <a:dgm id="{310E1377-F55C-4503-BDD7-2699E4DEBB8F}"/>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graphicEl>
                                              <a:dgm id="{B9F231AE-3272-413B-87D8-A03D39BD94D8}"/>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graphicEl>
                                              <a:dgm id="{C058DB05-905E-42C7-8F7C-FB0B50235A7D}"/>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graphicEl>
                                              <a:dgm id="{0EBC980D-BB9F-40A4-BD6C-BECAF068C152}"/>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Sub>
          <a:bldDgm bld="lvlAtOnc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 DDL - ALTER</a:t>
            </a:r>
          </a:p>
        </p:txBody>
      </p:sp>
      <p:pic>
        <p:nvPicPr>
          <p:cNvPr id="4" name="Picture 3"/>
          <p:cNvPicPr>
            <a:picLocks noChangeAspect="1"/>
          </p:cNvPicPr>
          <p:nvPr/>
        </p:nvPicPr>
        <p:blipFill>
          <a:blip r:embed="rId2"/>
          <a:stretch>
            <a:fillRect/>
          </a:stretch>
        </p:blipFill>
        <p:spPr>
          <a:xfrm>
            <a:off x="1161010" y="2837826"/>
            <a:ext cx="7498456" cy="673775"/>
          </a:xfrm>
          <a:prstGeom prst="rect">
            <a:avLst/>
          </a:prstGeom>
        </p:spPr>
      </p:pic>
      <p:pic>
        <p:nvPicPr>
          <p:cNvPr id="5" name="Picture 4"/>
          <p:cNvPicPr>
            <a:picLocks noChangeAspect="1"/>
          </p:cNvPicPr>
          <p:nvPr/>
        </p:nvPicPr>
        <p:blipFill>
          <a:blip r:embed="rId3"/>
          <a:stretch>
            <a:fillRect/>
          </a:stretch>
        </p:blipFill>
        <p:spPr>
          <a:xfrm>
            <a:off x="1161010" y="4130997"/>
            <a:ext cx="7982990" cy="840247"/>
          </a:xfrm>
          <a:prstGeom prst="rect">
            <a:avLst/>
          </a:prstGeom>
        </p:spPr>
      </p:pic>
      <p:sp>
        <p:nvSpPr>
          <p:cNvPr id="7" name="TextBox 6"/>
          <p:cNvSpPr txBox="1"/>
          <p:nvPr/>
        </p:nvSpPr>
        <p:spPr>
          <a:xfrm>
            <a:off x="1161010" y="2303003"/>
            <a:ext cx="3308798" cy="369332"/>
          </a:xfrm>
          <a:prstGeom prst="rect">
            <a:avLst/>
          </a:prstGeom>
          <a:solidFill>
            <a:schemeClr val="accent2"/>
          </a:solidFill>
        </p:spPr>
        <p:txBody>
          <a:bodyPr wrap="square" rtlCol="0">
            <a:spAutoFit/>
          </a:bodyPr>
          <a:lstStyle/>
          <a:p>
            <a:r>
              <a:rPr lang="en-US" dirty="0">
                <a:solidFill>
                  <a:schemeClr val="bg1"/>
                </a:solidFill>
              </a:rPr>
              <a:t>Syntax 1</a:t>
            </a:r>
          </a:p>
        </p:txBody>
      </p:sp>
      <p:sp>
        <p:nvSpPr>
          <p:cNvPr id="8" name="TextBox 7"/>
          <p:cNvSpPr txBox="1"/>
          <p:nvPr/>
        </p:nvSpPr>
        <p:spPr>
          <a:xfrm>
            <a:off x="1161010" y="3677093"/>
            <a:ext cx="3308798" cy="369332"/>
          </a:xfrm>
          <a:prstGeom prst="rect">
            <a:avLst/>
          </a:prstGeom>
          <a:solidFill>
            <a:schemeClr val="accent2"/>
          </a:solidFill>
        </p:spPr>
        <p:txBody>
          <a:bodyPr wrap="square" rtlCol="0">
            <a:spAutoFit/>
          </a:bodyPr>
          <a:lstStyle/>
          <a:p>
            <a:r>
              <a:rPr lang="en-US" dirty="0">
                <a:solidFill>
                  <a:schemeClr val="bg1"/>
                </a:solidFill>
              </a:rPr>
              <a:t>Syntax 2</a:t>
            </a:r>
          </a:p>
        </p:txBody>
      </p:sp>
    </p:spTree>
    <p:extLst>
      <p:ext uri="{BB962C8B-B14F-4D97-AF65-F5344CB8AC3E}">
        <p14:creationId xmlns:p14="http://schemas.microsoft.com/office/powerpoint/2010/main" val="2598500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 DDL - DROP</a:t>
            </a:r>
          </a:p>
        </p:txBody>
      </p:sp>
      <p:sp>
        <p:nvSpPr>
          <p:cNvPr id="5" name="TextBox 4"/>
          <p:cNvSpPr txBox="1"/>
          <p:nvPr/>
        </p:nvSpPr>
        <p:spPr>
          <a:xfrm>
            <a:off x="628650" y="2332033"/>
            <a:ext cx="3308798" cy="369332"/>
          </a:xfrm>
          <a:prstGeom prst="rect">
            <a:avLst/>
          </a:prstGeom>
          <a:solidFill>
            <a:schemeClr val="accent2"/>
          </a:solidFill>
        </p:spPr>
        <p:txBody>
          <a:bodyPr wrap="square" rtlCol="0">
            <a:spAutoFit/>
          </a:bodyPr>
          <a:lstStyle/>
          <a:p>
            <a:r>
              <a:rPr lang="en-US" dirty="0"/>
              <a:t>DROP statement </a:t>
            </a:r>
            <a:endParaRPr lang="en-US" dirty="0">
              <a:solidFill>
                <a:schemeClr val="bg1"/>
              </a:solidFill>
            </a:endParaRPr>
          </a:p>
        </p:txBody>
      </p:sp>
      <p:sp>
        <p:nvSpPr>
          <p:cNvPr id="7" name="TextBox 6"/>
          <p:cNvSpPr txBox="1"/>
          <p:nvPr/>
        </p:nvSpPr>
        <p:spPr>
          <a:xfrm>
            <a:off x="628650" y="3841909"/>
            <a:ext cx="3308798" cy="369332"/>
          </a:xfrm>
          <a:prstGeom prst="rect">
            <a:avLst/>
          </a:prstGeom>
          <a:solidFill>
            <a:schemeClr val="accent2"/>
          </a:solidFill>
        </p:spPr>
        <p:txBody>
          <a:bodyPr wrap="square" rtlCol="0">
            <a:spAutoFit/>
          </a:bodyPr>
          <a:lstStyle/>
          <a:p>
            <a:r>
              <a:rPr lang="en-US" dirty="0">
                <a:solidFill>
                  <a:schemeClr val="bg1"/>
                </a:solidFill>
              </a:rPr>
              <a:t>Syntax to DROPTABLE</a:t>
            </a:r>
          </a:p>
        </p:txBody>
      </p:sp>
      <p:sp>
        <p:nvSpPr>
          <p:cNvPr id="8" name="TextBox 7"/>
          <p:cNvSpPr txBox="1"/>
          <p:nvPr/>
        </p:nvSpPr>
        <p:spPr>
          <a:xfrm>
            <a:off x="4683886" y="2332032"/>
            <a:ext cx="3308798" cy="369332"/>
          </a:xfrm>
          <a:prstGeom prst="rect">
            <a:avLst/>
          </a:prstGeom>
          <a:solidFill>
            <a:schemeClr val="accent2"/>
          </a:solidFill>
        </p:spPr>
        <p:txBody>
          <a:bodyPr wrap="square" rtlCol="0">
            <a:spAutoFit/>
          </a:bodyPr>
          <a:lstStyle/>
          <a:p>
            <a:r>
              <a:rPr lang="en-US" dirty="0">
                <a:solidFill>
                  <a:schemeClr val="bg1"/>
                </a:solidFill>
              </a:rPr>
              <a:t>Drops table</a:t>
            </a:r>
          </a:p>
        </p:txBody>
      </p:sp>
      <p:sp>
        <p:nvSpPr>
          <p:cNvPr id="9" name="TextBox 8"/>
          <p:cNvSpPr txBox="1"/>
          <p:nvPr/>
        </p:nvSpPr>
        <p:spPr>
          <a:xfrm>
            <a:off x="4683886" y="3841909"/>
            <a:ext cx="3308798" cy="369332"/>
          </a:xfrm>
          <a:prstGeom prst="rect">
            <a:avLst/>
          </a:prstGeom>
          <a:solidFill>
            <a:schemeClr val="accent2"/>
          </a:solidFill>
        </p:spPr>
        <p:txBody>
          <a:bodyPr wrap="square" rtlCol="0">
            <a:spAutoFit/>
          </a:bodyPr>
          <a:lstStyle/>
          <a:p>
            <a:r>
              <a:rPr lang="en-US" dirty="0">
                <a:solidFill>
                  <a:schemeClr val="bg1"/>
                </a:solidFill>
              </a:rPr>
              <a:t>Drops Constraint from Table</a:t>
            </a:r>
          </a:p>
        </p:txBody>
      </p:sp>
      <p:pic>
        <p:nvPicPr>
          <p:cNvPr id="3" name="Picture 2"/>
          <p:cNvPicPr>
            <a:picLocks noChangeAspect="1"/>
          </p:cNvPicPr>
          <p:nvPr/>
        </p:nvPicPr>
        <p:blipFill>
          <a:blip r:embed="rId2"/>
          <a:stretch>
            <a:fillRect/>
          </a:stretch>
        </p:blipFill>
        <p:spPr>
          <a:xfrm>
            <a:off x="628650" y="2849330"/>
            <a:ext cx="3643313" cy="821531"/>
          </a:xfrm>
          <a:prstGeom prst="rect">
            <a:avLst/>
          </a:prstGeom>
        </p:spPr>
      </p:pic>
    </p:spTree>
    <p:extLst>
      <p:ext uri="{BB962C8B-B14F-4D97-AF65-F5344CB8AC3E}">
        <p14:creationId xmlns:p14="http://schemas.microsoft.com/office/powerpoint/2010/main" val="1288436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 DML - SELECT</a:t>
            </a:r>
          </a:p>
        </p:txBody>
      </p:sp>
      <p:sp>
        <p:nvSpPr>
          <p:cNvPr id="10" name="Content Placeholder 2"/>
          <p:cNvSpPr>
            <a:spLocks noGrp="1"/>
          </p:cNvSpPr>
          <p:nvPr>
            <p:ph idx="1"/>
          </p:nvPr>
        </p:nvSpPr>
        <p:spPr>
          <a:xfrm>
            <a:off x="4173561" y="2209591"/>
            <a:ext cx="4142972" cy="3263504"/>
          </a:xfrm>
        </p:spPr>
        <p:txBody>
          <a:bodyPr>
            <a:normAutofit fontScale="70000" lnSpcReduction="20000"/>
          </a:bodyPr>
          <a:lstStyle/>
          <a:p>
            <a:r>
              <a:rPr lang="en-US" dirty="0"/>
              <a:t>Multiple tables can be used separated by comma</a:t>
            </a:r>
          </a:p>
          <a:p>
            <a:r>
              <a:rPr lang="en-US" dirty="0"/>
              <a:t>You can fetch one or more fields in a single SELECT command</a:t>
            </a:r>
          </a:p>
          <a:p>
            <a:r>
              <a:rPr lang="en-US" dirty="0"/>
              <a:t>You can specify asterisk(*) in place to fields to select all fields</a:t>
            </a:r>
          </a:p>
          <a:p>
            <a:r>
              <a:rPr lang="en-US" dirty="0"/>
              <a:t>You can specify condition using where clause</a:t>
            </a:r>
          </a:p>
          <a:p>
            <a:r>
              <a:rPr lang="en-US" dirty="0"/>
              <a:t>Offset - starts from 0 </a:t>
            </a:r>
          </a:p>
          <a:p>
            <a:r>
              <a:rPr lang="en-US" dirty="0"/>
              <a:t>Limit – limits the number of returns</a:t>
            </a:r>
          </a:p>
        </p:txBody>
      </p:sp>
      <p:sp>
        <p:nvSpPr>
          <p:cNvPr id="7" name="TextBox 6"/>
          <p:cNvSpPr txBox="1"/>
          <p:nvPr/>
        </p:nvSpPr>
        <p:spPr>
          <a:xfrm>
            <a:off x="561036" y="2193532"/>
            <a:ext cx="3308798" cy="646331"/>
          </a:xfrm>
          <a:prstGeom prst="rect">
            <a:avLst/>
          </a:prstGeom>
          <a:solidFill>
            <a:schemeClr val="accent2"/>
          </a:solidFill>
        </p:spPr>
        <p:txBody>
          <a:bodyPr wrap="square" rtlCol="0">
            <a:spAutoFit/>
          </a:bodyPr>
          <a:lstStyle/>
          <a:p>
            <a:r>
              <a:rPr lang="en-US" dirty="0">
                <a:solidFill>
                  <a:schemeClr val="bg1"/>
                </a:solidFill>
              </a:rPr>
              <a:t>The SELECT statement is used to fetch data from database</a:t>
            </a:r>
          </a:p>
        </p:txBody>
      </p:sp>
      <p:sp>
        <p:nvSpPr>
          <p:cNvPr id="8" name="TextBox 7"/>
          <p:cNvSpPr txBox="1"/>
          <p:nvPr/>
        </p:nvSpPr>
        <p:spPr>
          <a:xfrm>
            <a:off x="561036" y="5152505"/>
            <a:ext cx="3308798" cy="369332"/>
          </a:xfrm>
          <a:prstGeom prst="rect">
            <a:avLst/>
          </a:prstGeom>
          <a:solidFill>
            <a:schemeClr val="accent2"/>
          </a:solidFill>
        </p:spPr>
        <p:txBody>
          <a:bodyPr wrap="square" rtlCol="0">
            <a:spAutoFit/>
          </a:bodyPr>
          <a:lstStyle/>
          <a:p>
            <a:r>
              <a:rPr lang="en-US" dirty="0">
                <a:solidFill>
                  <a:schemeClr val="bg1"/>
                </a:solidFill>
              </a:rPr>
              <a:t>Generic Syntax of SELECT</a:t>
            </a:r>
          </a:p>
        </p:txBody>
      </p:sp>
      <p:pic>
        <p:nvPicPr>
          <p:cNvPr id="4" name="Picture 3"/>
          <p:cNvPicPr>
            <a:picLocks noChangeAspect="1"/>
          </p:cNvPicPr>
          <p:nvPr/>
        </p:nvPicPr>
        <p:blipFill>
          <a:blip r:embed="rId2"/>
          <a:stretch>
            <a:fillRect/>
          </a:stretch>
        </p:blipFill>
        <p:spPr>
          <a:xfrm>
            <a:off x="628650" y="3330989"/>
            <a:ext cx="3215752" cy="462644"/>
          </a:xfrm>
          <a:prstGeom prst="rect">
            <a:avLst/>
          </a:prstGeom>
        </p:spPr>
      </p:pic>
    </p:spTree>
    <p:extLst>
      <p:ext uri="{BB962C8B-B14F-4D97-AF65-F5344CB8AC3E}">
        <p14:creationId xmlns:p14="http://schemas.microsoft.com/office/powerpoint/2010/main" val="4140018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4" name="Rectangle 3"/>
          <p:cNvSpPr/>
          <p:nvPr/>
        </p:nvSpPr>
        <p:spPr>
          <a:xfrm>
            <a:off x="962696" y="186163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5" name="Rectangle 4"/>
          <p:cNvSpPr/>
          <p:nvPr/>
        </p:nvSpPr>
        <p:spPr>
          <a:xfrm>
            <a:off x="962695" y="2657982"/>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6" name="Rectangle 5"/>
          <p:cNvSpPr/>
          <p:nvPr/>
        </p:nvSpPr>
        <p:spPr>
          <a:xfrm>
            <a:off x="962695" y="382365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7" name="Rectangle 6"/>
          <p:cNvSpPr/>
          <p:nvPr/>
        </p:nvSpPr>
        <p:spPr>
          <a:xfrm>
            <a:off x="962695" y="465638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8" name="Rectangle 7"/>
          <p:cNvSpPr/>
          <p:nvPr/>
        </p:nvSpPr>
        <p:spPr>
          <a:xfrm>
            <a:off x="962695" y="548911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Tree>
    <p:extLst>
      <p:ext uri="{BB962C8B-B14F-4D97-AF65-F5344CB8AC3E}">
        <p14:creationId xmlns:p14="http://schemas.microsoft.com/office/powerpoint/2010/main" val="1490487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Laugh</a:t>
            </a:r>
          </a:p>
        </p:txBody>
      </p:sp>
    </p:spTree>
    <p:extLst>
      <p:ext uri="{BB962C8B-B14F-4D97-AF65-F5344CB8AC3E}">
        <p14:creationId xmlns:p14="http://schemas.microsoft.com/office/powerpoint/2010/main" val="1727117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878" y="4234507"/>
            <a:ext cx="7886700" cy="994172"/>
          </a:xfrm>
          <a:solidFill>
            <a:srgbClr val="FF9933"/>
          </a:solidFill>
        </p:spPr>
        <p:txBody>
          <a:bodyPr>
            <a:normAutofit/>
          </a:bodyPr>
          <a:lstStyle/>
          <a:p>
            <a:pPr algn="ctr"/>
            <a:r>
              <a:rPr lang="en-US" sz="3600" b="1" dirty="0">
                <a:solidFill>
                  <a:schemeClr val="bg1"/>
                </a:solidFill>
              </a:rPr>
              <a:t>End of Lecture for Week - 5</a:t>
            </a:r>
          </a:p>
        </p:txBody>
      </p:sp>
      <p:pic>
        <p:nvPicPr>
          <p:cNvPr id="5122" name="Picture 2" descr="http://grasshopper.com/assets/img/jpg/thank-you-notes/card-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6844" y="1820780"/>
            <a:ext cx="2964767" cy="1976511"/>
          </a:xfrm>
          <a:prstGeom prst="rect">
            <a:avLst/>
          </a:prstGeom>
          <a:noFill/>
          <a:ln>
            <a:solidFill>
              <a:srgbClr val="FF9933"/>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6827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1463</TotalTime>
  <Words>513</Words>
  <Application>Microsoft Office PowerPoint</Application>
  <PresentationFormat>On-screen Show (4:3)</PresentationFormat>
  <Paragraphs>90</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An Introduction to Database</vt:lpstr>
      <vt:lpstr>SQL</vt:lpstr>
      <vt:lpstr>ANSI</vt:lpstr>
      <vt:lpstr>History of SQL</vt:lpstr>
      <vt:lpstr>SQL - Uses</vt:lpstr>
      <vt:lpstr>SQL - Category</vt:lpstr>
      <vt:lpstr>SQL - Category</vt:lpstr>
      <vt:lpstr>SQL - DDL</vt:lpstr>
      <vt:lpstr>SQL – DDL - CREATE</vt:lpstr>
      <vt:lpstr>SQL – DDL - ALTER</vt:lpstr>
      <vt:lpstr>SQL – DDL - ALTER</vt:lpstr>
      <vt:lpstr>SQL – DDL - ALTER</vt:lpstr>
      <vt:lpstr>SQL – DDL - DROP</vt:lpstr>
      <vt:lpstr>SQL – DML - SELECT</vt:lpstr>
      <vt:lpstr>Key Points</vt:lpstr>
      <vt:lpstr>Laugh</vt:lpstr>
      <vt:lpstr>End of Lecture for Week - 5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Database</dc:title>
  <dc:creator>Rohit</dc:creator>
  <cp:lastModifiedBy>Prakash Shrestha</cp:lastModifiedBy>
  <cp:revision>247</cp:revision>
  <dcterms:created xsi:type="dcterms:W3CDTF">2016-03-01T04:18:16Z</dcterms:created>
  <dcterms:modified xsi:type="dcterms:W3CDTF">2017-04-03T03:45:17Z</dcterms:modified>
</cp:coreProperties>
</file>