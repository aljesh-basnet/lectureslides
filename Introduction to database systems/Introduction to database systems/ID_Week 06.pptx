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342" r:id="rId2"/>
    <p:sldId id="257" r:id="rId3"/>
    <p:sldId id="258" r:id="rId4"/>
    <p:sldId id="320" r:id="rId5"/>
    <p:sldId id="331" r:id="rId6"/>
    <p:sldId id="332" r:id="rId7"/>
    <p:sldId id="333" r:id="rId8"/>
    <p:sldId id="334" r:id="rId9"/>
    <p:sldId id="335" r:id="rId10"/>
    <p:sldId id="336" r:id="rId11"/>
    <p:sldId id="321" r:id="rId12"/>
    <p:sldId id="337" r:id="rId13"/>
    <p:sldId id="346" r:id="rId14"/>
    <p:sldId id="338" r:id="rId15"/>
    <p:sldId id="339" r:id="rId16"/>
    <p:sldId id="340" r:id="rId17"/>
    <p:sldId id="343" r:id="rId18"/>
    <p:sldId id="344" r:id="rId19"/>
    <p:sldId id="345"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129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 Id="rId4"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02CF3C-3BA1-484F-B6FF-00D29E2F73B7}" type="doc">
      <dgm:prSet loTypeId="urn:microsoft.com/office/officeart/2005/8/layout/vList3" loCatId="list" qsTypeId="urn:microsoft.com/office/officeart/2005/8/quickstyle/simple1" qsCatId="simple" csTypeId="urn:microsoft.com/office/officeart/2005/8/colors/colorful4" csCatId="colorful" phldr="1"/>
      <dgm:spPr/>
      <dgm:t>
        <a:bodyPr/>
        <a:lstStyle/>
        <a:p>
          <a:endParaRPr lang="en-US"/>
        </a:p>
      </dgm:t>
    </dgm:pt>
    <dgm:pt modelId="{A70EC979-E7AB-41F6-85D8-06958604F62B}">
      <dgm:prSet phldrT="[Text]"/>
      <dgm:spPr/>
      <dgm:t>
        <a:bodyPr/>
        <a:lstStyle/>
        <a:p>
          <a:r>
            <a:rPr lang="en-US" b="1" dirty="0" smtClean="0"/>
            <a:t>INSERT</a:t>
          </a:r>
        </a:p>
        <a:p>
          <a:r>
            <a:rPr lang="en-US" b="1" dirty="0" smtClean="0"/>
            <a:t>Used to ADD record into table</a:t>
          </a:r>
          <a:endParaRPr lang="en-US" b="1" dirty="0"/>
        </a:p>
      </dgm:t>
    </dgm:pt>
    <dgm:pt modelId="{78B924D5-E8E8-4FF8-84F3-2D9D93A10709}" type="parTrans" cxnId="{B0AD9B5A-F10F-4E39-B8B2-0E722238C3D0}">
      <dgm:prSet/>
      <dgm:spPr/>
      <dgm:t>
        <a:bodyPr/>
        <a:lstStyle/>
        <a:p>
          <a:endParaRPr lang="en-US"/>
        </a:p>
      </dgm:t>
    </dgm:pt>
    <dgm:pt modelId="{71069FC8-6B8B-40B6-91EF-E5F67AC01B05}" type="sibTrans" cxnId="{B0AD9B5A-F10F-4E39-B8B2-0E722238C3D0}">
      <dgm:prSet/>
      <dgm:spPr/>
      <dgm:t>
        <a:bodyPr/>
        <a:lstStyle/>
        <a:p>
          <a:endParaRPr lang="en-US"/>
        </a:p>
      </dgm:t>
    </dgm:pt>
    <dgm:pt modelId="{6D9D72C7-D731-43B6-AA1E-C804AB77D5A6}">
      <dgm:prSet phldrT="[Text]"/>
      <dgm:spPr/>
      <dgm:t>
        <a:bodyPr/>
        <a:lstStyle/>
        <a:p>
          <a:r>
            <a:rPr lang="en-US" b="1" dirty="0" smtClean="0"/>
            <a:t>DELETE</a:t>
          </a:r>
        </a:p>
        <a:p>
          <a:r>
            <a:rPr lang="en-US" b="1" dirty="0" smtClean="0"/>
            <a:t>Used to REMOVE record from table</a:t>
          </a:r>
          <a:endParaRPr lang="en-US" b="1" dirty="0"/>
        </a:p>
      </dgm:t>
    </dgm:pt>
    <dgm:pt modelId="{17B5A4F6-798B-4056-A67C-A404195B3FBA}" type="parTrans" cxnId="{62D6A83F-C106-43C5-B092-F69F7DDE2BE2}">
      <dgm:prSet/>
      <dgm:spPr/>
      <dgm:t>
        <a:bodyPr/>
        <a:lstStyle/>
        <a:p>
          <a:endParaRPr lang="en-US"/>
        </a:p>
      </dgm:t>
    </dgm:pt>
    <dgm:pt modelId="{E57522BE-3FF9-4010-BF90-1E1A1AE4670E}" type="sibTrans" cxnId="{62D6A83F-C106-43C5-B092-F69F7DDE2BE2}">
      <dgm:prSet/>
      <dgm:spPr/>
      <dgm:t>
        <a:bodyPr/>
        <a:lstStyle/>
        <a:p>
          <a:endParaRPr lang="en-US"/>
        </a:p>
      </dgm:t>
    </dgm:pt>
    <dgm:pt modelId="{35C2B6E5-F572-436C-80DA-92A0F2EA3512}">
      <dgm:prSet phldrT="[Text]"/>
      <dgm:spPr/>
      <dgm:t>
        <a:bodyPr/>
        <a:lstStyle/>
        <a:p>
          <a:r>
            <a:rPr lang="en-US" b="1" dirty="0" smtClean="0"/>
            <a:t>UPDATE</a:t>
          </a:r>
        </a:p>
        <a:p>
          <a:r>
            <a:rPr lang="en-US" b="1" dirty="0" smtClean="0"/>
            <a:t>Used to MODIFY existing record</a:t>
          </a:r>
          <a:endParaRPr lang="en-US" b="1" dirty="0"/>
        </a:p>
      </dgm:t>
    </dgm:pt>
    <dgm:pt modelId="{9B520D12-9E91-48EC-A237-C05064BED5C6}" type="parTrans" cxnId="{91ACFF02-01E3-463C-8AA2-99B7B178875E}">
      <dgm:prSet/>
      <dgm:spPr/>
      <dgm:t>
        <a:bodyPr/>
        <a:lstStyle/>
        <a:p>
          <a:endParaRPr lang="en-US"/>
        </a:p>
      </dgm:t>
    </dgm:pt>
    <dgm:pt modelId="{6A44209F-7AEE-4882-AB12-0B18A9CCEAB8}" type="sibTrans" cxnId="{91ACFF02-01E3-463C-8AA2-99B7B178875E}">
      <dgm:prSet/>
      <dgm:spPr/>
      <dgm:t>
        <a:bodyPr/>
        <a:lstStyle/>
        <a:p>
          <a:endParaRPr lang="en-US"/>
        </a:p>
      </dgm:t>
    </dgm:pt>
    <dgm:pt modelId="{6BAFC9B9-3569-4C5A-BAAC-FD8D0F7AD046}">
      <dgm:prSet phldrT="[Text]"/>
      <dgm:spPr/>
      <dgm:t>
        <a:bodyPr/>
        <a:lstStyle/>
        <a:p>
          <a:r>
            <a:rPr lang="en-US" b="1" dirty="0" smtClean="0"/>
            <a:t>SELECT</a:t>
          </a:r>
        </a:p>
        <a:p>
          <a:r>
            <a:rPr lang="en-US" b="1" dirty="0" smtClean="0"/>
            <a:t>Used to PROJECT columns from table</a:t>
          </a:r>
          <a:endParaRPr lang="en-US" b="1" dirty="0"/>
        </a:p>
      </dgm:t>
    </dgm:pt>
    <dgm:pt modelId="{0EE1E2E4-CA01-4369-89D8-F3812F2B45A3}" type="parTrans" cxnId="{5E94E2A1-343F-4C39-8ED8-19EACB9CB7F9}">
      <dgm:prSet/>
      <dgm:spPr/>
      <dgm:t>
        <a:bodyPr/>
        <a:lstStyle/>
        <a:p>
          <a:endParaRPr lang="en-US"/>
        </a:p>
      </dgm:t>
    </dgm:pt>
    <dgm:pt modelId="{122B2655-6A04-4D67-A9C5-6202C11BFDD4}" type="sibTrans" cxnId="{5E94E2A1-343F-4C39-8ED8-19EACB9CB7F9}">
      <dgm:prSet/>
      <dgm:spPr/>
      <dgm:t>
        <a:bodyPr/>
        <a:lstStyle/>
        <a:p>
          <a:endParaRPr lang="en-US"/>
        </a:p>
      </dgm:t>
    </dgm:pt>
    <dgm:pt modelId="{219AA6F0-2D27-4BD0-909C-92D28717FCC8}" type="pres">
      <dgm:prSet presAssocID="{C902CF3C-3BA1-484F-B6FF-00D29E2F73B7}" presName="linearFlow" presStyleCnt="0">
        <dgm:presLayoutVars>
          <dgm:dir/>
          <dgm:resizeHandles val="exact"/>
        </dgm:presLayoutVars>
      </dgm:prSet>
      <dgm:spPr/>
      <dgm:t>
        <a:bodyPr/>
        <a:lstStyle/>
        <a:p>
          <a:endParaRPr lang="en-US"/>
        </a:p>
      </dgm:t>
    </dgm:pt>
    <dgm:pt modelId="{8D972A92-A2C2-482F-9D17-18E16654B19A}" type="pres">
      <dgm:prSet presAssocID="{A70EC979-E7AB-41F6-85D8-06958604F62B}" presName="composite" presStyleCnt="0"/>
      <dgm:spPr/>
    </dgm:pt>
    <dgm:pt modelId="{1AB94D46-DEE9-4725-B96A-2EC15F082046}" type="pres">
      <dgm:prSet presAssocID="{A70EC979-E7AB-41F6-85D8-06958604F62B}" presName="imgShp" presStyleLbl="fgImgPlace1" presStyleIdx="0" presStyleCnt="4"/>
      <dgm:spPr>
        <a:blipFill rotWithShape="1">
          <a:blip xmlns:r="http://schemas.openxmlformats.org/officeDocument/2006/relationships" r:embed="rId1"/>
          <a:stretch>
            <a:fillRect/>
          </a:stretch>
        </a:blipFill>
      </dgm:spPr>
      <dgm:t>
        <a:bodyPr/>
        <a:lstStyle/>
        <a:p>
          <a:endParaRPr lang="en-US"/>
        </a:p>
      </dgm:t>
    </dgm:pt>
    <dgm:pt modelId="{C48DEC01-84F5-4E5A-AF70-905C3ECD2D27}" type="pres">
      <dgm:prSet presAssocID="{A70EC979-E7AB-41F6-85D8-06958604F62B}" presName="txShp" presStyleLbl="node1" presStyleIdx="0" presStyleCnt="4">
        <dgm:presLayoutVars>
          <dgm:bulletEnabled val="1"/>
        </dgm:presLayoutVars>
      </dgm:prSet>
      <dgm:spPr/>
      <dgm:t>
        <a:bodyPr/>
        <a:lstStyle/>
        <a:p>
          <a:endParaRPr lang="en-US"/>
        </a:p>
      </dgm:t>
    </dgm:pt>
    <dgm:pt modelId="{8DB6ABF9-475A-424E-87BC-8A8AB3C73552}" type="pres">
      <dgm:prSet presAssocID="{71069FC8-6B8B-40B6-91EF-E5F67AC01B05}" presName="spacing" presStyleCnt="0"/>
      <dgm:spPr/>
    </dgm:pt>
    <dgm:pt modelId="{8A8E02D5-B7F6-4984-89D8-ED81D01EA2F3}" type="pres">
      <dgm:prSet presAssocID="{35C2B6E5-F572-436C-80DA-92A0F2EA3512}" presName="composite" presStyleCnt="0"/>
      <dgm:spPr/>
    </dgm:pt>
    <dgm:pt modelId="{688DFE60-E478-4C7F-9143-E263D4123C2B}" type="pres">
      <dgm:prSet presAssocID="{35C2B6E5-F572-436C-80DA-92A0F2EA3512}" presName="imgShp" presStyleLbl="fgImgPlace1" presStyleIdx="1" presStyleCnt="4"/>
      <dgm:spPr>
        <a:blipFill rotWithShape="1">
          <a:blip xmlns:r="http://schemas.openxmlformats.org/officeDocument/2006/relationships" r:embed="rId2"/>
          <a:stretch>
            <a:fillRect/>
          </a:stretch>
        </a:blipFill>
      </dgm:spPr>
      <dgm:t>
        <a:bodyPr/>
        <a:lstStyle/>
        <a:p>
          <a:endParaRPr lang="en-US"/>
        </a:p>
      </dgm:t>
    </dgm:pt>
    <dgm:pt modelId="{B34ADFEA-0650-4B5D-984F-7927C673718F}" type="pres">
      <dgm:prSet presAssocID="{35C2B6E5-F572-436C-80DA-92A0F2EA3512}" presName="txShp" presStyleLbl="node1" presStyleIdx="1" presStyleCnt="4">
        <dgm:presLayoutVars>
          <dgm:bulletEnabled val="1"/>
        </dgm:presLayoutVars>
      </dgm:prSet>
      <dgm:spPr/>
      <dgm:t>
        <a:bodyPr/>
        <a:lstStyle/>
        <a:p>
          <a:endParaRPr lang="en-US"/>
        </a:p>
      </dgm:t>
    </dgm:pt>
    <dgm:pt modelId="{7F68DC72-44E2-4354-90ED-D97B05246209}" type="pres">
      <dgm:prSet presAssocID="{6A44209F-7AEE-4882-AB12-0B18A9CCEAB8}" presName="spacing" presStyleCnt="0"/>
      <dgm:spPr/>
    </dgm:pt>
    <dgm:pt modelId="{FDD3FEE4-53B3-4F68-BD66-4DB09DB90D6F}" type="pres">
      <dgm:prSet presAssocID="{6D9D72C7-D731-43B6-AA1E-C804AB77D5A6}" presName="composite" presStyleCnt="0"/>
      <dgm:spPr/>
    </dgm:pt>
    <dgm:pt modelId="{318CBE00-9DB5-41B7-BAE0-4F1BBB27B42B}" type="pres">
      <dgm:prSet presAssocID="{6D9D72C7-D731-43B6-AA1E-C804AB77D5A6}" presName="imgShp" presStyleLbl="fgImgPlace1" presStyleIdx="2" presStyleCnt="4"/>
      <dgm:spPr>
        <a:blipFill rotWithShape="1">
          <a:blip xmlns:r="http://schemas.openxmlformats.org/officeDocument/2006/relationships" r:embed="rId3"/>
          <a:stretch>
            <a:fillRect/>
          </a:stretch>
        </a:blipFill>
      </dgm:spPr>
      <dgm:t>
        <a:bodyPr/>
        <a:lstStyle/>
        <a:p>
          <a:endParaRPr lang="en-US"/>
        </a:p>
      </dgm:t>
    </dgm:pt>
    <dgm:pt modelId="{2DB5DAAA-53BE-41E9-95F4-B26C533C3210}" type="pres">
      <dgm:prSet presAssocID="{6D9D72C7-D731-43B6-AA1E-C804AB77D5A6}" presName="txShp" presStyleLbl="node1" presStyleIdx="2" presStyleCnt="4">
        <dgm:presLayoutVars>
          <dgm:bulletEnabled val="1"/>
        </dgm:presLayoutVars>
      </dgm:prSet>
      <dgm:spPr/>
      <dgm:t>
        <a:bodyPr/>
        <a:lstStyle/>
        <a:p>
          <a:endParaRPr lang="en-US"/>
        </a:p>
      </dgm:t>
    </dgm:pt>
    <dgm:pt modelId="{ECBA3253-2605-4872-9621-883F888C7969}" type="pres">
      <dgm:prSet presAssocID="{E57522BE-3FF9-4010-BF90-1E1A1AE4670E}" presName="spacing" presStyleCnt="0"/>
      <dgm:spPr/>
    </dgm:pt>
    <dgm:pt modelId="{30D77B86-7EF8-4463-88F9-AB51D752890B}" type="pres">
      <dgm:prSet presAssocID="{6BAFC9B9-3569-4C5A-BAAC-FD8D0F7AD046}" presName="composite" presStyleCnt="0"/>
      <dgm:spPr/>
    </dgm:pt>
    <dgm:pt modelId="{612C549A-113D-494E-863D-E4DFE690E868}" type="pres">
      <dgm:prSet presAssocID="{6BAFC9B9-3569-4C5A-BAAC-FD8D0F7AD046}" presName="imgShp" presStyleLbl="fgImgPlace1" presStyleIdx="3" presStyleCnt="4"/>
      <dgm:spPr>
        <a:blipFill rotWithShape="1">
          <a:blip xmlns:r="http://schemas.openxmlformats.org/officeDocument/2006/relationships" r:embed="rId4"/>
          <a:stretch>
            <a:fillRect/>
          </a:stretch>
        </a:blipFill>
      </dgm:spPr>
      <dgm:t>
        <a:bodyPr/>
        <a:lstStyle/>
        <a:p>
          <a:endParaRPr lang="en-US"/>
        </a:p>
      </dgm:t>
    </dgm:pt>
    <dgm:pt modelId="{8B116D2D-1C03-4546-A9F3-75843C6C3219}" type="pres">
      <dgm:prSet presAssocID="{6BAFC9B9-3569-4C5A-BAAC-FD8D0F7AD046}" presName="txShp" presStyleLbl="node1" presStyleIdx="3" presStyleCnt="4">
        <dgm:presLayoutVars>
          <dgm:bulletEnabled val="1"/>
        </dgm:presLayoutVars>
      </dgm:prSet>
      <dgm:spPr/>
      <dgm:t>
        <a:bodyPr/>
        <a:lstStyle/>
        <a:p>
          <a:endParaRPr lang="en-US"/>
        </a:p>
      </dgm:t>
    </dgm:pt>
  </dgm:ptLst>
  <dgm:cxnLst>
    <dgm:cxn modelId="{D462E555-A1CB-4746-855B-C46F4767849C}" type="presOf" srcId="{A70EC979-E7AB-41F6-85D8-06958604F62B}" destId="{C48DEC01-84F5-4E5A-AF70-905C3ECD2D27}" srcOrd="0" destOrd="0" presId="urn:microsoft.com/office/officeart/2005/8/layout/vList3"/>
    <dgm:cxn modelId="{FC7A2AF2-934A-4A36-B1F2-ABDB306564F4}" type="presOf" srcId="{6D9D72C7-D731-43B6-AA1E-C804AB77D5A6}" destId="{2DB5DAAA-53BE-41E9-95F4-B26C533C3210}" srcOrd="0" destOrd="0" presId="urn:microsoft.com/office/officeart/2005/8/layout/vList3"/>
    <dgm:cxn modelId="{91ACFF02-01E3-463C-8AA2-99B7B178875E}" srcId="{C902CF3C-3BA1-484F-B6FF-00D29E2F73B7}" destId="{35C2B6E5-F572-436C-80DA-92A0F2EA3512}" srcOrd="1" destOrd="0" parTransId="{9B520D12-9E91-48EC-A237-C05064BED5C6}" sibTransId="{6A44209F-7AEE-4882-AB12-0B18A9CCEAB8}"/>
    <dgm:cxn modelId="{B0AD9B5A-F10F-4E39-B8B2-0E722238C3D0}" srcId="{C902CF3C-3BA1-484F-B6FF-00D29E2F73B7}" destId="{A70EC979-E7AB-41F6-85D8-06958604F62B}" srcOrd="0" destOrd="0" parTransId="{78B924D5-E8E8-4FF8-84F3-2D9D93A10709}" sibTransId="{71069FC8-6B8B-40B6-91EF-E5F67AC01B05}"/>
    <dgm:cxn modelId="{62D6A83F-C106-43C5-B092-F69F7DDE2BE2}" srcId="{C902CF3C-3BA1-484F-B6FF-00D29E2F73B7}" destId="{6D9D72C7-D731-43B6-AA1E-C804AB77D5A6}" srcOrd="2" destOrd="0" parTransId="{17B5A4F6-798B-4056-A67C-A404195B3FBA}" sibTransId="{E57522BE-3FF9-4010-BF90-1E1A1AE4670E}"/>
    <dgm:cxn modelId="{1DE5A586-4FE6-478D-9CE7-3DC2A4A6288D}" type="presOf" srcId="{35C2B6E5-F572-436C-80DA-92A0F2EA3512}" destId="{B34ADFEA-0650-4B5D-984F-7927C673718F}" srcOrd="0" destOrd="0" presId="urn:microsoft.com/office/officeart/2005/8/layout/vList3"/>
    <dgm:cxn modelId="{7D8F07F4-223F-4C6C-960D-143ADA2E2569}" type="presOf" srcId="{6BAFC9B9-3569-4C5A-BAAC-FD8D0F7AD046}" destId="{8B116D2D-1C03-4546-A9F3-75843C6C3219}" srcOrd="0" destOrd="0" presId="urn:microsoft.com/office/officeart/2005/8/layout/vList3"/>
    <dgm:cxn modelId="{5E94E2A1-343F-4C39-8ED8-19EACB9CB7F9}" srcId="{C902CF3C-3BA1-484F-B6FF-00D29E2F73B7}" destId="{6BAFC9B9-3569-4C5A-BAAC-FD8D0F7AD046}" srcOrd="3" destOrd="0" parTransId="{0EE1E2E4-CA01-4369-89D8-F3812F2B45A3}" sibTransId="{122B2655-6A04-4D67-A9C5-6202C11BFDD4}"/>
    <dgm:cxn modelId="{C5BD9EDC-36FF-4791-9AAA-6C43139C069A}" type="presOf" srcId="{C902CF3C-3BA1-484F-B6FF-00D29E2F73B7}" destId="{219AA6F0-2D27-4BD0-909C-92D28717FCC8}" srcOrd="0" destOrd="0" presId="urn:microsoft.com/office/officeart/2005/8/layout/vList3"/>
    <dgm:cxn modelId="{CDDE2534-CA5A-4F1A-927C-65D3F0793AB5}" type="presParOf" srcId="{219AA6F0-2D27-4BD0-909C-92D28717FCC8}" destId="{8D972A92-A2C2-482F-9D17-18E16654B19A}" srcOrd="0" destOrd="0" presId="urn:microsoft.com/office/officeart/2005/8/layout/vList3"/>
    <dgm:cxn modelId="{350A8D91-224A-4120-8FB9-6AE4D7060915}" type="presParOf" srcId="{8D972A92-A2C2-482F-9D17-18E16654B19A}" destId="{1AB94D46-DEE9-4725-B96A-2EC15F082046}" srcOrd="0" destOrd="0" presId="urn:microsoft.com/office/officeart/2005/8/layout/vList3"/>
    <dgm:cxn modelId="{2F7019F9-7A16-4895-8B56-71DDE4055340}" type="presParOf" srcId="{8D972A92-A2C2-482F-9D17-18E16654B19A}" destId="{C48DEC01-84F5-4E5A-AF70-905C3ECD2D27}" srcOrd="1" destOrd="0" presId="urn:microsoft.com/office/officeart/2005/8/layout/vList3"/>
    <dgm:cxn modelId="{09FE1EF6-8009-4E6A-8DEB-E412B80FEC4F}" type="presParOf" srcId="{219AA6F0-2D27-4BD0-909C-92D28717FCC8}" destId="{8DB6ABF9-475A-424E-87BC-8A8AB3C73552}" srcOrd="1" destOrd="0" presId="urn:microsoft.com/office/officeart/2005/8/layout/vList3"/>
    <dgm:cxn modelId="{0797ACBA-8452-44E9-AD4E-9FF4A222EAE6}" type="presParOf" srcId="{219AA6F0-2D27-4BD0-909C-92D28717FCC8}" destId="{8A8E02D5-B7F6-4984-89D8-ED81D01EA2F3}" srcOrd="2" destOrd="0" presId="urn:microsoft.com/office/officeart/2005/8/layout/vList3"/>
    <dgm:cxn modelId="{0C2E6E58-883E-4879-975C-2BB45094F2B4}" type="presParOf" srcId="{8A8E02D5-B7F6-4984-89D8-ED81D01EA2F3}" destId="{688DFE60-E478-4C7F-9143-E263D4123C2B}" srcOrd="0" destOrd="0" presId="urn:microsoft.com/office/officeart/2005/8/layout/vList3"/>
    <dgm:cxn modelId="{847E1F23-6893-47A0-8D2D-C3F03264A56C}" type="presParOf" srcId="{8A8E02D5-B7F6-4984-89D8-ED81D01EA2F3}" destId="{B34ADFEA-0650-4B5D-984F-7927C673718F}" srcOrd="1" destOrd="0" presId="urn:microsoft.com/office/officeart/2005/8/layout/vList3"/>
    <dgm:cxn modelId="{2DAAEE37-D501-4C39-9696-F413A3C85D90}" type="presParOf" srcId="{219AA6F0-2D27-4BD0-909C-92D28717FCC8}" destId="{7F68DC72-44E2-4354-90ED-D97B05246209}" srcOrd="3" destOrd="0" presId="urn:microsoft.com/office/officeart/2005/8/layout/vList3"/>
    <dgm:cxn modelId="{4B3777A2-6049-4BF3-A9FB-A036259F876F}" type="presParOf" srcId="{219AA6F0-2D27-4BD0-909C-92D28717FCC8}" destId="{FDD3FEE4-53B3-4F68-BD66-4DB09DB90D6F}" srcOrd="4" destOrd="0" presId="urn:microsoft.com/office/officeart/2005/8/layout/vList3"/>
    <dgm:cxn modelId="{72050512-B7C1-47FA-8072-5AFDD412454B}" type="presParOf" srcId="{FDD3FEE4-53B3-4F68-BD66-4DB09DB90D6F}" destId="{318CBE00-9DB5-41B7-BAE0-4F1BBB27B42B}" srcOrd="0" destOrd="0" presId="urn:microsoft.com/office/officeart/2005/8/layout/vList3"/>
    <dgm:cxn modelId="{F6B086DA-04E1-459F-98E8-6C3620421F91}" type="presParOf" srcId="{FDD3FEE4-53B3-4F68-BD66-4DB09DB90D6F}" destId="{2DB5DAAA-53BE-41E9-95F4-B26C533C3210}" srcOrd="1" destOrd="0" presId="urn:microsoft.com/office/officeart/2005/8/layout/vList3"/>
    <dgm:cxn modelId="{37AFDDCB-A7E6-4B6E-A7C5-412A41B90EDE}" type="presParOf" srcId="{219AA6F0-2D27-4BD0-909C-92D28717FCC8}" destId="{ECBA3253-2605-4872-9621-883F888C7969}" srcOrd="5" destOrd="0" presId="urn:microsoft.com/office/officeart/2005/8/layout/vList3"/>
    <dgm:cxn modelId="{773BF28E-8284-406E-81AE-386E5A9E2D6F}" type="presParOf" srcId="{219AA6F0-2D27-4BD0-909C-92D28717FCC8}" destId="{30D77B86-7EF8-4463-88F9-AB51D752890B}" srcOrd="6" destOrd="0" presId="urn:microsoft.com/office/officeart/2005/8/layout/vList3"/>
    <dgm:cxn modelId="{EBD70158-0232-4296-975D-9FDDEFE49506}" type="presParOf" srcId="{30D77B86-7EF8-4463-88F9-AB51D752890B}" destId="{612C549A-113D-494E-863D-E4DFE690E868}" srcOrd="0" destOrd="0" presId="urn:microsoft.com/office/officeart/2005/8/layout/vList3"/>
    <dgm:cxn modelId="{BBA36286-F0D3-46E5-B9E8-CF817A8FAE98}" type="presParOf" srcId="{30D77B86-7EF8-4463-88F9-AB51D752890B}" destId="{8B116D2D-1C03-4546-A9F3-75843C6C3219}"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653387-3E1A-4519-8182-C95E9B132F7D}"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lang="en-US"/>
        </a:p>
      </dgm:t>
    </dgm:pt>
    <dgm:pt modelId="{581AAF46-9746-40B8-B381-224498DBFB9C}">
      <dgm:prSet phldrT="[Text]"/>
      <dgm:spPr/>
      <dgm:t>
        <a:bodyPr/>
        <a:lstStyle/>
        <a:p>
          <a:r>
            <a:rPr lang="en-US" dirty="0" smtClean="0"/>
            <a:t>DDL</a:t>
          </a:r>
          <a:endParaRPr lang="en-US" dirty="0"/>
        </a:p>
      </dgm:t>
    </dgm:pt>
    <dgm:pt modelId="{5765589C-800D-4087-AF11-592D803B44FF}" type="parTrans" cxnId="{A0FB7AB4-6737-47CE-9572-BA4CDA4D608D}">
      <dgm:prSet/>
      <dgm:spPr/>
      <dgm:t>
        <a:bodyPr/>
        <a:lstStyle/>
        <a:p>
          <a:endParaRPr lang="en-US"/>
        </a:p>
      </dgm:t>
    </dgm:pt>
    <dgm:pt modelId="{C1F31606-6AAB-4A3E-A673-1996EDC68ED0}" type="sibTrans" cxnId="{A0FB7AB4-6737-47CE-9572-BA4CDA4D608D}">
      <dgm:prSet/>
      <dgm:spPr/>
      <dgm:t>
        <a:bodyPr/>
        <a:lstStyle/>
        <a:p>
          <a:endParaRPr lang="en-US"/>
        </a:p>
      </dgm:t>
    </dgm:pt>
    <dgm:pt modelId="{CC770131-3DE4-46B5-B431-85C380BBB5D2}">
      <dgm:prSet phldrT="[Text]"/>
      <dgm:spPr/>
      <dgm:t>
        <a:bodyPr/>
        <a:lstStyle/>
        <a:p>
          <a:r>
            <a:rPr lang="en-US" dirty="0" smtClean="0"/>
            <a:t>CREATE, DROP, ALTER</a:t>
          </a:r>
          <a:endParaRPr lang="en-US" dirty="0"/>
        </a:p>
      </dgm:t>
    </dgm:pt>
    <dgm:pt modelId="{263D4770-9F1D-40E4-B6BD-A7944DF374FD}" type="parTrans" cxnId="{F069D5E8-6D97-4894-83C0-A46A040751DC}">
      <dgm:prSet/>
      <dgm:spPr/>
      <dgm:t>
        <a:bodyPr/>
        <a:lstStyle/>
        <a:p>
          <a:endParaRPr lang="en-US"/>
        </a:p>
      </dgm:t>
    </dgm:pt>
    <dgm:pt modelId="{9670A1DC-EA50-4B36-8C2A-196C8BDEE21F}" type="sibTrans" cxnId="{F069D5E8-6D97-4894-83C0-A46A040751DC}">
      <dgm:prSet/>
      <dgm:spPr/>
      <dgm:t>
        <a:bodyPr/>
        <a:lstStyle/>
        <a:p>
          <a:endParaRPr lang="en-US"/>
        </a:p>
      </dgm:t>
    </dgm:pt>
    <dgm:pt modelId="{24B5C9D9-CF75-4047-9BA8-7E77E9A529C7}">
      <dgm:prSet phldrT="[Text]"/>
      <dgm:spPr/>
      <dgm:t>
        <a:bodyPr/>
        <a:lstStyle/>
        <a:p>
          <a:r>
            <a:rPr lang="en-US" dirty="0" smtClean="0"/>
            <a:t>DML</a:t>
          </a:r>
          <a:endParaRPr lang="en-US" dirty="0"/>
        </a:p>
      </dgm:t>
    </dgm:pt>
    <dgm:pt modelId="{8E134537-8E10-4414-8D22-2B718F19E42A}" type="parTrans" cxnId="{9DE941F6-5D4E-4DC7-94D3-79C41EBBA540}">
      <dgm:prSet/>
      <dgm:spPr/>
      <dgm:t>
        <a:bodyPr/>
        <a:lstStyle/>
        <a:p>
          <a:endParaRPr lang="en-US"/>
        </a:p>
      </dgm:t>
    </dgm:pt>
    <dgm:pt modelId="{1F2FDA06-B884-459D-9229-1045D946E0A6}" type="sibTrans" cxnId="{9DE941F6-5D4E-4DC7-94D3-79C41EBBA540}">
      <dgm:prSet/>
      <dgm:spPr/>
      <dgm:t>
        <a:bodyPr/>
        <a:lstStyle/>
        <a:p>
          <a:endParaRPr lang="en-US"/>
        </a:p>
      </dgm:t>
    </dgm:pt>
    <dgm:pt modelId="{745005A4-158C-4032-AA3D-DE81D1FEC85E}">
      <dgm:prSet phldrT="[Text]"/>
      <dgm:spPr/>
      <dgm:t>
        <a:bodyPr/>
        <a:lstStyle/>
        <a:p>
          <a:r>
            <a:rPr lang="en-US" dirty="0" smtClean="0"/>
            <a:t>SELECT, INSERT, UPDATE, DELETE</a:t>
          </a:r>
          <a:endParaRPr lang="en-US" dirty="0"/>
        </a:p>
      </dgm:t>
    </dgm:pt>
    <dgm:pt modelId="{A4C65B09-FD14-4280-8BA0-7F70492EE891}" type="parTrans" cxnId="{5F3726E7-E6EC-4B8E-A446-A09EB87034E1}">
      <dgm:prSet/>
      <dgm:spPr/>
      <dgm:t>
        <a:bodyPr/>
        <a:lstStyle/>
        <a:p>
          <a:endParaRPr lang="en-US"/>
        </a:p>
      </dgm:t>
    </dgm:pt>
    <dgm:pt modelId="{1A7C9727-EFAF-4D6B-9548-D1612F4978AF}" type="sibTrans" cxnId="{5F3726E7-E6EC-4B8E-A446-A09EB87034E1}">
      <dgm:prSet/>
      <dgm:spPr/>
      <dgm:t>
        <a:bodyPr/>
        <a:lstStyle/>
        <a:p>
          <a:endParaRPr lang="en-US"/>
        </a:p>
      </dgm:t>
    </dgm:pt>
    <dgm:pt modelId="{D963AEA1-A596-4F9A-86B5-3A10CAAC41EC}">
      <dgm:prSet phldrT="[Text]"/>
      <dgm:spPr/>
      <dgm:t>
        <a:bodyPr/>
        <a:lstStyle/>
        <a:p>
          <a:r>
            <a:rPr lang="en-US" dirty="0" smtClean="0"/>
            <a:t>TCL</a:t>
          </a:r>
          <a:endParaRPr lang="en-US" dirty="0"/>
        </a:p>
      </dgm:t>
    </dgm:pt>
    <dgm:pt modelId="{EB161DB7-42F0-4EFF-AAD5-8ACF0B50B257}" type="parTrans" cxnId="{5203390D-4028-4A74-9F5D-E883B25007DA}">
      <dgm:prSet/>
      <dgm:spPr/>
      <dgm:t>
        <a:bodyPr/>
        <a:lstStyle/>
        <a:p>
          <a:endParaRPr lang="en-US"/>
        </a:p>
      </dgm:t>
    </dgm:pt>
    <dgm:pt modelId="{EBC35822-B1CC-4F7F-A53F-13ABFDC2844F}" type="sibTrans" cxnId="{5203390D-4028-4A74-9F5D-E883B25007DA}">
      <dgm:prSet/>
      <dgm:spPr/>
      <dgm:t>
        <a:bodyPr/>
        <a:lstStyle/>
        <a:p>
          <a:endParaRPr lang="en-US"/>
        </a:p>
      </dgm:t>
    </dgm:pt>
    <dgm:pt modelId="{F209CFEB-858C-4CD4-9DED-DB98FFED765E}">
      <dgm:prSet phldrT="[Text]"/>
      <dgm:spPr/>
      <dgm:t>
        <a:bodyPr/>
        <a:lstStyle/>
        <a:p>
          <a:r>
            <a:rPr lang="en-US" dirty="0" smtClean="0"/>
            <a:t>COMMIT, ROLLBACK</a:t>
          </a:r>
          <a:endParaRPr lang="en-US" dirty="0"/>
        </a:p>
      </dgm:t>
    </dgm:pt>
    <dgm:pt modelId="{6707938A-D74A-491C-8799-687C01947AF5}" type="parTrans" cxnId="{2B0E812F-26C9-4483-B642-3CB032552F21}">
      <dgm:prSet/>
      <dgm:spPr/>
      <dgm:t>
        <a:bodyPr/>
        <a:lstStyle/>
        <a:p>
          <a:endParaRPr lang="en-US"/>
        </a:p>
      </dgm:t>
    </dgm:pt>
    <dgm:pt modelId="{C8603061-FEAA-4FE7-8F5D-1C448E569402}" type="sibTrans" cxnId="{2B0E812F-26C9-4483-B642-3CB032552F21}">
      <dgm:prSet/>
      <dgm:spPr/>
      <dgm:t>
        <a:bodyPr/>
        <a:lstStyle/>
        <a:p>
          <a:endParaRPr lang="en-US"/>
        </a:p>
      </dgm:t>
    </dgm:pt>
    <dgm:pt modelId="{81204CF4-D8EC-42D4-B7BD-1E697DA6445E}">
      <dgm:prSet phldrT="[Text]"/>
      <dgm:spPr/>
      <dgm:t>
        <a:bodyPr/>
        <a:lstStyle/>
        <a:p>
          <a:r>
            <a:rPr lang="en-US" dirty="0" smtClean="0"/>
            <a:t>DCL</a:t>
          </a:r>
          <a:endParaRPr lang="en-US" dirty="0"/>
        </a:p>
      </dgm:t>
    </dgm:pt>
    <dgm:pt modelId="{DBF0B591-40E4-4812-8743-E71961920831}" type="parTrans" cxnId="{562526C7-B263-45D3-9C88-BE420F66FBCC}">
      <dgm:prSet/>
      <dgm:spPr/>
      <dgm:t>
        <a:bodyPr/>
        <a:lstStyle/>
        <a:p>
          <a:endParaRPr lang="en-US"/>
        </a:p>
      </dgm:t>
    </dgm:pt>
    <dgm:pt modelId="{100E812B-54B6-41EB-B07D-B8C8D835776D}" type="sibTrans" cxnId="{562526C7-B263-45D3-9C88-BE420F66FBCC}">
      <dgm:prSet/>
      <dgm:spPr/>
      <dgm:t>
        <a:bodyPr/>
        <a:lstStyle/>
        <a:p>
          <a:endParaRPr lang="en-US"/>
        </a:p>
      </dgm:t>
    </dgm:pt>
    <dgm:pt modelId="{EEE8DB62-743A-4DF1-950B-FAC7F4B81AC5}">
      <dgm:prSet phldrT="[Text]"/>
      <dgm:spPr/>
      <dgm:t>
        <a:bodyPr/>
        <a:lstStyle/>
        <a:p>
          <a:r>
            <a:rPr lang="en-US" dirty="0" smtClean="0"/>
            <a:t>GRANT, REVOKE</a:t>
          </a:r>
          <a:endParaRPr lang="en-US" dirty="0"/>
        </a:p>
      </dgm:t>
    </dgm:pt>
    <dgm:pt modelId="{ECE0B14A-2C83-48CF-94E6-FB53EFF0057F}" type="parTrans" cxnId="{D7E2CCAE-1248-4B94-BAA2-C2D2311D66D3}">
      <dgm:prSet/>
      <dgm:spPr/>
      <dgm:t>
        <a:bodyPr/>
        <a:lstStyle/>
        <a:p>
          <a:endParaRPr lang="en-US"/>
        </a:p>
      </dgm:t>
    </dgm:pt>
    <dgm:pt modelId="{F71581AB-D46A-4EF2-B223-3F5E02BFE8F6}" type="sibTrans" cxnId="{D7E2CCAE-1248-4B94-BAA2-C2D2311D66D3}">
      <dgm:prSet/>
      <dgm:spPr/>
      <dgm:t>
        <a:bodyPr/>
        <a:lstStyle/>
        <a:p>
          <a:endParaRPr lang="en-US"/>
        </a:p>
      </dgm:t>
    </dgm:pt>
    <dgm:pt modelId="{F8E82828-B8E3-4942-A679-A2BE63F45A3A}" type="pres">
      <dgm:prSet presAssocID="{06653387-3E1A-4519-8182-C95E9B132F7D}" presName="linearFlow" presStyleCnt="0">
        <dgm:presLayoutVars>
          <dgm:dir/>
          <dgm:animLvl val="lvl"/>
          <dgm:resizeHandles val="exact"/>
        </dgm:presLayoutVars>
      </dgm:prSet>
      <dgm:spPr/>
      <dgm:t>
        <a:bodyPr/>
        <a:lstStyle/>
        <a:p>
          <a:endParaRPr lang="en-US"/>
        </a:p>
      </dgm:t>
    </dgm:pt>
    <dgm:pt modelId="{55453CCC-2079-4473-ACA9-53AB99006806}" type="pres">
      <dgm:prSet presAssocID="{581AAF46-9746-40B8-B381-224498DBFB9C}" presName="composite" presStyleCnt="0"/>
      <dgm:spPr/>
      <dgm:t>
        <a:bodyPr/>
        <a:lstStyle/>
        <a:p>
          <a:endParaRPr lang="en-US"/>
        </a:p>
      </dgm:t>
    </dgm:pt>
    <dgm:pt modelId="{310E1377-F55C-4503-BDD7-2699E4DEBB8F}" type="pres">
      <dgm:prSet presAssocID="{581AAF46-9746-40B8-B381-224498DBFB9C}" presName="parentText" presStyleLbl="alignNode1" presStyleIdx="0" presStyleCnt="4">
        <dgm:presLayoutVars>
          <dgm:chMax val="1"/>
          <dgm:bulletEnabled val="1"/>
        </dgm:presLayoutVars>
      </dgm:prSet>
      <dgm:spPr/>
      <dgm:t>
        <a:bodyPr/>
        <a:lstStyle/>
        <a:p>
          <a:endParaRPr lang="en-US"/>
        </a:p>
      </dgm:t>
    </dgm:pt>
    <dgm:pt modelId="{C058DB05-905E-42C7-8F7C-FB0B50235A7D}" type="pres">
      <dgm:prSet presAssocID="{581AAF46-9746-40B8-B381-224498DBFB9C}" presName="descendantText" presStyleLbl="alignAcc1" presStyleIdx="0" presStyleCnt="4">
        <dgm:presLayoutVars>
          <dgm:bulletEnabled val="1"/>
        </dgm:presLayoutVars>
      </dgm:prSet>
      <dgm:spPr/>
      <dgm:t>
        <a:bodyPr/>
        <a:lstStyle/>
        <a:p>
          <a:endParaRPr lang="en-US"/>
        </a:p>
      </dgm:t>
    </dgm:pt>
    <dgm:pt modelId="{398EF70A-2547-402C-A681-CBF39752D9F6}" type="pres">
      <dgm:prSet presAssocID="{C1F31606-6AAB-4A3E-A673-1996EDC68ED0}" presName="sp" presStyleCnt="0"/>
      <dgm:spPr/>
      <dgm:t>
        <a:bodyPr/>
        <a:lstStyle/>
        <a:p>
          <a:endParaRPr lang="en-US"/>
        </a:p>
      </dgm:t>
    </dgm:pt>
    <dgm:pt modelId="{2CCACB11-819F-448F-B648-77472A65B33E}" type="pres">
      <dgm:prSet presAssocID="{24B5C9D9-CF75-4047-9BA8-7E77E9A529C7}" presName="composite" presStyleCnt="0"/>
      <dgm:spPr/>
      <dgm:t>
        <a:bodyPr/>
        <a:lstStyle/>
        <a:p>
          <a:endParaRPr lang="en-US"/>
        </a:p>
      </dgm:t>
    </dgm:pt>
    <dgm:pt modelId="{B9F231AE-3272-413B-87D8-A03D39BD94D8}" type="pres">
      <dgm:prSet presAssocID="{24B5C9D9-CF75-4047-9BA8-7E77E9A529C7}" presName="parentText" presStyleLbl="alignNode1" presStyleIdx="1" presStyleCnt="4">
        <dgm:presLayoutVars>
          <dgm:chMax val="1"/>
          <dgm:bulletEnabled val="1"/>
        </dgm:presLayoutVars>
      </dgm:prSet>
      <dgm:spPr/>
      <dgm:t>
        <a:bodyPr/>
        <a:lstStyle/>
        <a:p>
          <a:endParaRPr lang="en-US"/>
        </a:p>
      </dgm:t>
    </dgm:pt>
    <dgm:pt modelId="{0EBC980D-BB9F-40A4-BD6C-BECAF068C152}" type="pres">
      <dgm:prSet presAssocID="{24B5C9D9-CF75-4047-9BA8-7E77E9A529C7}" presName="descendantText" presStyleLbl="alignAcc1" presStyleIdx="1" presStyleCnt="4">
        <dgm:presLayoutVars>
          <dgm:bulletEnabled val="1"/>
        </dgm:presLayoutVars>
      </dgm:prSet>
      <dgm:spPr/>
      <dgm:t>
        <a:bodyPr/>
        <a:lstStyle/>
        <a:p>
          <a:endParaRPr lang="en-US"/>
        </a:p>
      </dgm:t>
    </dgm:pt>
    <dgm:pt modelId="{0B56ACE7-3B2E-4E93-805E-4FAA51F4FEA2}" type="pres">
      <dgm:prSet presAssocID="{1F2FDA06-B884-459D-9229-1045D946E0A6}" presName="sp" presStyleCnt="0"/>
      <dgm:spPr/>
      <dgm:t>
        <a:bodyPr/>
        <a:lstStyle/>
        <a:p>
          <a:endParaRPr lang="en-US"/>
        </a:p>
      </dgm:t>
    </dgm:pt>
    <dgm:pt modelId="{17AF9BD8-3BC8-452A-ACB2-112BF34294B1}" type="pres">
      <dgm:prSet presAssocID="{81204CF4-D8EC-42D4-B7BD-1E697DA6445E}" presName="composite" presStyleCnt="0"/>
      <dgm:spPr/>
      <dgm:t>
        <a:bodyPr/>
        <a:lstStyle/>
        <a:p>
          <a:endParaRPr lang="en-US"/>
        </a:p>
      </dgm:t>
    </dgm:pt>
    <dgm:pt modelId="{1503E095-C5E1-46E4-BBC3-63301E0837C0}" type="pres">
      <dgm:prSet presAssocID="{81204CF4-D8EC-42D4-B7BD-1E697DA6445E}" presName="parentText" presStyleLbl="alignNode1" presStyleIdx="2" presStyleCnt="4">
        <dgm:presLayoutVars>
          <dgm:chMax val="1"/>
          <dgm:bulletEnabled val="1"/>
        </dgm:presLayoutVars>
      </dgm:prSet>
      <dgm:spPr/>
      <dgm:t>
        <a:bodyPr/>
        <a:lstStyle/>
        <a:p>
          <a:endParaRPr lang="en-US"/>
        </a:p>
      </dgm:t>
    </dgm:pt>
    <dgm:pt modelId="{8568E277-3958-4BE0-9551-CB777724DEA6}" type="pres">
      <dgm:prSet presAssocID="{81204CF4-D8EC-42D4-B7BD-1E697DA6445E}" presName="descendantText" presStyleLbl="alignAcc1" presStyleIdx="2" presStyleCnt="4">
        <dgm:presLayoutVars>
          <dgm:bulletEnabled val="1"/>
        </dgm:presLayoutVars>
      </dgm:prSet>
      <dgm:spPr/>
      <dgm:t>
        <a:bodyPr/>
        <a:lstStyle/>
        <a:p>
          <a:endParaRPr lang="en-US"/>
        </a:p>
      </dgm:t>
    </dgm:pt>
    <dgm:pt modelId="{7E43416B-6D0B-4B4D-A6DD-ED777506310D}" type="pres">
      <dgm:prSet presAssocID="{100E812B-54B6-41EB-B07D-B8C8D835776D}" presName="sp" presStyleCnt="0"/>
      <dgm:spPr/>
      <dgm:t>
        <a:bodyPr/>
        <a:lstStyle/>
        <a:p>
          <a:endParaRPr lang="en-US"/>
        </a:p>
      </dgm:t>
    </dgm:pt>
    <dgm:pt modelId="{1C8EAF0F-0261-4510-AC61-98F8D25F90F3}" type="pres">
      <dgm:prSet presAssocID="{D963AEA1-A596-4F9A-86B5-3A10CAAC41EC}" presName="composite" presStyleCnt="0"/>
      <dgm:spPr/>
      <dgm:t>
        <a:bodyPr/>
        <a:lstStyle/>
        <a:p>
          <a:endParaRPr lang="en-US"/>
        </a:p>
      </dgm:t>
    </dgm:pt>
    <dgm:pt modelId="{B993EBAA-FAAF-4C6C-A4FF-7BC08841D34B}" type="pres">
      <dgm:prSet presAssocID="{D963AEA1-A596-4F9A-86B5-3A10CAAC41EC}" presName="parentText" presStyleLbl="alignNode1" presStyleIdx="3" presStyleCnt="4">
        <dgm:presLayoutVars>
          <dgm:chMax val="1"/>
          <dgm:bulletEnabled val="1"/>
        </dgm:presLayoutVars>
      </dgm:prSet>
      <dgm:spPr/>
      <dgm:t>
        <a:bodyPr/>
        <a:lstStyle/>
        <a:p>
          <a:endParaRPr lang="en-US"/>
        </a:p>
      </dgm:t>
    </dgm:pt>
    <dgm:pt modelId="{1337BA1D-95E3-4D64-8185-7D1CF5BF05FE}" type="pres">
      <dgm:prSet presAssocID="{D963AEA1-A596-4F9A-86B5-3A10CAAC41EC}" presName="descendantText" presStyleLbl="alignAcc1" presStyleIdx="3" presStyleCnt="4">
        <dgm:presLayoutVars>
          <dgm:bulletEnabled val="1"/>
        </dgm:presLayoutVars>
      </dgm:prSet>
      <dgm:spPr/>
      <dgm:t>
        <a:bodyPr/>
        <a:lstStyle/>
        <a:p>
          <a:endParaRPr lang="en-US"/>
        </a:p>
      </dgm:t>
    </dgm:pt>
  </dgm:ptLst>
  <dgm:cxnLst>
    <dgm:cxn modelId="{5F3726E7-E6EC-4B8E-A446-A09EB87034E1}" srcId="{24B5C9D9-CF75-4047-9BA8-7E77E9A529C7}" destId="{745005A4-158C-4032-AA3D-DE81D1FEC85E}" srcOrd="0" destOrd="0" parTransId="{A4C65B09-FD14-4280-8BA0-7F70492EE891}" sibTransId="{1A7C9727-EFAF-4D6B-9548-D1612F4978AF}"/>
    <dgm:cxn modelId="{4058E28E-28AD-4DA0-9D51-6E232749B2AA}" type="presOf" srcId="{745005A4-158C-4032-AA3D-DE81D1FEC85E}" destId="{0EBC980D-BB9F-40A4-BD6C-BECAF068C152}" srcOrd="0" destOrd="0" presId="urn:microsoft.com/office/officeart/2005/8/layout/chevron2"/>
    <dgm:cxn modelId="{A0FB7AB4-6737-47CE-9572-BA4CDA4D608D}" srcId="{06653387-3E1A-4519-8182-C95E9B132F7D}" destId="{581AAF46-9746-40B8-B381-224498DBFB9C}" srcOrd="0" destOrd="0" parTransId="{5765589C-800D-4087-AF11-592D803B44FF}" sibTransId="{C1F31606-6AAB-4A3E-A673-1996EDC68ED0}"/>
    <dgm:cxn modelId="{7758F642-35CB-4F33-8823-B591393B2F09}" type="presOf" srcId="{24B5C9D9-CF75-4047-9BA8-7E77E9A529C7}" destId="{B9F231AE-3272-413B-87D8-A03D39BD94D8}" srcOrd="0" destOrd="0" presId="urn:microsoft.com/office/officeart/2005/8/layout/chevron2"/>
    <dgm:cxn modelId="{9DE941F6-5D4E-4DC7-94D3-79C41EBBA540}" srcId="{06653387-3E1A-4519-8182-C95E9B132F7D}" destId="{24B5C9D9-CF75-4047-9BA8-7E77E9A529C7}" srcOrd="1" destOrd="0" parTransId="{8E134537-8E10-4414-8D22-2B718F19E42A}" sibTransId="{1F2FDA06-B884-459D-9229-1045D946E0A6}"/>
    <dgm:cxn modelId="{8139D6FA-49D6-4D8E-86C9-C09D24033B14}" type="presOf" srcId="{CC770131-3DE4-46B5-B431-85C380BBB5D2}" destId="{C058DB05-905E-42C7-8F7C-FB0B50235A7D}" srcOrd="0" destOrd="0" presId="urn:microsoft.com/office/officeart/2005/8/layout/chevron2"/>
    <dgm:cxn modelId="{EC55CE4C-C3A7-4AD9-BEE5-D7D416E82745}" type="presOf" srcId="{581AAF46-9746-40B8-B381-224498DBFB9C}" destId="{310E1377-F55C-4503-BDD7-2699E4DEBB8F}" srcOrd="0" destOrd="0" presId="urn:microsoft.com/office/officeart/2005/8/layout/chevron2"/>
    <dgm:cxn modelId="{5AA3AB78-0DD6-4255-B783-4D0209968AEF}" type="presOf" srcId="{06653387-3E1A-4519-8182-C95E9B132F7D}" destId="{F8E82828-B8E3-4942-A679-A2BE63F45A3A}" srcOrd="0" destOrd="0" presId="urn:microsoft.com/office/officeart/2005/8/layout/chevron2"/>
    <dgm:cxn modelId="{562526C7-B263-45D3-9C88-BE420F66FBCC}" srcId="{06653387-3E1A-4519-8182-C95E9B132F7D}" destId="{81204CF4-D8EC-42D4-B7BD-1E697DA6445E}" srcOrd="2" destOrd="0" parTransId="{DBF0B591-40E4-4812-8743-E71961920831}" sibTransId="{100E812B-54B6-41EB-B07D-B8C8D835776D}"/>
    <dgm:cxn modelId="{0505CE3C-C839-4C71-A4FB-BEC9A47B2957}" type="presOf" srcId="{D963AEA1-A596-4F9A-86B5-3A10CAAC41EC}" destId="{B993EBAA-FAAF-4C6C-A4FF-7BC08841D34B}" srcOrd="0" destOrd="0" presId="urn:microsoft.com/office/officeart/2005/8/layout/chevron2"/>
    <dgm:cxn modelId="{2B0E812F-26C9-4483-B642-3CB032552F21}" srcId="{D963AEA1-A596-4F9A-86B5-3A10CAAC41EC}" destId="{F209CFEB-858C-4CD4-9DED-DB98FFED765E}" srcOrd="0" destOrd="0" parTransId="{6707938A-D74A-491C-8799-687C01947AF5}" sibTransId="{C8603061-FEAA-4FE7-8F5D-1C448E569402}"/>
    <dgm:cxn modelId="{BB2293D1-91C9-4DBE-9E0B-35690681B148}" type="presOf" srcId="{81204CF4-D8EC-42D4-B7BD-1E697DA6445E}" destId="{1503E095-C5E1-46E4-BBC3-63301E0837C0}" srcOrd="0" destOrd="0" presId="urn:microsoft.com/office/officeart/2005/8/layout/chevron2"/>
    <dgm:cxn modelId="{D7E2CCAE-1248-4B94-BAA2-C2D2311D66D3}" srcId="{81204CF4-D8EC-42D4-B7BD-1E697DA6445E}" destId="{EEE8DB62-743A-4DF1-950B-FAC7F4B81AC5}" srcOrd="0" destOrd="0" parTransId="{ECE0B14A-2C83-48CF-94E6-FB53EFF0057F}" sibTransId="{F71581AB-D46A-4EF2-B223-3F5E02BFE8F6}"/>
    <dgm:cxn modelId="{F069D5E8-6D97-4894-83C0-A46A040751DC}" srcId="{581AAF46-9746-40B8-B381-224498DBFB9C}" destId="{CC770131-3DE4-46B5-B431-85C380BBB5D2}" srcOrd="0" destOrd="0" parTransId="{263D4770-9F1D-40E4-B6BD-A7944DF374FD}" sibTransId="{9670A1DC-EA50-4B36-8C2A-196C8BDEE21F}"/>
    <dgm:cxn modelId="{5203390D-4028-4A74-9F5D-E883B25007DA}" srcId="{06653387-3E1A-4519-8182-C95E9B132F7D}" destId="{D963AEA1-A596-4F9A-86B5-3A10CAAC41EC}" srcOrd="3" destOrd="0" parTransId="{EB161DB7-42F0-4EFF-AAD5-8ACF0B50B257}" sibTransId="{EBC35822-B1CC-4F7F-A53F-13ABFDC2844F}"/>
    <dgm:cxn modelId="{3B5F6E31-65B6-4873-B058-69E0091F3621}" type="presOf" srcId="{F209CFEB-858C-4CD4-9DED-DB98FFED765E}" destId="{1337BA1D-95E3-4D64-8185-7D1CF5BF05FE}" srcOrd="0" destOrd="0" presId="urn:microsoft.com/office/officeart/2005/8/layout/chevron2"/>
    <dgm:cxn modelId="{CCEEF3AF-8EF0-43A4-AF05-531D923D6BAC}" type="presOf" srcId="{EEE8DB62-743A-4DF1-950B-FAC7F4B81AC5}" destId="{8568E277-3958-4BE0-9551-CB777724DEA6}" srcOrd="0" destOrd="0" presId="urn:microsoft.com/office/officeart/2005/8/layout/chevron2"/>
    <dgm:cxn modelId="{C1C9312F-468D-494F-B71B-BF10C964A387}" type="presParOf" srcId="{F8E82828-B8E3-4942-A679-A2BE63F45A3A}" destId="{55453CCC-2079-4473-ACA9-53AB99006806}" srcOrd="0" destOrd="0" presId="urn:microsoft.com/office/officeart/2005/8/layout/chevron2"/>
    <dgm:cxn modelId="{2A43E749-B569-4269-86D7-3EBE0EED3909}" type="presParOf" srcId="{55453CCC-2079-4473-ACA9-53AB99006806}" destId="{310E1377-F55C-4503-BDD7-2699E4DEBB8F}" srcOrd="0" destOrd="0" presId="urn:microsoft.com/office/officeart/2005/8/layout/chevron2"/>
    <dgm:cxn modelId="{CB42B884-F3EF-46A2-A83C-597609B7A08F}" type="presParOf" srcId="{55453CCC-2079-4473-ACA9-53AB99006806}" destId="{C058DB05-905E-42C7-8F7C-FB0B50235A7D}" srcOrd="1" destOrd="0" presId="urn:microsoft.com/office/officeart/2005/8/layout/chevron2"/>
    <dgm:cxn modelId="{9B34B204-F2E6-4C40-ADF6-F125292D8C8E}" type="presParOf" srcId="{F8E82828-B8E3-4942-A679-A2BE63F45A3A}" destId="{398EF70A-2547-402C-A681-CBF39752D9F6}" srcOrd="1" destOrd="0" presId="urn:microsoft.com/office/officeart/2005/8/layout/chevron2"/>
    <dgm:cxn modelId="{6435D569-872C-40D7-93B6-57461562E227}" type="presParOf" srcId="{F8E82828-B8E3-4942-A679-A2BE63F45A3A}" destId="{2CCACB11-819F-448F-B648-77472A65B33E}" srcOrd="2" destOrd="0" presId="urn:microsoft.com/office/officeart/2005/8/layout/chevron2"/>
    <dgm:cxn modelId="{F5C3209C-4105-4DBA-A66B-BBDF72098774}" type="presParOf" srcId="{2CCACB11-819F-448F-B648-77472A65B33E}" destId="{B9F231AE-3272-413B-87D8-A03D39BD94D8}" srcOrd="0" destOrd="0" presId="urn:microsoft.com/office/officeart/2005/8/layout/chevron2"/>
    <dgm:cxn modelId="{05434DFE-AC7E-4670-B2A2-1C2C0BB5440A}" type="presParOf" srcId="{2CCACB11-819F-448F-B648-77472A65B33E}" destId="{0EBC980D-BB9F-40A4-BD6C-BECAF068C152}" srcOrd="1" destOrd="0" presId="urn:microsoft.com/office/officeart/2005/8/layout/chevron2"/>
    <dgm:cxn modelId="{A6DE75C9-56B7-4CEC-BD71-A6ADE9C03B10}" type="presParOf" srcId="{F8E82828-B8E3-4942-A679-A2BE63F45A3A}" destId="{0B56ACE7-3B2E-4E93-805E-4FAA51F4FEA2}" srcOrd="3" destOrd="0" presId="urn:microsoft.com/office/officeart/2005/8/layout/chevron2"/>
    <dgm:cxn modelId="{26DBCDCC-1406-45C3-936E-0AD33E8A6568}" type="presParOf" srcId="{F8E82828-B8E3-4942-A679-A2BE63F45A3A}" destId="{17AF9BD8-3BC8-452A-ACB2-112BF34294B1}" srcOrd="4" destOrd="0" presId="urn:microsoft.com/office/officeart/2005/8/layout/chevron2"/>
    <dgm:cxn modelId="{9FF09231-5FA3-4DBA-BB15-93D1B50123B7}" type="presParOf" srcId="{17AF9BD8-3BC8-452A-ACB2-112BF34294B1}" destId="{1503E095-C5E1-46E4-BBC3-63301E0837C0}" srcOrd="0" destOrd="0" presId="urn:microsoft.com/office/officeart/2005/8/layout/chevron2"/>
    <dgm:cxn modelId="{DE72FCFF-8989-46DA-BA1B-2CC446859F69}" type="presParOf" srcId="{17AF9BD8-3BC8-452A-ACB2-112BF34294B1}" destId="{8568E277-3958-4BE0-9551-CB777724DEA6}" srcOrd="1" destOrd="0" presId="urn:microsoft.com/office/officeart/2005/8/layout/chevron2"/>
    <dgm:cxn modelId="{4353218E-D6A8-4078-B837-4DD37F8980A9}" type="presParOf" srcId="{F8E82828-B8E3-4942-A679-A2BE63F45A3A}" destId="{7E43416B-6D0B-4B4D-A6DD-ED777506310D}" srcOrd="5" destOrd="0" presId="urn:microsoft.com/office/officeart/2005/8/layout/chevron2"/>
    <dgm:cxn modelId="{233ACD4F-922F-4B2A-94C2-5A8169A47904}" type="presParOf" srcId="{F8E82828-B8E3-4942-A679-A2BE63F45A3A}" destId="{1C8EAF0F-0261-4510-AC61-98F8D25F90F3}" srcOrd="6" destOrd="0" presId="urn:microsoft.com/office/officeart/2005/8/layout/chevron2"/>
    <dgm:cxn modelId="{26D9CD81-E346-4B29-9D9A-5609C4E679AD}" type="presParOf" srcId="{1C8EAF0F-0261-4510-AC61-98F8D25F90F3}" destId="{B993EBAA-FAAF-4C6C-A4FF-7BC08841D34B}" srcOrd="0" destOrd="0" presId="urn:microsoft.com/office/officeart/2005/8/layout/chevron2"/>
    <dgm:cxn modelId="{3292D068-AEF3-485B-A8C5-5EFD0267E561}" type="presParOf" srcId="{1C8EAF0F-0261-4510-AC61-98F8D25F90F3}" destId="{1337BA1D-95E3-4D64-8185-7D1CF5BF05FE}"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CA1C-82D6-4987-8272-09D44CFC9AAB}" type="datetimeFigureOut">
              <a:rPr lang="en-US" smtClean="0"/>
              <a:t>7/2/2016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6FA548-67E9-478F-A114-2BC23F15EB1B}" type="slidenum">
              <a:rPr lang="en-US" smtClean="0"/>
              <a:t>‹#›</a:t>
            </a:fld>
            <a:endParaRPr lang="en-US"/>
          </a:p>
        </p:txBody>
      </p:sp>
    </p:spTree>
    <p:extLst>
      <p:ext uri="{BB962C8B-B14F-4D97-AF65-F5344CB8AC3E}">
        <p14:creationId xmlns:p14="http://schemas.microsoft.com/office/powerpoint/2010/main" val="449978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80899" name="Rectangle 2"/>
          <p:cNvSpPr>
            <a:spLocks noGrp="1" noChangeArrowheads="1"/>
          </p:cNvSpPr>
          <p:nvPr>
            <p:ph type="body" idx="1"/>
          </p:nvPr>
        </p:nvSpPr>
        <p:spPr>
          <a:xfrm>
            <a:off x="685800" y="4343400"/>
            <a:ext cx="5446713" cy="4076700"/>
          </a:xfrm>
          <a:noFill/>
          <a:ln/>
        </p:spPr>
        <p:txBody>
          <a:bodyPr wrap="none" anchor="ctr"/>
          <a:lstStyle/>
          <a:p>
            <a:endParaRPr lang="en-US" dirty="0" smtClean="0"/>
          </a:p>
        </p:txBody>
      </p:sp>
    </p:spTree>
    <p:extLst>
      <p:ext uri="{BB962C8B-B14F-4D97-AF65-F5344CB8AC3E}">
        <p14:creationId xmlns:p14="http://schemas.microsoft.com/office/powerpoint/2010/main" val="4007158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926038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298271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910612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867610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F98010B-FC5E-4C27-B43B-137998F61C16}" type="datetimeFigureOut">
              <a:rPr lang="en-US" smtClean="0"/>
              <a:t>7/2/2016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51040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F98010B-FC5E-4C27-B43B-137998F61C16}" type="datetimeFigureOut">
              <a:rPr lang="en-US" smtClean="0"/>
              <a:t>7/2/2016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251603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98010B-FC5E-4C27-B43B-137998F61C16}" type="datetimeFigureOut">
              <a:rPr lang="en-US" smtClean="0"/>
              <a:t>7/2/2016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170721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065780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518589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144964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605735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98010B-FC5E-4C27-B43B-137998F61C16}" type="datetimeFigureOut">
              <a:rPr lang="en-US" smtClean="0"/>
              <a:t>7/2/2016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954BEE-865D-433D-8F00-28C0A03EDA7A}" type="slidenum">
              <a:rPr lang="en-US" smtClean="0"/>
              <a:t>‹#›</a:t>
            </a:fld>
            <a:endParaRPr lang="en-US"/>
          </a:p>
        </p:txBody>
      </p:sp>
      <p:sp>
        <p:nvSpPr>
          <p:cNvPr id="7" name="Rectangle 6"/>
          <p:cNvSpPr>
            <a:spLocks noChangeArrowheads="1"/>
          </p:cNvSpPr>
          <p:nvPr userDrawn="1"/>
        </p:nvSpPr>
        <p:spPr bwMode="auto">
          <a:xfrm>
            <a:off x="0" y="1"/>
            <a:ext cx="9144000" cy="188586"/>
          </a:xfrm>
          <a:prstGeom prst="rect">
            <a:avLst/>
          </a:prstGeom>
          <a:solidFill>
            <a:srgbClr val="C00000"/>
          </a:solidFill>
          <a:ln w="9525">
            <a:noFill/>
            <a:round/>
            <a:headEnd/>
            <a:tailEnd/>
          </a:ln>
          <a:effectLst/>
        </p:spPr>
        <p:txBody>
          <a:bodyPr wrap="none" anchor="ctr"/>
          <a:lstStyle/>
          <a:p>
            <a:pPr algn="r">
              <a:defRPr/>
            </a:pPr>
            <a:r>
              <a:rPr lang="en-SG" sz="1350" dirty="0" err="1" smtClean="0">
                <a:solidFill>
                  <a:schemeClr val="bg1"/>
                </a:solidFill>
              </a:rPr>
              <a:t>iAcademy</a:t>
            </a:r>
            <a:endParaRPr lang="en-SG" sz="1350" dirty="0">
              <a:solidFill>
                <a:schemeClr val="bg1"/>
              </a:solidFill>
            </a:endParaRPr>
          </a:p>
        </p:txBody>
      </p:sp>
      <p:sp>
        <p:nvSpPr>
          <p:cNvPr id="8" name="Rectangle 6"/>
          <p:cNvSpPr>
            <a:spLocks noChangeArrowheads="1"/>
          </p:cNvSpPr>
          <p:nvPr userDrawn="1"/>
        </p:nvSpPr>
        <p:spPr bwMode="auto">
          <a:xfrm>
            <a:off x="-24" y="6654800"/>
            <a:ext cx="9144024" cy="203200"/>
          </a:xfrm>
          <a:prstGeom prst="rect">
            <a:avLst/>
          </a:prstGeom>
          <a:solidFill>
            <a:srgbClr val="C00000"/>
          </a:solidFill>
          <a:ln w="9525">
            <a:noFill/>
            <a:round/>
            <a:headEnd/>
            <a:tailEnd/>
          </a:ln>
          <a:effectLst/>
        </p:spPr>
        <p:txBody>
          <a:bodyPr wrap="none" anchor="ctr"/>
          <a:lstStyle/>
          <a:p>
            <a:pPr marL="0" marR="0" indent="0" algn="l" defTabSz="336947"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lang="en-SG" sz="1350" dirty="0" err="1" smtClean="0">
                <a:solidFill>
                  <a:schemeClr val="bg1"/>
                </a:solidFill>
              </a:rPr>
              <a:t>iAcademy</a:t>
            </a:r>
            <a:endParaRPr lang="en-SG" sz="1350" dirty="0" smtClean="0">
              <a:solidFill>
                <a:schemeClr val="bg1"/>
              </a:solidFill>
            </a:endParaRPr>
          </a:p>
        </p:txBody>
      </p:sp>
      <p:sp>
        <p:nvSpPr>
          <p:cNvPr id="9" name="Rectangle 7"/>
          <p:cNvSpPr>
            <a:spLocks noChangeArrowheads="1"/>
          </p:cNvSpPr>
          <p:nvPr userDrawn="1"/>
        </p:nvSpPr>
        <p:spPr bwMode="auto">
          <a:xfrm flipV="1">
            <a:off x="1" y="-3"/>
            <a:ext cx="8261252" cy="45719"/>
          </a:xfrm>
          <a:prstGeom prst="rect">
            <a:avLst/>
          </a:prstGeom>
          <a:solidFill>
            <a:srgbClr val="FFC000"/>
          </a:solidFill>
          <a:ln w="9525">
            <a:noFill/>
            <a:round/>
            <a:headEnd/>
            <a:tailEnd/>
          </a:ln>
          <a:effectLst/>
        </p:spPr>
        <p:txBody>
          <a:bodyPr wrap="none" anchor="ctr"/>
          <a:lstStyle/>
          <a:p>
            <a:pPr>
              <a:defRPr/>
            </a:pPr>
            <a:endParaRPr lang="en-SG" sz="1350" dirty="0"/>
          </a:p>
        </p:txBody>
      </p:sp>
      <p:sp>
        <p:nvSpPr>
          <p:cNvPr id="10" name="Rectangle 7"/>
          <p:cNvSpPr>
            <a:spLocks noChangeArrowheads="1"/>
          </p:cNvSpPr>
          <p:nvPr userDrawn="1"/>
        </p:nvSpPr>
        <p:spPr bwMode="auto">
          <a:xfrm flipV="1">
            <a:off x="910810" y="6786583"/>
            <a:ext cx="8233190" cy="71416"/>
          </a:xfrm>
          <a:prstGeom prst="rect">
            <a:avLst/>
          </a:prstGeom>
          <a:solidFill>
            <a:srgbClr val="FFC000"/>
          </a:solidFill>
          <a:ln w="9525">
            <a:noFill/>
            <a:round/>
            <a:headEnd/>
            <a:tailEnd/>
          </a:ln>
          <a:effectLst/>
        </p:spPr>
        <p:txBody>
          <a:bodyPr wrap="none" anchor="ctr"/>
          <a:lstStyle/>
          <a:p>
            <a:pPr>
              <a:defRPr/>
            </a:pPr>
            <a:endParaRPr lang="en-SG" sz="1350" dirty="0"/>
          </a:p>
        </p:txBody>
      </p:sp>
    </p:spTree>
    <p:extLst>
      <p:ext uri="{BB962C8B-B14F-4D97-AF65-F5344CB8AC3E}">
        <p14:creationId xmlns:p14="http://schemas.microsoft.com/office/powerpoint/2010/main" val="20919620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11480" y="982923"/>
            <a:ext cx="8366759" cy="1102519"/>
          </a:xfrm>
        </p:spPr>
        <p:txBody>
          <a:bodyPr>
            <a:normAutofit fontScale="90000"/>
          </a:bodyPr>
          <a:lstStyle/>
          <a:p>
            <a:pPr algn="ctr"/>
            <a:r>
              <a:rPr lang="en-US" dirty="0" smtClean="0"/>
              <a:t>An Introduction to Database</a:t>
            </a:r>
            <a:endParaRPr lang="en-GB" dirty="0"/>
          </a:p>
        </p:txBody>
      </p:sp>
      <p:sp>
        <p:nvSpPr>
          <p:cNvPr id="6" name="Subtitle 5"/>
          <p:cNvSpPr>
            <a:spLocks noGrp="1"/>
          </p:cNvSpPr>
          <p:nvPr>
            <p:ph type="subTitle" idx="1"/>
          </p:nvPr>
        </p:nvSpPr>
        <p:spPr>
          <a:xfrm>
            <a:off x="1410868" y="2870583"/>
            <a:ext cx="6303577" cy="2126420"/>
          </a:xfrm>
        </p:spPr>
        <p:txBody>
          <a:bodyPr>
            <a:normAutofit fontScale="92500" lnSpcReduction="20000"/>
          </a:bodyPr>
          <a:lstStyle/>
          <a:p>
            <a:r>
              <a:rPr lang="en-US" sz="2100" dirty="0"/>
              <a:t>Introduction to Database for Undergraduate Study</a:t>
            </a:r>
          </a:p>
          <a:p>
            <a:r>
              <a:rPr lang="en-US" sz="2100" dirty="0"/>
              <a:t>Lecture </a:t>
            </a:r>
            <a:r>
              <a:rPr lang="en-US" sz="2100" dirty="0" smtClean="0"/>
              <a:t>6</a:t>
            </a:r>
            <a:endParaRPr lang="en-US" sz="2100" dirty="0"/>
          </a:p>
          <a:p>
            <a:endParaRPr lang="en-US" sz="2100" dirty="0"/>
          </a:p>
          <a:p>
            <a:r>
              <a:rPr lang="en-US" i="1" dirty="0"/>
              <a:t>DML</a:t>
            </a:r>
          </a:p>
          <a:p>
            <a:r>
              <a:rPr lang="en-US" i="1" dirty="0"/>
              <a:t>Bulk Insertion</a:t>
            </a:r>
          </a:p>
          <a:p>
            <a:r>
              <a:rPr lang="en-US" i="1" dirty="0"/>
              <a:t>WHERE Clause</a:t>
            </a:r>
          </a:p>
          <a:p>
            <a:endParaRPr lang="en-US" i="1" dirty="0"/>
          </a:p>
        </p:txBody>
      </p:sp>
      <p:sp>
        <p:nvSpPr>
          <p:cNvPr id="7" name="TextBox 3"/>
          <p:cNvSpPr txBox="1">
            <a:spLocks noChangeArrowheads="1"/>
          </p:cNvSpPr>
          <p:nvPr/>
        </p:nvSpPr>
        <p:spPr bwMode="auto">
          <a:xfrm>
            <a:off x="411480" y="5129071"/>
            <a:ext cx="8366760" cy="964413"/>
          </a:xfrm>
          <a:prstGeom prst="rect">
            <a:avLst/>
          </a:prstGeom>
          <a:ln w="9525"/>
        </p:spPr>
        <p:style>
          <a:lnRef idx="2">
            <a:schemeClr val="dk1"/>
          </a:lnRef>
          <a:fillRef idx="1">
            <a:schemeClr val="lt1"/>
          </a:fillRef>
          <a:effectRef idx="0">
            <a:schemeClr val="dk1"/>
          </a:effectRef>
          <a:fontRef idx="minor">
            <a:schemeClr val="dk1"/>
          </a:fontRef>
        </p:style>
        <p:txBody>
          <a:bodyPr vert="horz" lIns="68580" tIns="34290" rIns="68580" bIns="34290" rtlCol="0">
            <a:noAutofit/>
          </a:bodyPr>
          <a:lstStyle/>
          <a:p>
            <a:pPr algn="just">
              <a:spcBef>
                <a:spcPct val="20000"/>
              </a:spcBef>
            </a:pPr>
            <a:r>
              <a:rPr lang="en-GB" sz="1050" dirty="0">
                <a:solidFill>
                  <a:schemeClr val="tx1"/>
                </a:solidFill>
              </a:rPr>
              <a:t>This lecture and its associated materials have been produced by </a:t>
            </a:r>
            <a:r>
              <a:rPr lang="en-GB" sz="1050" dirty="0" err="1">
                <a:solidFill>
                  <a:schemeClr val="tx1"/>
                </a:solidFill>
              </a:rPr>
              <a:t>Mr.</a:t>
            </a:r>
            <a:r>
              <a:rPr lang="en-GB" sz="1050" dirty="0">
                <a:solidFill>
                  <a:schemeClr val="tx1"/>
                </a:solidFill>
              </a:rPr>
              <a:t> Rohit Panday (M.Sc. IT, 10+ Years of Industry/Academic Experience) of </a:t>
            </a:r>
            <a:r>
              <a:rPr lang="en-GB" sz="1050" dirty="0" err="1">
                <a:solidFill>
                  <a:schemeClr val="tx1"/>
                </a:solidFill>
              </a:rPr>
              <a:t>iAcademy</a:t>
            </a:r>
            <a:r>
              <a:rPr lang="en-GB" sz="1050" dirty="0">
                <a:solidFill>
                  <a:schemeClr val="tx1"/>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050" dirty="0" err="1">
                <a:solidFill>
                  <a:schemeClr val="tx1"/>
                </a:solidFill>
              </a:rPr>
              <a:t>iAcademy</a:t>
            </a:r>
            <a:r>
              <a:rPr lang="en-GB" sz="1050" dirty="0">
                <a:solidFill>
                  <a:schemeClr val="tx1"/>
                </a:solidFill>
              </a:rPr>
              <a:t> do not accept any liability for the consequences of any action taken as a result of the work or any recommendations made or inferred. Permission to use any of these materials must be first granted by </a:t>
            </a:r>
            <a:r>
              <a:rPr lang="en-GB" sz="1050" dirty="0" err="1">
                <a:solidFill>
                  <a:schemeClr val="tx1"/>
                </a:solidFill>
              </a:rPr>
              <a:t>iAcademy</a:t>
            </a:r>
            <a:r>
              <a:rPr lang="en-GB" sz="1050" dirty="0">
                <a:solidFill>
                  <a:schemeClr val="tx1"/>
                </a:solidFill>
              </a:rPr>
              <a:t>.</a:t>
            </a:r>
            <a:endParaRPr lang="en-US" sz="1050" dirty="0">
              <a:solidFill>
                <a:schemeClr val="tx1"/>
              </a:solidFill>
            </a:endParaRPr>
          </a:p>
        </p:txBody>
      </p:sp>
    </p:spTree>
    <p:extLst>
      <p:ext uri="{BB962C8B-B14F-4D97-AF65-F5344CB8AC3E}">
        <p14:creationId xmlns:p14="http://schemas.microsoft.com/office/powerpoint/2010/main" val="279547947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DML</a:t>
            </a:r>
            <a:endParaRPr lang="en-US" dirty="0"/>
          </a:p>
        </p:txBody>
      </p:sp>
      <p:sp>
        <p:nvSpPr>
          <p:cNvPr id="4" name="TextBox 3"/>
          <p:cNvSpPr txBox="1"/>
          <p:nvPr/>
        </p:nvSpPr>
        <p:spPr>
          <a:xfrm>
            <a:off x="772735" y="4643640"/>
            <a:ext cx="7598531" cy="1323439"/>
          </a:xfrm>
          <a:prstGeom prst="rect">
            <a:avLst/>
          </a:prstGeom>
          <a:solidFill>
            <a:schemeClr val="accent2"/>
          </a:solidFill>
        </p:spPr>
        <p:txBody>
          <a:bodyPr wrap="square" rtlCol="0">
            <a:spAutoFit/>
          </a:bodyPr>
          <a:lstStyle/>
          <a:p>
            <a:pPr algn="ctr"/>
            <a:r>
              <a:rPr lang="en-US" sz="2000" b="1" dirty="0">
                <a:solidFill>
                  <a:schemeClr val="bg1"/>
                </a:solidFill>
              </a:rPr>
              <a:t>DML statements affect records in a table. These are basic operations we perform on data such as selecting a few records from a table, inserting new records, deleting unnecessary records, and updating/modifying existing records.</a:t>
            </a:r>
          </a:p>
        </p:txBody>
      </p:sp>
      <p:pic>
        <p:nvPicPr>
          <p:cNvPr id="1026" name="Picture 2" descr="https://relationary.files.wordpress.com/2008/05/dmlicon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735" y="2161236"/>
            <a:ext cx="7598531" cy="2269902"/>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710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DML</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292575970"/>
              </p:ext>
            </p:extLst>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297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1AB94D46-DEE9-4725-B96A-2EC15F082046}"/>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graphicEl>
                                              <a:dgm id="{C48DEC01-84F5-4E5A-AF70-905C3ECD2D27}"/>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graphicEl>
                                              <a:dgm id="{688DFE60-E478-4C7F-9143-E263D4123C2B}"/>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graphicEl>
                                              <a:dgm id="{B34ADFEA-0650-4B5D-984F-7927C673718F}"/>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graphicEl>
                                              <a:dgm id="{318CBE00-9DB5-41B7-BAE0-4F1BBB27B42B}"/>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graphicEl>
                                              <a:dgm id="{2DB5DAAA-53BE-41E9-95F4-B26C533C3210}"/>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graphicEl>
                                              <a:dgm id="{612C549A-113D-494E-863D-E4DFE690E868}"/>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graphicEl>
                                              <a:dgm id="{8B116D2D-1C03-4546-A9F3-75843C6C321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DML - INSERT</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09741621"/>
              </p:ext>
            </p:extLst>
          </p:nvPr>
        </p:nvGraphicFramePr>
        <p:xfrm>
          <a:off x="628648" y="2226469"/>
          <a:ext cx="7639588" cy="1791708"/>
        </p:xfrm>
        <a:graphic>
          <a:graphicData uri="http://schemas.openxmlformats.org/drawingml/2006/table">
            <a:tbl>
              <a:tblPr firstRow="1" bandRow="1">
                <a:tableStyleId>{5C22544A-7EE6-4342-B048-85BDC9FD1C3A}</a:tableStyleId>
              </a:tblPr>
              <a:tblGrid>
                <a:gridCol w="955469"/>
                <a:gridCol w="6684119"/>
              </a:tblGrid>
              <a:tr h="388748">
                <a:tc>
                  <a:txBody>
                    <a:bodyPr/>
                    <a:lstStyle/>
                    <a:p>
                      <a:r>
                        <a:rPr lang="en-US" sz="1000" dirty="0" smtClean="0"/>
                        <a:t>Syntax</a:t>
                      </a:r>
                      <a:endParaRPr lang="en-US" sz="1000" dirty="0"/>
                    </a:p>
                  </a:txBody>
                  <a:tcPr marL="68580" marR="68580" marT="34290" marB="34290"/>
                </a:tc>
                <a:tc>
                  <a:txBody>
                    <a:bodyPr/>
                    <a:lstStyle/>
                    <a:p>
                      <a:r>
                        <a:rPr lang="en-US" sz="1400" b="1" kern="1200" dirty="0" smtClean="0">
                          <a:solidFill>
                            <a:schemeClr val="lt1"/>
                          </a:solidFill>
                          <a:effectLst/>
                          <a:latin typeface="+mn-lt"/>
                          <a:ea typeface="+mn-ea"/>
                          <a:cs typeface="+mn-cs"/>
                        </a:rPr>
                        <a:t>INSERT</a:t>
                      </a:r>
                      <a:r>
                        <a:rPr lang="en-US" sz="1000" dirty="0" smtClean="0"/>
                        <a:t> into </a:t>
                      </a:r>
                      <a:r>
                        <a:rPr lang="en-US" sz="1400" b="1" i="1" kern="1200" dirty="0" smtClean="0">
                          <a:solidFill>
                            <a:schemeClr val="lt1"/>
                          </a:solidFill>
                          <a:effectLst/>
                          <a:latin typeface="+mn-lt"/>
                          <a:ea typeface="+mn-ea"/>
                          <a:cs typeface="+mn-cs"/>
                        </a:rPr>
                        <a:t>table-name</a:t>
                      </a:r>
                      <a:r>
                        <a:rPr lang="en-US" sz="1000" dirty="0" smtClean="0"/>
                        <a:t> values(data1,data2,..)</a:t>
                      </a:r>
                      <a:endParaRPr lang="en-US" sz="1000" dirty="0"/>
                    </a:p>
                  </a:txBody>
                  <a:tcPr marL="68580" marR="68580" marT="34290" marB="34290"/>
                </a:tc>
              </a:tr>
              <a:tr h="462008">
                <a:tc>
                  <a:txBody>
                    <a:bodyPr/>
                    <a:lstStyle/>
                    <a:p>
                      <a:r>
                        <a:rPr lang="en-US" sz="1000" dirty="0" smtClean="0"/>
                        <a:t>Examples</a:t>
                      </a:r>
                      <a:endParaRPr lang="en-US" sz="1000" dirty="0"/>
                    </a:p>
                  </a:txBody>
                  <a:tcPr marL="68580" marR="68580" marT="34290" marB="34290"/>
                </a:tc>
                <a:tc>
                  <a:txBody>
                    <a:bodyPr/>
                    <a:lstStyle/>
                    <a:p>
                      <a:r>
                        <a:rPr lang="en-US" sz="1000" dirty="0" smtClean="0"/>
                        <a:t>INSERT into Student values(101,'Adam',15);</a:t>
                      </a:r>
                      <a:endParaRPr lang="en-US" sz="1000" dirty="0"/>
                    </a:p>
                  </a:txBody>
                  <a:tcPr marL="68580" marR="68580" marT="34290" marB="34290"/>
                </a:tc>
              </a:tr>
              <a:tr h="940952">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5" name="Picture 4"/>
          <p:cNvPicPr>
            <a:picLocks noChangeAspect="1"/>
          </p:cNvPicPr>
          <p:nvPr/>
        </p:nvPicPr>
        <p:blipFill>
          <a:blip r:embed="rId2"/>
          <a:stretch>
            <a:fillRect/>
          </a:stretch>
        </p:blipFill>
        <p:spPr>
          <a:xfrm>
            <a:off x="1656593" y="3059538"/>
            <a:ext cx="6583466" cy="965915"/>
          </a:xfrm>
          <a:prstGeom prst="rect">
            <a:avLst/>
          </a:prstGeom>
        </p:spPr>
      </p:pic>
      <p:sp>
        <p:nvSpPr>
          <p:cNvPr id="7" name="TextBox 6"/>
          <p:cNvSpPr txBox="1"/>
          <p:nvPr/>
        </p:nvSpPr>
        <p:spPr>
          <a:xfrm>
            <a:off x="628650" y="4411803"/>
            <a:ext cx="3308798" cy="369332"/>
          </a:xfrm>
          <a:prstGeom prst="rect">
            <a:avLst/>
          </a:prstGeom>
          <a:solidFill>
            <a:schemeClr val="accent2"/>
          </a:solidFill>
        </p:spPr>
        <p:txBody>
          <a:bodyPr wrap="square" rtlCol="0">
            <a:spAutoFit/>
          </a:bodyPr>
          <a:lstStyle/>
          <a:p>
            <a:r>
              <a:rPr lang="en-US" dirty="0">
                <a:solidFill>
                  <a:schemeClr val="bg1"/>
                </a:solidFill>
              </a:rPr>
              <a:t>SIMPLE INSERT COMMAND</a:t>
            </a:r>
          </a:p>
        </p:txBody>
      </p:sp>
    </p:spTree>
    <p:extLst>
      <p:ext uri="{BB962C8B-B14F-4D97-AF65-F5344CB8AC3E}">
        <p14:creationId xmlns:p14="http://schemas.microsoft.com/office/powerpoint/2010/main" val="314403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DML - INSERT</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80554114"/>
              </p:ext>
            </p:extLst>
          </p:nvPr>
        </p:nvGraphicFramePr>
        <p:xfrm>
          <a:off x="628648" y="2226469"/>
          <a:ext cx="7639588" cy="1791708"/>
        </p:xfrm>
        <a:graphic>
          <a:graphicData uri="http://schemas.openxmlformats.org/drawingml/2006/table">
            <a:tbl>
              <a:tblPr firstRow="1" bandRow="1">
                <a:tableStyleId>{5C22544A-7EE6-4342-B048-85BDC9FD1C3A}</a:tableStyleId>
              </a:tblPr>
              <a:tblGrid>
                <a:gridCol w="955469"/>
                <a:gridCol w="6684119"/>
              </a:tblGrid>
              <a:tr h="388748">
                <a:tc>
                  <a:txBody>
                    <a:bodyPr/>
                    <a:lstStyle/>
                    <a:p>
                      <a:r>
                        <a:rPr lang="en-US" sz="1000" dirty="0" smtClean="0"/>
                        <a:t>Example</a:t>
                      </a:r>
                      <a:endParaRPr lang="en-US" sz="1000" dirty="0"/>
                    </a:p>
                  </a:txBody>
                  <a:tcPr marL="68580" marR="68580" marT="34290" marB="34290"/>
                </a:tc>
                <a:tc>
                  <a:txBody>
                    <a:bodyPr/>
                    <a:lstStyle/>
                    <a:p>
                      <a:r>
                        <a:rPr lang="en-US" sz="1000" dirty="0" smtClean="0"/>
                        <a:t>INSERT into Student(</a:t>
                      </a:r>
                      <a:r>
                        <a:rPr lang="en-US" sz="1000" dirty="0" err="1" smtClean="0"/>
                        <a:t>id,name</a:t>
                      </a:r>
                      <a:r>
                        <a:rPr lang="en-US" sz="1000" dirty="0" smtClean="0"/>
                        <a:t>) values(102,'Alex');</a:t>
                      </a:r>
                      <a:endParaRPr lang="en-US" sz="1000" dirty="0"/>
                    </a:p>
                  </a:txBody>
                  <a:tcPr marL="68580" marR="68580" marT="34290" marB="34290"/>
                </a:tc>
              </a:tr>
              <a:tr h="462008">
                <a:tc>
                  <a:txBody>
                    <a:bodyPr/>
                    <a:lstStyle/>
                    <a:p>
                      <a:r>
                        <a:rPr lang="en-US" sz="1000" dirty="0" smtClean="0"/>
                        <a:t>Examples</a:t>
                      </a:r>
                      <a:endParaRPr lang="en-US" sz="1000" dirty="0"/>
                    </a:p>
                  </a:txBody>
                  <a:tcPr marL="68580" marR="68580" marT="34290" marB="34290"/>
                </a:tc>
                <a:tc>
                  <a:txBody>
                    <a:bodyPr/>
                    <a:lstStyle/>
                    <a:p>
                      <a:r>
                        <a:rPr lang="en-US" sz="1000" dirty="0" smtClean="0"/>
                        <a:t>INSERT into Student values(102,'Alex',null);</a:t>
                      </a:r>
                      <a:endParaRPr lang="en-US" sz="1000" dirty="0"/>
                    </a:p>
                  </a:txBody>
                  <a:tcPr marL="68580" marR="68580" marT="34290" marB="34290"/>
                </a:tc>
              </a:tr>
              <a:tr h="940952">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sp>
        <p:nvSpPr>
          <p:cNvPr id="6" name="TextBox 5"/>
          <p:cNvSpPr txBox="1"/>
          <p:nvPr/>
        </p:nvSpPr>
        <p:spPr>
          <a:xfrm>
            <a:off x="628650" y="4411803"/>
            <a:ext cx="7611409" cy="369332"/>
          </a:xfrm>
          <a:prstGeom prst="rect">
            <a:avLst/>
          </a:prstGeom>
          <a:solidFill>
            <a:schemeClr val="accent2"/>
          </a:solidFill>
        </p:spPr>
        <p:txBody>
          <a:bodyPr wrap="square" rtlCol="0">
            <a:spAutoFit/>
          </a:bodyPr>
          <a:lstStyle/>
          <a:p>
            <a:r>
              <a:rPr lang="en-US" b="1" dirty="0">
                <a:solidFill>
                  <a:schemeClr val="bg1"/>
                </a:solidFill>
              </a:rPr>
              <a:t>Example to Insert NULL value to a column</a:t>
            </a:r>
          </a:p>
        </p:txBody>
      </p:sp>
      <p:pic>
        <p:nvPicPr>
          <p:cNvPr id="3" name="Picture 2"/>
          <p:cNvPicPr>
            <a:picLocks noChangeAspect="1"/>
          </p:cNvPicPr>
          <p:nvPr/>
        </p:nvPicPr>
        <p:blipFill>
          <a:blip r:embed="rId2"/>
          <a:stretch>
            <a:fillRect/>
          </a:stretch>
        </p:blipFill>
        <p:spPr>
          <a:xfrm>
            <a:off x="1930469" y="3128056"/>
            <a:ext cx="5007769" cy="814388"/>
          </a:xfrm>
          <a:prstGeom prst="rect">
            <a:avLst/>
          </a:prstGeom>
        </p:spPr>
      </p:pic>
    </p:spTree>
    <p:extLst>
      <p:ext uri="{BB962C8B-B14F-4D97-AF65-F5344CB8AC3E}">
        <p14:creationId xmlns:p14="http://schemas.microsoft.com/office/powerpoint/2010/main" val="2978090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DML - INSERT</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44621543"/>
              </p:ext>
            </p:extLst>
          </p:nvPr>
        </p:nvGraphicFramePr>
        <p:xfrm>
          <a:off x="628648" y="2226469"/>
          <a:ext cx="7639588" cy="1856940"/>
        </p:xfrm>
        <a:graphic>
          <a:graphicData uri="http://schemas.openxmlformats.org/drawingml/2006/table">
            <a:tbl>
              <a:tblPr firstRow="1" bandRow="1">
                <a:tableStyleId>{5C22544A-7EE6-4342-B048-85BDC9FD1C3A}</a:tableStyleId>
              </a:tblPr>
              <a:tblGrid>
                <a:gridCol w="955469"/>
                <a:gridCol w="6684119"/>
              </a:tblGrid>
              <a:tr h="542891">
                <a:tc>
                  <a:txBody>
                    <a:bodyPr/>
                    <a:lstStyle/>
                    <a:p>
                      <a:r>
                        <a:rPr lang="en-US" sz="1000" dirty="0" smtClean="0"/>
                        <a:t>Example</a:t>
                      </a:r>
                      <a:endParaRPr lang="en-US" sz="1000" dirty="0"/>
                    </a:p>
                  </a:txBody>
                  <a:tcPr marL="68580" marR="68580" marT="34290" marB="34290"/>
                </a:tc>
                <a:tc>
                  <a:txBody>
                    <a:bodyPr/>
                    <a:lstStyle/>
                    <a:p>
                      <a:r>
                        <a:rPr lang="en-US" sz="1000" dirty="0" smtClean="0"/>
                        <a:t>INSERT into Student values(103,'Chris',default);</a:t>
                      </a:r>
                      <a:endParaRPr lang="en-US" sz="1000" dirty="0"/>
                    </a:p>
                  </a:txBody>
                  <a:tcPr marL="68580" marR="68580" marT="34290" marB="34290"/>
                </a:tc>
              </a:tr>
              <a:tr h="1314049">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sp>
        <p:nvSpPr>
          <p:cNvPr id="6" name="TextBox 5"/>
          <p:cNvSpPr txBox="1"/>
          <p:nvPr/>
        </p:nvSpPr>
        <p:spPr>
          <a:xfrm>
            <a:off x="628650" y="4411803"/>
            <a:ext cx="7611409" cy="369332"/>
          </a:xfrm>
          <a:prstGeom prst="rect">
            <a:avLst/>
          </a:prstGeom>
          <a:solidFill>
            <a:schemeClr val="accent2"/>
          </a:solidFill>
        </p:spPr>
        <p:txBody>
          <a:bodyPr wrap="square" rtlCol="0">
            <a:spAutoFit/>
          </a:bodyPr>
          <a:lstStyle/>
          <a:p>
            <a:r>
              <a:rPr lang="en-US" b="1" dirty="0">
                <a:solidFill>
                  <a:schemeClr val="bg1"/>
                </a:solidFill>
              </a:rPr>
              <a:t>Example to Insert DEFAULT value to a column</a:t>
            </a:r>
          </a:p>
        </p:txBody>
      </p:sp>
      <p:pic>
        <p:nvPicPr>
          <p:cNvPr id="5" name="Picture 4"/>
          <p:cNvPicPr>
            <a:picLocks noChangeAspect="1"/>
          </p:cNvPicPr>
          <p:nvPr/>
        </p:nvPicPr>
        <p:blipFill>
          <a:blip r:embed="rId2"/>
          <a:stretch>
            <a:fillRect/>
          </a:stretch>
        </p:blipFill>
        <p:spPr>
          <a:xfrm>
            <a:off x="2068116" y="2886075"/>
            <a:ext cx="5007769" cy="1085850"/>
          </a:xfrm>
          <a:prstGeom prst="rect">
            <a:avLst/>
          </a:prstGeom>
        </p:spPr>
      </p:pic>
    </p:spTree>
    <p:extLst>
      <p:ext uri="{BB962C8B-B14F-4D97-AF65-F5344CB8AC3E}">
        <p14:creationId xmlns:p14="http://schemas.microsoft.com/office/powerpoint/2010/main" val="37526288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DML – INSERT - BULK</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98488371"/>
              </p:ext>
            </p:extLst>
          </p:nvPr>
        </p:nvGraphicFramePr>
        <p:xfrm>
          <a:off x="628648" y="2226469"/>
          <a:ext cx="7639588" cy="1856940"/>
        </p:xfrm>
        <a:graphic>
          <a:graphicData uri="http://schemas.openxmlformats.org/drawingml/2006/table">
            <a:tbl>
              <a:tblPr firstRow="1" bandRow="1">
                <a:tableStyleId>{5C22544A-7EE6-4342-B048-85BDC9FD1C3A}</a:tableStyleId>
              </a:tblPr>
              <a:tblGrid>
                <a:gridCol w="955469"/>
                <a:gridCol w="6684119"/>
              </a:tblGrid>
              <a:tr h="542891">
                <a:tc>
                  <a:txBody>
                    <a:bodyPr/>
                    <a:lstStyle/>
                    <a:p>
                      <a:r>
                        <a:rPr lang="en-US" sz="1000" dirty="0" smtClean="0"/>
                        <a:t>Syntax</a:t>
                      </a:r>
                      <a:endParaRPr lang="en-US" sz="1000" dirty="0"/>
                    </a:p>
                  </a:txBody>
                  <a:tcPr marL="68580" marR="68580" marT="34290" marB="34290"/>
                </a:tc>
                <a:tc>
                  <a:txBody>
                    <a:bodyPr/>
                    <a:lstStyle/>
                    <a:p>
                      <a:r>
                        <a:rPr lang="en-US" sz="1000" dirty="0" smtClean="0">
                          <a:effectLst/>
                        </a:rPr>
                        <a:t>INSERT INTO </a:t>
                      </a:r>
                      <a:r>
                        <a:rPr lang="en-US" sz="1000" dirty="0" err="1" smtClean="0">
                          <a:effectLst/>
                        </a:rPr>
                        <a:t>first_table_name</a:t>
                      </a:r>
                      <a:r>
                        <a:rPr lang="en-US" sz="1000" dirty="0" smtClean="0">
                          <a:effectLst/>
                        </a:rPr>
                        <a:t> </a:t>
                      </a:r>
                      <a:r>
                        <a:rPr lang="en-US" sz="1400" b="1" kern="1200" dirty="0" smtClean="0">
                          <a:solidFill>
                            <a:schemeClr val="lt1"/>
                          </a:solidFill>
                          <a:effectLst/>
                          <a:latin typeface="+mn-lt"/>
                          <a:ea typeface="+mn-ea"/>
                          <a:cs typeface="+mn-cs"/>
                        </a:rPr>
                        <a:t>[(</a:t>
                      </a:r>
                      <a:r>
                        <a:rPr lang="en-US" sz="1000" dirty="0" smtClean="0">
                          <a:effectLst/>
                        </a:rPr>
                        <a:t>column1</a:t>
                      </a:r>
                      <a:r>
                        <a:rPr lang="en-US" sz="1400" b="1" kern="1200" dirty="0" smtClean="0">
                          <a:solidFill>
                            <a:schemeClr val="lt1"/>
                          </a:solidFill>
                          <a:effectLst/>
                          <a:latin typeface="+mn-lt"/>
                          <a:ea typeface="+mn-ea"/>
                          <a:cs typeface="+mn-cs"/>
                        </a:rPr>
                        <a:t>,</a:t>
                      </a:r>
                      <a:r>
                        <a:rPr lang="en-US" sz="1000" dirty="0" smtClean="0">
                          <a:effectLst/>
                        </a:rPr>
                        <a:t> column2</a:t>
                      </a:r>
                      <a:r>
                        <a:rPr lang="en-US" sz="1400" b="1" kern="1200" dirty="0" smtClean="0">
                          <a:solidFill>
                            <a:schemeClr val="lt1"/>
                          </a:solidFill>
                          <a:effectLst/>
                          <a:latin typeface="+mn-lt"/>
                          <a:ea typeface="+mn-ea"/>
                          <a:cs typeface="+mn-cs"/>
                        </a:rPr>
                        <a:t>,</a:t>
                      </a:r>
                      <a:r>
                        <a:rPr lang="en-US" sz="1000" dirty="0" smtClean="0">
                          <a:effectLst/>
                        </a:rPr>
                        <a:t> </a:t>
                      </a:r>
                      <a:r>
                        <a:rPr lang="en-US" sz="1400" b="1" kern="1200" dirty="0" smtClean="0">
                          <a:solidFill>
                            <a:schemeClr val="lt1"/>
                          </a:solidFill>
                          <a:effectLst/>
                          <a:latin typeface="+mn-lt"/>
                          <a:ea typeface="+mn-ea"/>
                          <a:cs typeface="+mn-cs"/>
                        </a:rPr>
                        <a:t>...</a:t>
                      </a:r>
                      <a:r>
                        <a:rPr lang="en-US" sz="1000" dirty="0" smtClean="0">
                          <a:effectLst/>
                        </a:rPr>
                        <a:t> </a:t>
                      </a:r>
                      <a:r>
                        <a:rPr lang="en-US" sz="1000" dirty="0" err="1" smtClean="0">
                          <a:effectLst/>
                        </a:rPr>
                        <a:t>columnN</a:t>
                      </a:r>
                      <a:r>
                        <a:rPr lang="en-US" sz="1400" b="1" kern="1200" dirty="0" smtClean="0">
                          <a:solidFill>
                            <a:schemeClr val="lt1"/>
                          </a:solidFill>
                          <a:effectLst/>
                          <a:latin typeface="+mn-lt"/>
                          <a:ea typeface="+mn-ea"/>
                          <a:cs typeface="+mn-cs"/>
                        </a:rPr>
                        <a:t>)]</a:t>
                      </a:r>
                      <a:r>
                        <a:rPr lang="en-US" sz="1000" dirty="0" smtClean="0">
                          <a:effectLst/>
                        </a:rPr>
                        <a:t> SELECT column1</a:t>
                      </a:r>
                      <a:r>
                        <a:rPr lang="en-US" sz="1400" b="1" kern="1200" dirty="0" smtClean="0">
                          <a:solidFill>
                            <a:schemeClr val="lt1"/>
                          </a:solidFill>
                          <a:effectLst/>
                          <a:latin typeface="+mn-lt"/>
                          <a:ea typeface="+mn-ea"/>
                          <a:cs typeface="+mn-cs"/>
                        </a:rPr>
                        <a:t>,</a:t>
                      </a:r>
                      <a:r>
                        <a:rPr lang="en-US" sz="1000" dirty="0" smtClean="0">
                          <a:effectLst/>
                        </a:rPr>
                        <a:t> column2</a:t>
                      </a:r>
                      <a:r>
                        <a:rPr lang="en-US" sz="1400" b="1" kern="1200" dirty="0" smtClean="0">
                          <a:solidFill>
                            <a:schemeClr val="lt1"/>
                          </a:solidFill>
                          <a:effectLst/>
                          <a:latin typeface="+mn-lt"/>
                          <a:ea typeface="+mn-ea"/>
                          <a:cs typeface="+mn-cs"/>
                        </a:rPr>
                        <a:t>,</a:t>
                      </a:r>
                      <a:r>
                        <a:rPr lang="en-US" sz="1000" dirty="0" smtClean="0">
                          <a:effectLst/>
                        </a:rPr>
                        <a:t> </a:t>
                      </a:r>
                      <a:r>
                        <a:rPr lang="en-US" sz="1400" b="1" kern="1200" dirty="0" smtClean="0">
                          <a:solidFill>
                            <a:schemeClr val="lt1"/>
                          </a:solidFill>
                          <a:effectLst/>
                          <a:latin typeface="+mn-lt"/>
                          <a:ea typeface="+mn-ea"/>
                          <a:cs typeface="+mn-cs"/>
                        </a:rPr>
                        <a:t>...</a:t>
                      </a:r>
                      <a:r>
                        <a:rPr lang="en-US" sz="1000" dirty="0" err="1" smtClean="0">
                          <a:effectLst/>
                        </a:rPr>
                        <a:t>columnN</a:t>
                      </a:r>
                      <a:r>
                        <a:rPr lang="en-US" sz="1000" dirty="0" smtClean="0">
                          <a:effectLst/>
                        </a:rPr>
                        <a:t> FROM </a:t>
                      </a:r>
                      <a:r>
                        <a:rPr lang="en-US" sz="1000" dirty="0" err="1" smtClean="0">
                          <a:effectLst/>
                        </a:rPr>
                        <a:t>second_table_name</a:t>
                      </a:r>
                      <a:r>
                        <a:rPr lang="en-US" sz="1000" dirty="0" smtClean="0">
                          <a:effectLst/>
                        </a:rPr>
                        <a:t> </a:t>
                      </a:r>
                      <a:r>
                        <a:rPr lang="en-US" sz="1400" b="1" kern="1200" dirty="0" smtClean="0">
                          <a:solidFill>
                            <a:schemeClr val="lt1"/>
                          </a:solidFill>
                          <a:effectLst/>
                          <a:latin typeface="+mn-lt"/>
                          <a:ea typeface="+mn-ea"/>
                          <a:cs typeface="+mn-cs"/>
                        </a:rPr>
                        <a:t>[</a:t>
                      </a:r>
                      <a:r>
                        <a:rPr lang="en-US" sz="1000" dirty="0" smtClean="0">
                          <a:effectLst/>
                        </a:rPr>
                        <a:t>WHERE condition</a:t>
                      </a:r>
                      <a:r>
                        <a:rPr lang="en-US" sz="1400" b="1" kern="1200" dirty="0" smtClean="0">
                          <a:solidFill>
                            <a:schemeClr val="lt1"/>
                          </a:solidFill>
                          <a:effectLst/>
                          <a:latin typeface="+mn-lt"/>
                          <a:ea typeface="+mn-ea"/>
                          <a:cs typeface="+mn-cs"/>
                        </a:rPr>
                        <a:t>];</a:t>
                      </a:r>
                      <a:endParaRPr lang="en-US" sz="1000" dirty="0"/>
                    </a:p>
                  </a:txBody>
                  <a:tcPr marL="68580" marR="68580" marT="34290" marB="34290"/>
                </a:tc>
              </a:tr>
              <a:tr h="1314049">
                <a:tc>
                  <a:txBody>
                    <a:bodyPr/>
                    <a:lstStyle/>
                    <a:p>
                      <a:r>
                        <a:rPr lang="en-US" sz="1000" dirty="0" smtClean="0"/>
                        <a:t>Example</a:t>
                      </a:r>
                      <a:endParaRPr lang="en-US" sz="1000" dirty="0"/>
                    </a:p>
                  </a:txBody>
                  <a:tcPr marL="68580" marR="68580" marT="34290" marB="34290"/>
                </a:tc>
                <a:tc>
                  <a:txBody>
                    <a:bodyPr/>
                    <a:lstStyle/>
                    <a:p>
                      <a:r>
                        <a:rPr lang="en-US" sz="1000" dirty="0" smtClean="0"/>
                        <a:t>INSERT into STUDENT values (SELECT</a:t>
                      </a:r>
                      <a:r>
                        <a:rPr lang="en-US" sz="1000" baseline="0" dirty="0" smtClean="0"/>
                        <a:t> * FROM student1);</a:t>
                      </a:r>
                      <a:endParaRPr lang="en-US" sz="1000" dirty="0"/>
                    </a:p>
                  </a:txBody>
                  <a:tcPr marL="68580" marR="68580" marT="34290" marB="34290"/>
                </a:tc>
              </a:tr>
            </a:tbl>
          </a:graphicData>
        </a:graphic>
      </p:graphicFrame>
      <p:sp>
        <p:nvSpPr>
          <p:cNvPr id="6" name="TextBox 5"/>
          <p:cNvSpPr txBox="1"/>
          <p:nvPr/>
        </p:nvSpPr>
        <p:spPr>
          <a:xfrm>
            <a:off x="628650" y="4411803"/>
            <a:ext cx="7611409" cy="369332"/>
          </a:xfrm>
          <a:prstGeom prst="rect">
            <a:avLst/>
          </a:prstGeom>
          <a:solidFill>
            <a:schemeClr val="accent2"/>
          </a:solidFill>
        </p:spPr>
        <p:txBody>
          <a:bodyPr wrap="square" rtlCol="0">
            <a:spAutoFit/>
          </a:bodyPr>
          <a:lstStyle/>
          <a:p>
            <a:r>
              <a:rPr lang="en-US" b="1" dirty="0">
                <a:solidFill>
                  <a:schemeClr val="bg1"/>
                </a:solidFill>
              </a:rPr>
              <a:t>Example for BULK Insertion</a:t>
            </a:r>
          </a:p>
        </p:txBody>
      </p:sp>
    </p:spTree>
    <p:extLst>
      <p:ext uri="{BB962C8B-B14F-4D97-AF65-F5344CB8AC3E}">
        <p14:creationId xmlns:p14="http://schemas.microsoft.com/office/powerpoint/2010/main" val="4076272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DML - UPDATE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88351951"/>
              </p:ext>
            </p:extLst>
          </p:nvPr>
        </p:nvGraphicFramePr>
        <p:xfrm>
          <a:off x="628648" y="2226468"/>
          <a:ext cx="7639588" cy="2388195"/>
        </p:xfrm>
        <a:graphic>
          <a:graphicData uri="http://schemas.openxmlformats.org/drawingml/2006/table">
            <a:tbl>
              <a:tblPr firstRow="1" bandRow="1">
                <a:tableStyleId>{5C22544A-7EE6-4342-B048-85BDC9FD1C3A}</a:tableStyleId>
              </a:tblPr>
              <a:tblGrid>
                <a:gridCol w="955469"/>
                <a:gridCol w="6684119"/>
              </a:tblGrid>
              <a:tr h="457391">
                <a:tc>
                  <a:txBody>
                    <a:bodyPr/>
                    <a:lstStyle/>
                    <a:p>
                      <a:r>
                        <a:rPr lang="en-US" sz="1000" dirty="0" smtClean="0"/>
                        <a:t>Syntax</a:t>
                      </a:r>
                      <a:endParaRPr lang="en-US" sz="1000" dirty="0"/>
                    </a:p>
                  </a:txBody>
                  <a:tcPr marL="68580" marR="68580" marT="34290" marB="34290"/>
                </a:tc>
                <a:tc>
                  <a:txBody>
                    <a:bodyPr/>
                    <a:lstStyle/>
                    <a:p>
                      <a:r>
                        <a:rPr lang="en-US" sz="1400" b="1" kern="1200" dirty="0" smtClean="0">
                          <a:solidFill>
                            <a:schemeClr val="lt1"/>
                          </a:solidFill>
                          <a:effectLst/>
                          <a:latin typeface="+mn-lt"/>
                          <a:ea typeface="+mn-ea"/>
                          <a:cs typeface="+mn-cs"/>
                        </a:rPr>
                        <a:t>UPDATE</a:t>
                      </a:r>
                      <a:r>
                        <a:rPr lang="en-US" sz="1000" dirty="0" smtClean="0"/>
                        <a:t> </a:t>
                      </a:r>
                      <a:r>
                        <a:rPr lang="en-US" sz="1400" b="1" i="1" kern="1200" dirty="0" smtClean="0">
                          <a:solidFill>
                            <a:schemeClr val="lt1"/>
                          </a:solidFill>
                          <a:effectLst/>
                          <a:latin typeface="+mn-lt"/>
                          <a:ea typeface="+mn-ea"/>
                          <a:cs typeface="+mn-cs"/>
                        </a:rPr>
                        <a:t>table-name</a:t>
                      </a:r>
                      <a:r>
                        <a:rPr lang="en-US" sz="1000" dirty="0" smtClean="0"/>
                        <a:t> set column-name = value </a:t>
                      </a:r>
                      <a:r>
                        <a:rPr lang="en-US" sz="1400" b="1" i="1" kern="1200" dirty="0" smtClean="0">
                          <a:solidFill>
                            <a:schemeClr val="lt1"/>
                          </a:solidFill>
                          <a:effectLst/>
                          <a:latin typeface="+mn-lt"/>
                          <a:ea typeface="+mn-ea"/>
                          <a:cs typeface="+mn-cs"/>
                        </a:rPr>
                        <a:t>where</a:t>
                      </a:r>
                      <a:r>
                        <a:rPr lang="en-US" sz="1000" dirty="0" smtClean="0"/>
                        <a:t> </a:t>
                      </a:r>
                      <a:r>
                        <a:rPr lang="en-US" sz="1400" b="1" kern="1200" dirty="0" smtClean="0">
                          <a:solidFill>
                            <a:schemeClr val="lt1"/>
                          </a:solidFill>
                          <a:effectLst/>
                          <a:latin typeface="+mn-lt"/>
                          <a:ea typeface="+mn-ea"/>
                          <a:cs typeface="+mn-cs"/>
                        </a:rPr>
                        <a:t>condition</a:t>
                      </a:r>
                      <a:r>
                        <a:rPr lang="en-US" sz="1000" dirty="0" smtClean="0"/>
                        <a:t>;</a:t>
                      </a:r>
                      <a:endParaRPr lang="en-US" sz="1000" dirty="0"/>
                    </a:p>
                  </a:txBody>
                  <a:tcPr marL="68580" marR="68580" marT="34290" marB="34290"/>
                </a:tc>
              </a:tr>
              <a:tr h="543587">
                <a:tc>
                  <a:txBody>
                    <a:bodyPr/>
                    <a:lstStyle/>
                    <a:p>
                      <a:r>
                        <a:rPr lang="en-US" sz="1000" dirty="0" smtClean="0"/>
                        <a:t>Examples</a:t>
                      </a:r>
                      <a:endParaRPr lang="en-US" sz="1000" dirty="0"/>
                    </a:p>
                  </a:txBody>
                  <a:tcPr marL="68580" marR="68580" marT="34290" marB="34290"/>
                </a:tc>
                <a:tc>
                  <a:txBody>
                    <a:bodyPr/>
                    <a:lstStyle/>
                    <a:p>
                      <a:r>
                        <a:rPr lang="en-US" sz="1000" dirty="0" smtClean="0"/>
                        <a:t>UPDATE Student set </a:t>
                      </a:r>
                      <a:r>
                        <a:rPr lang="en-US" sz="1000" dirty="0" err="1" smtClean="0"/>
                        <a:t>s_name</a:t>
                      </a:r>
                      <a:r>
                        <a:rPr lang="en-US" sz="1000" dirty="0" smtClean="0"/>
                        <a:t>='</a:t>
                      </a:r>
                      <a:r>
                        <a:rPr lang="en-US" sz="1000" dirty="0" err="1" smtClean="0"/>
                        <a:t>Abhi</a:t>
                      </a:r>
                      <a:r>
                        <a:rPr lang="en-US" sz="1000" dirty="0" smtClean="0"/>
                        <a:t>',age=17 where </a:t>
                      </a:r>
                      <a:r>
                        <a:rPr lang="en-US" sz="1000" dirty="0" err="1" smtClean="0"/>
                        <a:t>s_id</a:t>
                      </a:r>
                      <a:r>
                        <a:rPr lang="en-US" sz="1000" dirty="0" smtClean="0"/>
                        <a:t>=103;</a:t>
                      </a:r>
                      <a:endParaRPr lang="en-US" sz="1000" dirty="0"/>
                    </a:p>
                  </a:txBody>
                  <a:tcPr marL="68580" marR="68580" marT="34290" marB="34290"/>
                </a:tc>
              </a:tr>
              <a:tr h="1387217">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sp>
        <p:nvSpPr>
          <p:cNvPr id="7" name="TextBox 6"/>
          <p:cNvSpPr txBox="1"/>
          <p:nvPr/>
        </p:nvSpPr>
        <p:spPr>
          <a:xfrm>
            <a:off x="2657072" y="4807829"/>
            <a:ext cx="3308798" cy="369332"/>
          </a:xfrm>
          <a:prstGeom prst="rect">
            <a:avLst/>
          </a:prstGeom>
          <a:solidFill>
            <a:schemeClr val="accent2"/>
          </a:solidFill>
        </p:spPr>
        <p:txBody>
          <a:bodyPr wrap="square" rtlCol="0">
            <a:spAutoFit/>
          </a:bodyPr>
          <a:lstStyle/>
          <a:p>
            <a:r>
              <a:rPr lang="en-US" dirty="0">
                <a:solidFill>
                  <a:schemeClr val="bg1"/>
                </a:solidFill>
              </a:rPr>
              <a:t>SIMPLE UPDATE COMMAND</a:t>
            </a:r>
          </a:p>
        </p:txBody>
      </p:sp>
      <p:pic>
        <p:nvPicPr>
          <p:cNvPr id="3" name="Picture 2"/>
          <p:cNvPicPr>
            <a:picLocks noChangeAspect="1"/>
          </p:cNvPicPr>
          <p:nvPr/>
        </p:nvPicPr>
        <p:blipFill>
          <a:blip r:embed="rId2"/>
          <a:stretch>
            <a:fillRect/>
          </a:stretch>
        </p:blipFill>
        <p:spPr>
          <a:xfrm>
            <a:off x="1996929" y="3239891"/>
            <a:ext cx="5662780" cy="1234196"/>
          </a:xfrm>
          <a:prstGeom prst="rect">
            <a:avLst/>
          </a:prstGeom>
        </p:spPr>
      </p:pic>
    </p:spTree>
    <p:extLst>
      <p:ext uri="{BB962C8B-B14F-4D97-AF65-F5344CB8AC3E}">
        <p14:creationId xmlns:p14="http://schemas.microsoft.com/office/powerpoint/2010/main" val="2822090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DML - DELETE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05423266"/>
              </p:ext>
            </p:extLst>
          </p:nvPr>
        </p:nvGraphicFramePr>
        <p:xfrm>
          <a:off x="628648" y="2226468"/>
          <a:ext cx="7639588" cy="2388195"/>
        </p:xfrm>
        <a:graphic>
          <a:graphicData uri="http://schemas.openxmlformats.org/drawingml/2006/table">
            <a:tbl>
              <a:tblPr firstRow="1" bandRow="1">
                <a:tableStyleId>{5C22544A-7EE6-4342-B048-85BDC9FD1C3A}</a:tableStyleId>
              </a:tblPr>
              <a:tblGrid>
                <a:gridCol w="955469"/>
                <a:gridCol w="6684119"/>
              </a:tblGrid>
              <a:tr h="457391">
                <a:tc>
                  <a:txBody>
                    <a:bodyPr/>
                    <a:lstStyle/>
                    <a:p>
                      <a:r>
                        <a:rPr lang="en-US" sz="1000" dirty="0" smtClean="0"/>
                        <a:t>Syntax</a:t>
                      </a:r>
                      <a:endParaRPr lang="en-US" sz="1000" dirty="0"/>
                    </a:p>
                  </a:txBody>
                  <a:tcPr marL="68580" marR="68580" marT="34290" marB="34290"/>
                </a:tc>
                <a:tc>
                  <a:txBody>
                    <a:bodyPr/>
                    <a:lstStyle/>
                    <a:p>
                      <a:r>
                        <a:rPr lang="en-US" sz="1400" b="1" kern="1200" dirty="0" smtClean="0">
                          <a:solidFill>
                            <a:schemeClr val="lt1"/>
                          </a:solidFill>
                          <a:effectLst/>
                          <a:latin typeface="+mn-lt"/>
                          <a:ea typeface="+mn-ea"/>
                          <a:cs typeface="+mn-cs"/>
                        </a:rPr>
                        <a:t>DELETE</a:t>
                      </a:r>
                      <a:r>
                        <a:rPr lang="en-US" sz="1000" dirty="0" smtClean="0"/>
                        <a:t> from </a:t>
                      </a:r>
                      <a:r>
                        <a:rPr lang="en-US" sz="1400" b="1" i="1" kern="1200" dirty="0" smtClean="0">
                          <a:solidFill>
                            <a:schemeClr val="lt1"/>
                          </a:solidFill>
                          <a:effectLst/>
                          <a:latin typeface="+mn-lt"/>
                          <a:ea typeface="+mn-ea"/>
                          <a:cs typeface="+mn-cs"/>
                        </a:rPr>
                        <a:t>table-name</a:t>
                      </a:r>
                      <a:r>
                        <a:rPr lang="en-US" sz="1000" dirty="0" smtClean="0"/>
                        <a:t>;</a:t>
                      </a:r>
                      <a:endParaRPr lang="en-US" sz="1000" dirty="0"/>
                    </a:p>
                  </a:txBody>
                  <a:tcPr marL="68580" marR="68580" marT="34290" marB="34290"/>
                </a:tc>
              </a:tr>
              <a:tr h="543587">
                <a:tc>
                  <a:txBody>
                    <a:bodyPr/>
                    <a:lstStyle/>
                    <a:p>
                      <a:r>
                        <a:rPr lang="en-US" sz="1000" dirty="0" smtClean="0"/>
                        <a:t>Examples</a:t>
                      </a:r>
                      <a:endParaRPr lang="en-US" sz="1000" dirty="0"/>
                    </a:p>
                  </a:txBody>
                  <a:tcPr marL="68580" marR="68580" marT="34290" marB="34290"/>
                </a:tc>
                <a:tc>
                  <a:txBody>
                    <a:bodyPr/>
                    <a:lstStyle/>
                    <a:p>
                      <a:r>
                        <a:rPr lang="en-US" sz="1000" dirty="0" smtClean="0"/>
                        <a:t>DELETE from Student;</a:t>
                      </a:r>
                      <a:endParaRPr lang="en-US" sz="1000" dirty="0"/>
                    </a:p>
                  </a:txBody>
                  <a:tcPr marL="68580" marR="68580" marT="34290" marB="34290"/>
                </a:tc>
              </a:tr>
              <a:tr h="1387217">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sp>
        <p:nvSpPr>
          <p:cNvPr id="7" name="TextBox 6"/>
          <p:cNvSpPr txBox="1"/>
          <p:nvPr/>
        </p:nvSpPr>
        <p:spPr>
          <a:xfrm>
            <a:off x="2657072" y="4807829"/>
            <a:ext cx="3308798" cy="369332"/>
          </a:xfrm>
          <a:prstGeom prst="rect">
            <a:avLst/>
          </a:prstGeom>
          <a:solidFill>
            <a:schemeClr val="accent2"/>
          </a:solidFill>
        </p:spPr>
        <p:txBody>
          <a:bodyPr wrap="square" rtlCol="0">
            <a:spAutoFit/>
          </a:bodyPr>
          <a:lstStyle/>
          <a:p>
            <a:r>
              <a:rPr lang="en-US" dirty="0">
                <a:solidFill>
                  <a:schemeClr val="bg1"/>
                </a:solidFill>
              </a:rPr>
              <a:t>SIMPLE UPDATE COMMAND</a:t>
            </a:r>
          </a:p>
        </p:txBody>
      </p:sp>
    </p:spTree>
    <p:extLst>
      <p:ext uri="{BB962C8B-B14F-4D97-AF65-F5344CB8AC3E}">
        <p14:creationId xmlns:p14="http://schemas.microsoft.com/office/powerpoint/2010/main" val="2667038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DML - DELETE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95980714"/>
              </p:ext>
            </p:extLst>
          </p:nvPr>
        </p:nvGraphicFramePr>
        <p:xfrm>
          <a:off x="628648" y="2226468"/>
          <a:ext cx="7639588" cy="2388195"/>
        </p:xfrm>
        <a:graphic>
          <a:graphicData uri="http://schemas.openxmlformats.org/drawingml/2006/table">
            <a:tbl>
              <a:tblPr firstRow="1" bandRow="1">
                <a:tableStyleId>{5C22544A-7EE6-4342-B048-85BDC9FD1C3A}</a:tableStyleId>
              </a:tblPr>
              <a:tblGrid>
                <a:gridCol w="955469"/>
                <a:gridCol w="6684119"/>
              </a:tblGrid>
              <a:tr h="457391">
                <a:tc>
                  <a:txBody>
                    <a:bodyPr/>
                    <a:lstStyle/>
                    <a:p>
                      <a:r>
                        <a:rPr lang="en-US" sz="1000" dirty="0" smtClean="0"/>
                        <a:t>Syntax</a:t>
                      </a:r>
                      <a:endParaRPr lang="en-US" sz="1000" dirty="0"/>
                    </a:p>
                  </a:txBody>
                  <a:tcPr marL="68580" marR="68580" marT="34290" marB="34290"/>
                </a:tc>
                <a:tc>
                  <a:txBody>
                    <a:bodyPr/>
                    <a:lstStyle/>
                    <a:p>
                      <a:r>
                        <a:rPr lang="en-US" sz="1400" b="1" kern="1200" dirty="0" smtClean="0">
                          <a:solidFill>
                            <a:schemeClr val="lt1"/>
                          </a:solidFill>
                          <a:effectLst/>
                          <a:latin typeface="+mn-lt"/>
                          <a:ea typeface="+mn-ea"/>
                          <a:cs typeface="+mn-cs"/>
                        </a:rPr>
                        <a:t>DELETE</a:t>
                      </a:r>
                      <a:r>
                        <a:rPr lang="en-US" sz="1000" dirty="0" smtClean="0"/>
                        <a:t> from </a:t>
                      </a:r>
                      <a:r>
                        <a:rPr lang="en-US" sz="1400" b="1" i="1" kern="1200" dirty="0" smtClean="0">
                          <a:solidFill>
                            <a:schemeClr val="lt1"/>
                          </a:solidFill>
                          <a:effectLst/>
                          <a:latin typeface="+mn-lt"/>
                          <a:ea typeface="+mn-ea"/>
                          <a:cs typeface="+mn-cs"/>
                        </a:rPr>
                        <a:t>table-name </a:t>
                      </a:r>
                      <a:r>
                        <a:rPr lang="en-US" sz="1400" b="1" i="0" kern="1200" dirty="0" smtClean="0">
                          <a:solidFill>
                            <a:schemeClr val="lt1"/>
                          </a:solidFill>
                          <a:effectLst/>
                          <a:latin typeface="+mn-lt"/>
                          <a:ea typeface="+mn-ea"/>
                          <a:cs typeface="+mn-cs"/>
                        </a:rPr>
                        <a:t>WHERE</a:t>
                      </a:r>
                      <a:r>
                        <a:rPr lang="en-US" sz="1400" b="1" i="1" kern="1200" baseline="0" dirty="0" smtClean="0">
                          <a:solidFill>
                            <a:schemeClr val="lt1"/>
                          </a:solidFill>
                          <a:effectLst/>
                          <a:latin typeface="+mn-lt"/>
                          <a:ea typeface="+mn-ea"/>
                          <a:cs typeface="+mn-cs"/>
                        </a:rPr>
                        <a:t> condition</a:t>
                      </a:r>
                      <a:r>
                        <a:rPr lang="en-US" sz="1000" dirty="0" smtClean="0"/>
                        <a:t>;</a:t>
                      </a:r>
                      <a:endParaRPr lang="en-US" sz="1000" dirty="0"/>
                    </a:p>
                  </a:txBody>
                  <a:tcPr marL="68580" marR="68580" marT="34290" marB="34290"/>
                </a:tc>
              </a:tr>
              <a:tr h="543587">
                <a:tc>
                  <a:txBody>
                    <a:bodyPr/>
                    <a:lstStyle/>
                    <a:p>
                      <a:r>
                        <a:rPr lang="en-US" sz="1000" dirty="0" smtClean="0"/>
                        <a:t>Examples</a:t>
                      </a:r>
                      <a:endParaRPr lang="en-US" sz="1000" dirty="0"/>
                    </a:p>
                  </a:txBody>
                  <a:tcPr marL="68580" marR="68580" marT="34290" marB="34290"/>
                </a:tc>
                <a:tc>
                  <a:txBody>
                    <a:bodyPr/>
                    <a:lstStyle/>
                    <a:p>
                      <a:r>
                        <a:rPr lang="en-US" sz="1000" dirty="0" smtClean="0"/>
                        <a:t>DELETE from Student where </a:t>
                      </a:r>
                      <a:r>
                        <a:rPr lang="en-US" sz="1000" dirty="0" err="1" smtClean="0"/>
                        <a:t>s_id</a:t>
                      </a:r>
                      <a:r>
                        <a:rPr lang="en-US" sz="1000" dirty="0" smtClean="0"/>
                        <a:t>=103;</a:t>
                      </a:r>
                      <a:endParaRPr lang="en-US" sz="1000" dirty="0"/>
                    </a:p>
                  </a:txBody>
                  <a:tcPr marL="68580" marR="68580" marT="34290" marB="34290"/>
                </a:tc>
              </a:tr>
              <a:tr h="1387217">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sp>
        <p:nvSpPr>
          <p:cNvPr id="7" name="TextBox 6"/>
          <p:cNvSpPr txBox="1"/>
          <p:nvPr/>
        </p:nvSpPr>
        <p:spPr>
          <a:xfrm>
            <a:off x="2657072" y="4807829"/>
            <a:ext cx="3308798" cy="369332"/>
          </a:xfrm>
          <a:prstGeom prst="rect">
            <a:avLst/>
          </a:prstGeom>
          <a:solidFill>
            <a:schemeClr val="accent2"/>
          </a:solidFill>
        </p:spPr>
        <p:txBody>
          <a:bodyPr wrap="square" rtlCol="0">
            <a:spAutoFit/>
          </a:bodyPr>
          <a:lstStyle/>
          <a:p>
            <a:r>
              <a:rPr lang="en-US" dirty="0">
                <a:solidFill>
                  <a:schemeClr val="bg1"/>
                </a:solidFill>
              </a:rPr>
              <a:t>SIMPLE UPDATE COMMAND</a:t>
            </a:r>
          </a:p>
        </p:txBody>
      </p:sp>
      <p:pic>
        <p:nvPicPr>
          <p:cNvPr id="3" name="Picture 2"/>
          <p:cNvPicPr>
            <a:picLocks noChangeAspect="1"/>
          </p:cNvPicPr>
          <p:nvPr/>
        </p:nvPicPr>
        <p:blipFill>
          <a:blip r:embed="rId2"/>
          <a:stretch>
            <a:fillRect/>
          </a:stretch>
        </p:blipFill>
        <p:spPr>
          <a:xfrm>
            <a:off x="1865274" y="3350218"/>
            <a:ext cx="5862050" cy="953315"/>
          </a:xfrm>
          <a:prstGeom prst="rect">
            <a:avLst/>
          </a:prstGeom>
        </p:spPr>
      </p:pic>
    </p:spTree>
    <p:extLst>
      <p:ext uri="{BB962C8B-B14F-4D97-AF65-F5344CB8AC3E}">
        <p14:creationId xmlns:p14="http://schemas.microsoft.com/office/powerpoint/2010/main" val="3465783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 - Category</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18061496"/>
              </p:ext>
            </p:extLst>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3182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310E1377-F55C-4503-BDD7-2699E4DEBB8F}"/>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B9F231AE-3272-413B-87D8-A03D39BD94D8}"/>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1503E095-C5E1-46E4-BBC3-63301E0837C0}"/>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graphicEl>
                                              <a:dgm id="{B993EBAA-FAAF-4C6C-A4FF-7BC08841D34B}"/>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C058DB05-905E-42C7-8F7C-FB0B50235A7D}"/>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0EBC980D-BB9F-40A4-BD6C-BECAF068C152}"/>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graphicEl>
                                              <a:dgm id="{8568E277-3958-4BE0-9551-CB777724DEA6}"/>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graphicEl>
                                              <a:dgm id="{1337BA1D-95E3-4D64-8185-7D1CF5BF05FE}"/>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lvl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 – WHERE Clause</a:t>
            </a:r>
            <a:endParaRPr lang="en-US" dirty="0"/>
          </a:p>
        </p:txBody>
      </p:sp>
      <p:sp>
        <p:nvSpPr>
          <p:cNvPr id="7" name="TextBox 6"/>
          <p:cNvSpPr txBox="1"/>
          <p:nvPr/>
        </p:nvSpPr>
        <p:spPr>
          <a:xfrm>
            <a:off x="1944710" y="2025745"/>
            <a:ext cx="4842455" cy="1200329"/>
          </a:xfrm>
          <a:prstGeom prst="rect">
            <a:avLst/>
          </a:prstGeom>
          <a:solidFill>
            <a:schemeClr val="accent2"/>
          </a:solidFill>
        </p:spPr>
        <p:txBody>
          <a:bodyPr wrap="square" rtlCol="0">
            <a:spAutoFit/>
          </a:bodyPr>
          <a:lstStyle/>
          <a:p>
            <a:pPr algn="ctr"/>
            <a:r>
              <a:rPr lang="en-US" sz="2400" b="1" dirty="0">
                <a:solidFill>
                  <a:schemeClr val="bg1"/>
                </a:solidFill>
              </a:rPr>
              <a:t>The WHERE clause is used to extract only those records that fulfill a specified criterion.</a:t>
            </a:r>
          </a:p>
        </p:txBody>
      </p:sp>
      <p:sp>
        <p:nvSpPr>
          <p:cNvPr id="8" name="TextBox 7"/>
          <p:cNvSpPr txBox="1"/>
          <p:nvPr/>
        </p:nvSpPr>
        <p:spPr>
          <a:xfrm>
            <a:off x="2711538" y="4563295"/>
            <a:ext cx="3308798" cy="646331"/>
          </a:xfrm>
          <a:prstGeom prst="rect">
            <a:avLst/>
          </a:prstGeom>
          <a:solidFill>
            <a:schemeClr val="accent2"/>
          </a:solidFill>
        </p:spPr>
        <p:txBody>
          <a:bodyPr wrap="square" rtlCol="0">
            <a:spAutoFit/>
          </a:bodyPr>
          <a:lstStyle/>
          <a:p>
            <a:pPr algn="ctr"/>
            <a:r>
              <a:rPr lang="en-US" b="1" dirty="0">
                <a:solidFill>
                  <a:schemeClr val="bg1"/>
                </a:solidFill>
              </a:rPr>
              <a:t>Generic Syntax of SELECT with WHERE Clause</a:t>
            </a:r>
          </a:p>
        </p:txBody>
      </p:sp>
      <p:pic>
        <p:nvPicPr>
          <p:cNvPr id="3" name="Picture 2"/>
          <p:cNvPicPr>
            <a:picLocks noChangeAspect="1"/>
          </p:cNvPicPr>
          <p:nvPr/>
        </p:nvPicPr>
        <p:blipFill>
          <a:blip r:embed="rId2"/>
          <a:stretch>
            <a:fillRect/>
          </a:stretch>
        </p:blipFill>
        <p:spPr>
          <a:xfrm>
            <a:off x="2711538" y="3361404"/>
            <a:ext cx="3308798" cy="763569"/>
          </a:xfrm>
          <a:prstGeom prst="rect">
            <a:avLst/>
          </a:prstGeom>
          <a:ln>
            <a:solidFill>
              <a:schemeClr val="accent1"/>
            </a:solidFill>
          </a:ln>
        </p:spPr>
      </p:pic>
    </p:spTree>
    <p:extLst>
      <p:ext uri="{BB962C8B-B14F-4D97-AF65-F5344CB8AC3E}">
        <p14:creationId xmlns:p14="http://schemas.microsoft.com/office/powerpoint/2010/main" val="3170846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4" name="Rectangle 3"/>
          <p:cNvSpPr/>
          <p:nvPr/>
        </p:nvSpPr>
        <p:spPr>
          <a:xfrm>
            <a:off x="962696" y="1861638"/>
            <a:ext cx="7038303" cy="1200329"/>
          </a:xfrm>
          <a:prstGeom prst="rect">
            <a:avLst/>
          </a:prstGeom>
          <a:solidFill>
            <a:schemeClr val="accent2"/>
          </a:solidFill>
          <a:ln w="76200">
            <a:solidFill>
              <a:schemeClr val="accent1">
                <a:lumMod val="75000"/>
              </a:schemeClr>
            </a:solidFill>
          </a:ln>
        </p:spPr>
        <p:txBody>
          <a:bodyPr wrap="square">
            <a:spAutoFit/>
          </a:bodyPr>
          <a:lstStyle/>
          <a:p>
            <a:pPr algn="ctr"/>
            <a:r>
              <a:rPr lang="en-US" sz="2400" dirty="0">
                <a:solidFill>
                  <a:schemeClr val="bg1"/>
                </a:solidFill>
              </a:rPr>
              <a:t>The SQL </a:t>
            </a:r>
            <a:r>
              <a:rPr lang="en-US" sz="2400" b="1" dirty="0">
                <a:solidFill>
                  <a:schemeClr val="bg1"/>
                </a:solidFill>
              </a:rPr>
              <a:t>WHERE</a:t>
            </a:r>
            <a:r>
              <a:rPr lang="en-US" sz="2400" dirty="0">
                <a:solidFill>
                  <a:schemeClr val="bg1"/>
                </a:solidFill>
              </a:rPr>
              <a:t> clause is used to specify a condition while fetching the data from single table or joining with multiple tables.</a:t>
            </a:r>
          </a:p>
        </p:txBody>
      </p:sp>
      <p:sp>
        <p:nvSpPr>
          <p:cNvPr id="6" name="Rectangle 5"/>
          <p:cNvSpPr/>
          <p:nvPr/>
        </p:nvSpPr>
        <p:spPr>
          <a:xfrm>
            <a:off x="962695" y="3317560"/>
            <a:ext cx="7038303" cy="1569660"/>
          </a:xfrm>
          <a:prstGeom prst="rect">
            <a:avLst/>
          </a:prstGeom>
          <a:solidFill>
            <a:schemeClr val="accent2"/>
          </a:solidFill>
          <a:ln w="76200">
            <a:solidFill>
              <a:schemeClr val="accent1">
                <a:lumMod val="75000"/>
              </a:schemeClr>
            </a:solidFill>
          </a:ln>
        </p:spPr>
        <p:txBody>
          <a:bodyPr wrap="square">
            <a:spAutoFit/>
          </a:bodyPr>
          <a:lstStyle/>
          <a:p>
            <a:pPr algn="ctr"/>
            <a:r>
              <a:rPr lang="en-US" sz="2400" dirty="0">
                <a:solidFill>
                  <a:schemeClr val="bg1"/>
                </a:solidFill>
              </a:rPr>
              <a:t>If the given condition is satisfied then only it returns specific value from the table. You would use WHERE clause to filter the records and fetching only necessary records.</a:t>
            </a:r>
          </a:p>
        </p:txBody>
      </p:sp>
      <p:sp>
        <p:nvSpPr>
          <p:cNvPr id="8" name="Rectangle 7"/>
          <p:cNvSpPr/>
          <p:nvPr/>
        </p:nvSpPr>
        <p:spPr>
          <a:xfrm>
            <a:off x="962695" y="5142813"/>
            <a:ext cx="7038303" cy="1200329"/>
          </a:xfrm>
          <a:prstGeom prst="rect">
            <a:avLst/>
          </a:prstGeom>
          <a:solidFill>
            <a:schemeClr val="accent2"/>
          </a:solidFill>
          <a:ln w="76200">
            <a:solidFill>
              <a:schemeClr val="accent1">
                <a:lumMod val="75000"/>
              </a:schemeClr>
            </a:solidFill>
          </a:ln>
        </p:spPr>
        <p:txBody>
          <a:bodyPr wrap="square">
            <a:spAutoFit/>
          </a:bodyPr>
          <a:lstStyle/>
          <a:p>
            <a:pPr algn="ctr"/>
            <a:r>
              <a:rPr lang="en-US" sz="2400" dirty="0">
                <a:solidFill>
                  <a:schemeClr val="bg1"/>
                </a:solidFill>
              </a:rPr>
              <a:t>The WHERE clause is not only used in SELECT statement, but it is also used in UPDATE, DELETE statement, etc.</a:t>
            </a:r>
          </a:p>
        </p:txBody>
      </p:sp>
    </p:spTree>
    <p:extLst>
      <p:ext uri="{BB962C8B-B14F-4D97-AF65-F5344CB8AC3E}">
        <p14:creationId xmlns:p14="http://schemas.microsoft.com/office/powerpoint/2010/main" val="1354159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 – WHERE Clause – Text &amp; Numeric Fields</a:t>
            </a:r>
            <a:endParaRPr lang="en-US" dirty="0"/>
          </a:p>
        </p:txBody>
      </p:sp>
      <p:sp>
        <p:nvSpPr>
          <p:cNvPr id="7" name="TextBox 6"/>
          <p:cNvSpPr txBox="1"/>
          <p:nvPr/>
        </p:nvSpPr>
        <p:spPr>
          <a:xfrm>
            <a:off x="561036" y="2193532"/>
            <a:ext cx="4165510" cy="707886"/>
          </a:xfrm>
          <a:prstGeom prst="rect">
            <a:avLst/>
          </a:prstGeom>
          <a:solidFill>
            <a:schemeClr val="accent2"/>
          </a:solidFill>
        </p:spPr>
        <p:txBody>
          <a:bodyPr wrap="square" rtlCol="0">
            <a:spAutoFit/>
          </a:bodyPr>
          <a:lstStyle/>
          <a:p>
            <a:r>
              <a:rPr lang="en-US" sz="2000" b="1" dirty="0">
                <a:solidFill>
                  <a:schemeClr val="bg1"/>
                </a:solidFill>
              </a:rPr>
              <a:t>Single quotes around text values (some even support double quotes)</a:t>
            </a:r>
          </a:p>
        </p:txBody>
      </p:sp>
      <p:sp>
        <p:nvSpPr>
          <p:cNvPr id="8" name="TextBox 7"/>
          <p:cNvSpPr txBox="1"/>
          <p:nvPr/>
        </p:nvSpPr>
        <p:spPr>
          <a:xfrm>
            <a:off x="4907656" y="2193532"/>
            <a:ext cx="3308798" cy="707886"/>
          </a:xfrm>
          <a:prstGeom prst="rect">
            <a:avLst/>
          </a:prstGeom>
          <a:solidFill>
            <a:schemeClr val="accent2"/>
          </a:solidFill>
        </p:spPr>
        <p:txBody>
          <a:bodyPr wrap="square" rtlCol="0">
            <a:spAutoFit/>
          </a:bodyPr>
          <a:lstStyle/>
          <a:p>
            <a:r>
              <a:rPr lang="en-US" sz="2000" b="1" dirty="0">
                <a:solidFill>
                  <a:schemeClr val="bg1"/>
                </a:solidFill>
              </a:rPr>
              <a:t>Numeric Fields should not be enclosed in quotes</a:t>
            </a:r>
          </a:p>
        </p:txBody>
      </p:sp>
      <p:pic>
        <p:nvPicPr>
          <p:cNvPr id="5" name="Picture 4"/>
          <p:cNvPicPr>
            <a:picLocks noChangeAspect="1"/>
          </p:cNvPicPr>
          <p:nvPr/>
        </p:nvPicPr>
        <p:blipFill>
          <a:blip r:embed="rId2"/>
          <a:stretch>
            <a:fillRect/>
          </a:stretch>
        </p:blipFill>
        <p:spPr>
          <a:xfrm>
            <a:off x="561036" y="3355200"/>
            <a:ext cx="3474177" cy="757742"/>
          </a:xfrm>
          <a:prstGeom prst="rect">
            <a:avLst/>
          </a:prstGeom>
        </p:spPr>
      </p:pic>
      <p:pic>
        <p:nvPicPr>
          <p:cNvPr id="6" name="Picture 5"/>
          <p:cNvPicPr>
            <a:picLocks noChangeAspect="1"/>
          </p:cNvPicPr>
          <p:nvPr/>
        </p:nvPicPr>
        <p:blipFill>
          <a:blip r:embed="rId3"/>
          <a:stretch>
            <a:fillRect/>
          </a:stretch>
        </p:blipFill>
        <p:spPr>
          <a:xfrm>
            <a:off x="4907656" y="3355601"/>
            <a:ext cx="2819669" cy="652701"/>
          </a:xfrm>
          <a:prstGeom prst="rect">
            <a:avLst/>
          </a:prstGeom>
        </p:spPr>
      </p:pic>
    </p:spTree>
    <p:extLst>
      <p:ext uri="{BB962C8B-B14F-4D97-AF65-F5344CB8AC3E}">
        <p14:creationId xmlns:p14="http://schemas.microsoft.com/office/powerpoint/2010/main" val="19388558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 – WHERE Clause – Operators</a:t>
            </a:r>
            <a:endParaRPr lang="en-US" dirty="0"/>
          </a:p>
        </p:txBody>
      </p:sp>
      <p:pic>
        <p:nvPicPr>
          <p:cNvPr id="3" name="Picture 2"/>
          <p:cNvPicPr>
            <a:picLocks noChangeAspect="1"/>
          </p:cNvPicPr>
          <p:nvPr/>
        </p:nvPicPr>
        <p:blipFill>
          <a:blip r:embed="rId2"/>
          <a:stretch>
            <a:fillRect/>
          </a:stretch>
        </p:blipFill>
        <p:spPr>
          <a:xfrm>
            <a:off x="628650" y="2255060"/>
            <a:ext cx="7777172" cy="2948810"/>
          </a:xfrm>
          <a:prstGeom prst="rect">
            <a:avLst/>
          </a:prstGeom>
        </p:spPr>
      </p:pic>
    </p:spTree>
    <p:extLst>
      <p:ext uri="{BB962C8B-B14F-4D97-AF65-F5344CB8AC3E}">
        <p14:creationId xmlns:p14="http://schemas.microsoft.com/office/powerpoint/2010/main" val="38756550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 – WHERE Clause – Operators</a:t>
            </a:r>
            <a:endParaRPr lang="en-US" dirty="0"/>
          </a:p>
        </p:txBody>
      </p:sp>
      <p:pic>
        <p:nvPicPr>
          <p:cNvPr id="5" name="Picture 4"/>
          <p:cNvPicPr>
            <a:picLocks noChangeAspect="1"/>
          </p:cNvPicPr>
          <p:nvPr/>
        </p:nvPicPr>
        <p:blipFill>
          <a:blip r:embed="rId2"/>
          <a:stretch>
            <a:fillRect/>
          </a:stretch>
        </p:blipFill>
        <p:spPr>
          <a:xfrm>
            <a:off x="1005011" y="1690690"/>
            <a:ext cx="7070043" cy="4225086"/>
          </a:xfrm>
          <a:prstGeom prst="rect">
            <a:avLst/>
          </a:prstGeom>
        </p:spPr>
      </p:pic>
    </p:spTree>
    <p:extLst>
      <p:ext uri="{BB962C8B-B14F-4D97-AF65-F5344CB8AC3E}">
        <p14:creationId xmlns:p14="http://schemas.microsoft.com/office/powerpoint/2010/main" val="25926136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4" name="Rectangle 3"/>
          <p:cNvSpPr/>
          <p:nvPr/>
        </p:nvSpPr>
        <p:spPr>
          <a:xfrm>
            <a:off x="962696" y="186163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5" name="Rectangle 4"/>
          <p:cNvSpPr/>
          <p:nvPr/>
        </p:nvSpPr>
        <p:spPr>
          <a:xfrm>
            <a:off x="962695" y="2657982"/>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6" name="Rectangle 5"/>
          <p:cNvSpPr/>
          <p:nvPr/>
        </p:nvSpPr>
        <p:spPr>
          <a:xfrm>
            <a:off x="962695" y="382365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7" name="Rectangle 6"/>
          <p:cNvSpPr/>
          <p:nvPr/>
        </p:nvSpPr>
        <p:spPr>
          <a:xfrm>
            <a:off x="962695" y="465638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8" name="Rectangle 7"/>
          <p:cNvSpPr/>
          <p:nvPr/>
        </p:nvSpPr>
        <p:spPr>
          <a:xfrm>
            <a:off x="962695" y="548911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Tree>
    <p:extLst>
      <p:ext uri="{BB962C8B-B14F-4D97-AF65-F5344CB8AC3E}">
        <p14:creationId xmlns:p14="http://schemas.microsoft.com/office/powerpoint/2010/main" val="420188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Laugh</a:t>
            </a:r>
            <a:endParaRPr lang="en-US" dirty="0"/>
          </a:p>
        </p:txBody>
      </p:sp>
    </p:spTree>
    <p:extLst>
      <p:ext uri="{BB962C8B-B14F-4D97-AF65-F5344CB8AC3E}">
        <p14:creationId xmlns:p14="http://schemas.microsoft.com/office/powerpoint/2010/main" val="2323725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878" y="4234507"/>
            <a:ext cx="7886700" cy="994172"/>
          </a:xfrm>
          <a:solidFill>
            <a:srgbClr val="FF9933"/>
          </a:solidFill>
        </p:spPr>
        <p:txBody>
          <a:bodyPr>
            <a:normAutofit/>
          </a:bodyPr>
          <a:lstStyle/>
          <a:p>
            <a:pPr algn="ctr"/>
            <a:r>
              <a:rPr lang="en-US" sz="3600" b="1" dirty="0">
                <a:solidFill>
                  <a:schemeClr val="bg1"/>
                </a:solidFill>
              </a:rPr>
              <a:t>End of Lecture for Week - </a:t>
            </a:r>
            <a:r>
              <a:rPr lang="en-US" sz="3600" b="1" dirty="0">
                <a:solidFill>
                  <a:schemeClr val="bg1"/>
                </a:solidFill>
              </a:rPr>
              <a:t>6</a:t>
            </a:r>
            <a:endParaRPr lang="en-US" sz="3600" b="1" dirty="0">
              <a:solidFill>
                <a:schemeClr val="bg1"/>
              </a:solidFill>
            </a:endParaRPr>
          </a:p>
        </p:txBody>
      </p:sp>
      <p:pic>
        <p:nvPicPr>
          <p:cNvPr id="5122" name="Picture 2" descr="http://grasshopper.com/assets/img/jpg/thank-you-notes/card-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6844" y="1820780"/>
            <a:ext cx="2964767" cy="1976511"/>
          </a:xfrm>
          <a:prstGeom prst="rect">
            <a:avLst/>
          </a:prstGeom>
          <a:noFill/>
          <a:ln>
            <a:solidFill>
              <a:srgbClr val="FF9933"/>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2754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1589</TotalTime>
  <Words>545</Words>
  <Application>Microsoft Office PowerPoint</Application>
  <PresentationFormat>On-screen Show (4:3)</PresentationFormat>
  <Paragraphs>89</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An Introduction to Database</vt:lpstr>
      <vt:lpstr>DML</vt:lpstr>
      <vt:lpstr>TYPES OF DML</vt:lpstr>
      <vt:lpstr>DML - INSERT</vt:lpstr>
      <vt:lpstr>DML - INSERT</vt:lpstr>
      <vt:lpstr>DML - INSERT</vt:lpstr>
      <vt:lpstr>DML – INSERT - BULK</vt:lpstr>
      <vt:lpstr>DML - UPDATE</vt:lpstr>
      <vt:lpstr>DML - DELETE</vt:lpstr>
      <vt:lpstr>DML - DELETE</vt:lpstr>
      <vt:lpstr>SQL - Category</vt:lpstr>
      <vt:lpstr>SQL – WHERE Clause</vt:lpstr>
      <vt:lpstr>Key Points</vt:lpstr>
      <vt:lpstr>SQL – WHERE Clause – Text &amp; Numeric Fields</vt:lpstr>
      <vt:lpstr>SQL – WHERE Clause – Operators</vt:lpstr>
      <vt:lpstr>SQL – WHERE Clause – Operators</vt:lpstr>
      <vt:lpstr>Key Points</vt:lpstr>
      <vt:lpstr>Laugh</vt:lpstr>
      <vt:lpstr>End of Lecture for Week - 6</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dc:title>
  <dc:creator>Rohit</dc:creator>
  <cp:lastModifiedBy>Rohit</cp:lastModifiedBy>
  <cp:revision>265</cp:revision>
  <dcterms:created xsi:type="dcterms:W3CDTF">2016-03-01T04:18:16Z</dcterms:created>
  <dcterms:modified xsi:type="dcterms:W3CDTF">2016-07-02T09:25:56Z</dcterms:modified>
</cp:coreProperties>
</file>