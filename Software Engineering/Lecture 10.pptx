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433" r:id="rId3"/>
    <p:sldId id="328" r:id="rId4"/>
    <p:sldId id="401" r:id="rId5"/>
    <p:sldId id="431" r:id="rId6"/>
    <p:sldId id="372" r:id="rId7"/>
    <p:sldId id="432" r:id="rId8"/>
    <p:sldId id="434" r:id="rId9"/>
    <p:sldId id="435" r:id="rId10"/>
    <p:sldId id="402" r:id="rId11"/>
    <p:sldId id="436" r:id="rId12"/>
    <p:sldId id="437" r:id="rId13"/>
    <p:sldId id="438" r:id="rId14"/>
    <p:sldId id="403" r:id="rId15"/>
    <p:sldId id="439" r:id="rId16"/>
    <p:sldId id="441" r:id="rId17"/>
    <p:sldId id="406" r:id="rId18"/>
    <p:sldId id="405" r:id="rId19"/>
    <p:sldId id="442" r:id="rId20"/>
    <p:sldId id="444" r:id="rId21"/>
    <p:sldId id="454" r:id="rId22"/>
    <p:sldId id="446" r:id="rId23"/>
    <p:sldId id="455" r:id="rId24"/>
    <p:sldId id="443" r:id="rId25"/>
    <p:sldId id="408" r:id="rId26"/>
    <p:sldId id="447" r:id="rId27"/>
    <p:sldId id="448" r:id="rId28"/>
    <p:sldId id="449" r:id="rId29"/>
    <p:sldId id="450" r:id="rId30"/>
    <p:sldId id="451" r:id="rId31"/>
    <p:sldId id="452" r:id="rId32"/>
    <p:sldId id="45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7E32"/>
    <a:srgbClr val="70AD47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24"/>
    <p:restoredTop sz="96405"/>
  </p:normalViewPr>
  <p:slideViewPr>
    <p:cSldViewPr snapToGrid="0" snapToObjects="1">
      <p:cViewPr varScale="1">
        <p:scale>
          <a:sx n="113" d="100"/>
          <a:sy n="113" d="100"/>
        </p:scale>
        <p:origin x="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6" d="100"/>
          <a:sy n="96" d="100"/>
        </p:scale>
        <p:origin x="368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7E7312-6A80-4F56-9DF7-2D8FF498C3F6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E4016F9-2033-4606-9442-3C7E0C729CE3}">
      <dgm:prSet phldrT="[Text]" custT="1"/>
      <dgm:spPr/>
      <dgm:t>
        <a:bodyPr/>
        <a:lstStyle/>
        <a:p>
          <a:r>
            <a:rPr lang="en-US" sz="2000" dirty="0"/>
            <a:t>Traditional Approach</a:t>
          </a:r>
        </a:p>
      </dgm:t>
    </dgm:pt>
    <dgm:pt modelId="{DE38BEA1-4051-45CC-8419-A761E0A199DB}" type="parTrans" cxnId="{4C7124E0-A6F8-4592-AA4F-7FB9DCDC9F69}">
      <dgm:prSet/>
      <dgm:spPr/>
      <dgm:t>
        <a:bodyPr/>
        <a:lstStyle/>
        <a:p>
          <a:endParaRPr lang="en-US"/>
        </a:p>
      </dgm:t>
    </dgm:pt>
    <dgm:pt modelId="{E157B54A-1A24-4A5F-BF76-4F662D360240}" type="sibTrans" cxnId="{4C7124E0-A6F8-4592-AA4F-7FB9DCDC9F69}">
      <dgm:prSet/>
      <dgm:spPr/>
      <dgm:t>
        <a:bodyPr/>
        <a:lstStyle/>
        <a:p>
          <a:endParaRPr lang="en-US"/>
        </a:p>
      </dgm:t>
    </dgm:pt>
    <dgm:pt modelId="{FE51FB4D-EB60-435D-9E76-0903DDECC687}">
      <dgm:prSet phldrT="[Text]"/>
      <dgm:spPr/>
      <dgm:t>
        <a:bodyPr/>
        <a:lstStyle/>
        <a:p>
          <a:r>
            <a:rPr lang="en-US" b="1" dirty="0"/>
            <a:t>Systems design is influenced by </a:t>
          </a:r>
          <a:r>
            <a:rPr lang="en-US" dirty="0"/>
            <a:t>compatibility issues, including existing hardware and software platforms and legacy system requirements.</a:t>
          </a:r>
        </a:p>
      </dgm:t>
    </dgm:pt>
    <dgm:pt modelId="{DB891873-E4DD-43F3-A853-A50B92F48FE4}" type="parTrans" cxnId="{DCD486A2-6D2C-4626-8429-96E8BE4570FE}">
      <dgm:prSet/>
      <dgm:spPr/>
      <dgm:t>
        <a:bodyPr/>
        <a:lstStyle/>
        <a:p>
          <a:endParaRPr lang="en-US"/>
        </a:p>
      </dgm:t>
    </dgm:pt>
    <dgm:pt modelId="{6EEA7A89-2DAF-4268-8427-90D58B9E307E}" type="sibTrans" cxnId="{DCD486A2-6D2C-4626-8429-96E8BE4570FE}">
      <dgm:prSet/>
      <dgm:spPr/>
      <dgm:t>
        <a:bodyPr/>
        <a:lstStyle/>
        <a:p>
          <a:endParaRPr lang="en-US"/>
        </a:p>
      </dgm:t>
    </dgm:pt>
    <dgm:pt modelId="{784DAE57-03C7-46EF-BBB8-DC53D51B9640}">
      <dgm:prSet phldrT="[Text]" custT="1"/>
      <dgm:spPr/>
      <dgm:t>
        <a:bodyPr/>
        <a:lstStyle/>
        <a:p>
          <a:r>
            <a:rPr lang="en-US" sz="2000" dirty="0"/>
            <a:t>Modern Approach</a:t>
          </a:r>
        </a:p>
      </dgm:t>
    </dgm:pt>
    <dgm:pt modelId="{48C6A4B4-BBC4-41F1-B56C-E786A408630C}" type="parTrans" cxnId="{58149D46-23BC-40BD-9FF2-97675E7E2A34}">
      <dgm:prSet/>
      <dgm:spPr/>
      <dgm:t>
        <a:bodyPr/>
        <a:lstStyle/>
        <a:p>
          <a:endParaRPr lang="en-US"/>
        </a:p>
      </dgm:t>
    </dgm:pt>
    <dgm:pt modelId="{28D7A0E1-12CA-42D9-8D7C-319B1218F3A9}" type="sibTrans" cxnId="{58149D46-23BC-40BD-9FF2-97675E7E2A34}">
      <dgm:prSet/>
      <dgm:spPr/>
      <dgm:t>
        <a:bodyPr/>
        <a:lstStyle/>
        <a:p>
          <a:endParaRPr lang="en-US"/>
        </a:p>
      </dgm:t>
    </dgm:pt>
    <dgm:pt modelId="{17995BEB-EC52-429B-8CDA-F6FFCBC564DE}">
      <dgm:prSet phldrT="[Text]"/>
      <dgm:spPr/>
      <dgm:t>
        <a:bodyPr/>
        <a:lstStyle/>
        <a:p>
          <a:r>
            <a:rPr lang="en-US" dirty="0"/>
            <a:t>Internet-based development treats the </a:t>
          </a:r>
          <a:r>
            <a:rPr lang="en-US" b="1" dirty="0"/>
            <a:t>Web as the platform</a:t>
          </a:r>
          <a:r>
            <a:rPr lang="en-US" dirty="0"/>
            <a:t>, rather than just a communication channel.</a:t>
          </a:r>
        </a:p>
      </dgm:t>
    </dgm:pt>
    <dgm:pt modelId="{621DE83D-BD7F-44DA-8BAE-2264C87B2D2C}" type="parTrans" cxnId="{D53BFE83-3935-4CD6-97B3-CEEC87E14F3A}">
      <dgm:prSet/>
      <dgm:spPr/>
      <dgm:t>
        <a:bodyPr/>
        <a:lstStyle/>
        <a:p>
          <a:endParaRPr lang="en-US"/>
        </a:p>
      </dgm:t>
    </dgm:pt>
    <dgm:pt modelId="{BDA78A32-700E-40E6-AA92-6C7428F52948}" type="sibTrans" cxnId="{D53BFE83-3935-4CD6-97B3-CEEC87E14F3A}">
      <dgm:prSet/>
      <dgm:spPr/>
      <dgm:t>
        <a:bodyPr/>
        <a:lstStyle/>
        <a:p>
          <a:endParaRPr lang="en-US"/>
        </a:p>
      </dgm:t>
    </dgm:pt>
    <dgm:pt modelId="{06831BFD-3D74-4FC1-968C-91161AD6F44C}">
      <dgm:prSet/>
      <dgm:spPr/>
      <dgm:t>
        <a:bodyPr/>
        <a:lstStyle/>
        <a:p>
          <a:r>
            <a:rPr lang="en-US" b="1" dirty="0"/>
            <a:t>Systems are designed to run on</a:t>
          </a:r>
          <a:r>
            <a:rPr lang="en-US" dirty="0"/>
            <a:t> intranet and extranet.</a:t>
          </a:r>
        </a:p>
      </dgm:t>
    </dgm:pt>
    <dgm:pt modelId="{3BDD5D5E-0E68-488C-88A5-4DDE72BA56C5}" type="parTrans" cxnId="{A79DF494-AA38-43AA-839B-CCC3831B08F0}">
      <dgm:prSet/>
      <dgm:spPr/>
      <dgm:t>
        <a:bodyPr/>
        <a:lstStyle/>
        <a:p>
          <a:endParaRPr lang="en-US"/>
        </a:p>
      </dgm:t>
    </dgm:pt>
    <dgm:pt modelId="{7DB384C2-02B4-4D3E-A9DA-BA63C3EFEC24}" type="sibTrans" cxnId="{A79DF494-AA38-43AA-839B-CCC3831B08F0}">
      <dgm:prSet/>
      <dgm:spPr/>
      <dgm:t>
        <a:bodyPr/>
        <a:lstStyle/>
        <a:p>
          <a:endParaRPr lang="en-US"/>
        </a:p>
      </dgm:t>
    </dgm:pt>
    <dgm:pt modelId="{E9C16030-7093-4DC9-820B-44E87439838A}">
      <dgm:prSet/>
      <dgm:spPr/>
      <dgm:t>
        <a:bodyPr/>
        <a:lstStyle/>
        <a:p>
          <a:r>
            <a:rPr lang="en-US" dirty="0"/>
            <a:t>Development typically follows one of three main paths: </a:t>
          </a:r>
          <a:r>
            <a:rPr lang="en-US" b="1" dirty="0"/>
            <a:t>in-house development</a:t>
          </a:r>
          <a:r>
            <a:rPr lang="en-US" dirty="0"/>
            <a:t>, </a:t>
          </a:r>
          <a:r>
            <a:rPr lang="en-US" b="1" dirty="0"/>
            <a:t>purchase of a software </a:t>
          </a:r>
          <a:r>
            <a:rPr lang="en-US" dirty="0"/>
            <a:t>package.</a:t>
          </a:r>
        </a:p>
      </dgm:t>
    </dgm:pt>
    <dgm:pt modelId="{6AC33CCF-5F22-4BE8-A1A4-36F235EA7803}" type="parTrans" cxnId="{29E8AACB-6FEF-4DBF-A4EA-77B9D82CD337}">
      <dgm:prSet/>
      <dgm:spPr/>
      <dgm:t>
        <a:bodyPr/>
        <a:lstStyle/>
        <a:p>
          <a:endParaRPr lang="en-US"/>
        </a:p>
      </dgm:t>
    </dgm:pt>
    <dgm:pt modelId="{0A1C8ED9-58F2-4F70-8829-F515C9F21B1B}" type="sibTrans" cxnId="{29E8AACB-6FEF-4DBF-A4EA-77B9D82CD337}">
      <dgm:prSet/>
      <dgm:spPr/>
      <dgm:t>
        <a:bodyPr/>
        <a:lstStyle/>
        <a:p>
          <a:endParaRPr lang="en-US"/>
        </a:p>
      </dgm:t>
    </dgm:pt>
    <dgm:pt modelId="{586A77FE-FA7E-4518-ACA5-E63598F9D65E}">
      <dgm:prSet/>
      <dgm:spPr/>
      <dgm:t>
        <a:bodyPr/>
        <a:lstStyle/>
        <a:p>
          <a:r>
            <a:rPr lang="en-US" b="1" dirty="0"/>
            <a:t>Web-based systems are easily scalable</a:t>
          </a:r>
          <a:r>
            <a:rPr lang="en-US" dirty="0"/>
            <a:t>, and can run on multiple hardware environments.</a:t>
          </a:r>
        </a:p>
      </dgm:t>
    </dgm:pt>
    <dgm:pt modelId="{F79D8CBF-8262-48E7-A8A7-EAE793821A14}" type="parTrans" cxnId="{63BA8DC8-AD5F-495F-A41C-DCEE6C25645C}">
      <dgm:prSet/>
      <dgm:spPr/>
      <dgm:t>
        <a:bodyPr/>
        <a:lstStyle/>
        <a:p>
          <a:endParaRPr lang="en-US"/>
        </a:p>
      </dgm:t>
    </dgm:pt>
    <dgm:pt modelId="{B2FBA2D1-5226-43C5-A78B-018B39887C54}" type="sibTrans" cxnId="{63BA8DC8-AD5F-495F-A41C-DCEE6C25645C}">
      <dgm:prSet/>
      <dgm:spPr/>
      <dgm:t>
        <a:bodyPr/>
        <a:lstStyle/>
        <a:p>
          <a:endParaRPr lang="en-US"/>
        </a:p>
      </dgm:t>
    </dgm:pt>
    <dgm:pt modelId="{FDAE03C3-7157-4F25-A0DF-EA9CEF88B353}">
      <dgm:prSet/>
      <dgm:spPr/>
      <dgm:t>
        <a:bodyPr/>
        <a:lstStyle/>
        <a:p>
          <a:r>
            <a:rPr lang="en-US" b="1" dirty="0"/>
            <a:t>Large firms tend to deploy Web-based systems as enterprise-wide software </a:t>
          </a:r>
          <a:r>
            <a:rPr lang="en-US" dirty="0"/>
            <a:t>solutions for applications such as customer relationship management, order processing, and materials management.</a:t>
          </a:r>
        </a:p>
      </dgm:t>
    </dgm:pt>
    <dgm:pt modelId="{1E619487-1252-4CF2-BC83-182910E8AC56}" type="parTrans" cxnId="{6A6F9B7E-620A-4557-B54C-F361C1FEB510}">
      <dgm:prSet/>
      <dgm:spPr/>
      <dgm:t>
        <a:bodyPr/>
        <a:lstStyle/>
        <a:p>
          <a:endParaRPr lang="en-US"/>
        </a:p>
      </dgm:t>
    </dgm:pt>
    <dgm:pt modelId="{13D06867-3717-4FF4-8360-A3073DF92424}" type="sibTrans" cxnId="{6A6F9B7E-620A-4557-B54C-F361C1FEB510}">
      <dgm:prSet/>
      <dgm:spPr/>
      <dgm:t>
        <a:bodyPr/>
        <a:lstStyle/>
        <a:p>
          <a:endParaRPr lang="en-US"/>
        </a:p>
      </dgm:t>
    </dgm:pt>
    <dgm:pt modelId="{2ECBD496-251F-4D63-8F16-483CC05F528E}">
      <dgm:prSet/>
      <dgm:spPr/>
      <dgm:t>
        <a:bodyPr/>
        <a:lstStyle/>
        <a:p>
          <a:r>
            <a:rPr lang="en-US" dirty="0"/>
            <a:t>Web-based </a:t>
          </a:r>
          <a:r>
            <a:rPr lang="en-US" b="1" dirty="0"/>
            <a:t>software treats the software application as a service (SAAS) </a:t>
          </a:r>
          <a:r>
            <a:rPr lang="en-US" dirty="0"/>
            <a:t>that is less dependent on desktop computing power and resources.</a:t>
          </a:r>
        </a:p>
      </dgm:t>
    </dgm:pt>
    <dgm:pt modelId="{122A9B7F-B778-46E0-AEFE-B5E2E33C4E13}" type="parTrans" cxnId="{F3265202-8B26-4D71-9D52-392BFFDC32DC}">
      <dgm:prSet/>
      <dgm:spPr/>
      <dgm:t>
        <a:bodyPr/>
        <a:lstStyle/>
        <a:p>
          <a:endParaRPr lang="en-US"/>
        </a:p>
      </dgm:t>
    </dgm:pt>
    <dgm:pt modelId="{28C42C68-D9C5-468E-9467-11831592AAF6}" type="sibTrans" cxnId="{F3265202-8B26-4D71-9D52-392BFFDC32DC}">
      <dgm:prSet/>
      <dgm:spPr/>
      <dgm:t>
        <a:bodyPr/>
        <a:lstStyle/>
        <a:p>
          <a:endParaRPr lang="en-US"/>
        </a:p>
      </dgm:t>
    </dgm:pt>
    <dgm:pt modelId="{20D46FAF-DF71-554D-936C-9023E4D6E035}">
      <dgm:prSet/>
      <dgm:spPr/>
      <dgm:t>
        <a:bodyPr/>
        <a:lstStyle/>
        <a:p>
          <a:r>
            <a:rPr lang="en-US" dirty="0"/>
            <a:t>Systems often utilize Internet links and resources, but </a:t>
          </a:r>
          <a:r>
            <a:rPr lang="en-US" b="1" dirty="0"/>
            <a:t>Web-based features are treated as enhancements</a:t>
          </a:r>
          <a:r>
            <a:rPr lang="en-US" dirty="0"/>
            <a:t> rather than core elements of the design.</a:t>
          </a:r>
        </a:p>
      </dgm:t>
    </dgm:pt>
    <dgm:pt modelId="{E20DF8B6-7F2A-EA47-B031-145461DDB15E}" type="parTrans" cxnId="{BC54C25A-5DA9-5D48-8E3A-032A62B5F5AC}">
      <dgm:prSet/>
      <dgm:spPr/>
      <dgm:t>
        <a:bodyPr/>
        <a:lstStyle/>
        <a:p>
          <a:endParaRPr lang="en-US"/>
        </a:p>
      </dgm:t>
    </dgm:pt>
    <dgm:pt modelId="{D31A5E2B-9EDF-9E4F-900E-1E0299B30CD7}" type="sibTrans" cxnId="{BC54C25A-5DA9-5D48-8E3A-032A62B5F5AC}">
      <dgm:prSet/>
      <dgm:spPr/>
      <dgm:t>
        <a:bodyPr/>
        <a:lstStyle/>
        <a:p>
          <a:endParaRPr lang="en-US"/>
        </a:p>
      </dgm:t>
    </dgm:pt>
    <dgm:pt modelId="{2A906D86-CFD5-4E31-BE9C-BEE1B9A91914}" type="pres">
      <dgm:prSet presAssocID="{FE7E7312-6A80-4F56-9DF7-2D8FF498C3F6}" presName="Name0" presStyleCnt="0">
        <dgm:presLayoutVars>
          <dgm:dir/>
          <dgm:animLvl val="lvl"/>
          <dgm:resizeHandles val="exact"/>
        </dgm:presLayoutVars>
      </dgm:prSet>
      <dgm:spPr/>
    </dgm:pt>
    <dgm:pt modelId="{379C4DDE-4D32-4F17-94D9-3E990A0DDAF8}" type="pres">
      <dgm:prSet presAssocID="{2E4016F9-2033-4606-9442-3C7E0C729CE3}" presName="composite" presStyleCnt="0"/>
      <dgm:spPr/>
    </dgm:pt>
    <dgm:pt modelId="{11123809-E67C-48EB-BDB3-7C1BC9E7D1F8}" type="pres">
      <dgm:prSet presAssocID="{2E4016F9-2033-4606-9442-3C7E0C729CE3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CF176A1E-D887-4E92-AA7C-3A9B87F3C526}" type="pres">
      <dgm:prSet presAssocID="{2E4016F9-2033-4606-9442-3C7E0C729CE3}" presName="desTx" presStyleLbl="alignAccFollowNode1" presStyleIdx="0" presStyleCnt="2">
        <dgm:presLayoutVars>
          <dgm:bulletEnabled val="1"/>
        </dgm:presLayoutVars>
      </dgm:prSet>
      <dgm:spPr/>
    </dgm:pt>
    <dgm:pt modelId="{CFEED139-8E0A-49BC-B3CF-7396432C8C0A}" type="pres">
      <dgm:prSet presAssocID="{E157B54A-1A24-4A5F-BF76-4F662D360240}" presName="space" presStyleCnt="0"/>
      <dgm:spPr/>
    </dgm:pt>
    <dgm:pt modelId="{6B9B27A6-C657-410A-922D-5E50D774860C}" type="pres">
      <dgm:prSet presAssocID="{784DAE57-03C7-46EF-BBB8-DC53D51B9640}" presName="composite" presStyleCnt="0"/>
      <dgm:spPr/>
    </dgm:pt>
    <dgm:pt modelId="{07E45B99-0884-4F93-942B-42741C6A3EB8}" type="pres">
      <dgm:prSet presAssocID="{784DAE57-03C7-46EF-BBB8-DC53D51B9640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C1E1053A-D029-47EB-B894-AEC791C1561C}" type="pres">
      <dgm:prSet presAssocID="{784DAE57-03C7-46EF-BBB8-DC53D51B9640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F3265202-8B26-4D71-9D52-392BFFDC32DC}" srcId="{784DAE57-03C7-46EF-BBB8-DC53D51B9640}" destId="{2ECBD496-251F-4D63-8F16-483CC05F528E}" srcOrd="3" destOrd="0" parTransId="{122A9B7F-B778-46E0-AEFE-B5E2E33C4E13}" sibTransId="{28C42C68-D9C5-468E-9467-11831592AAF6}"/>
    <dgm:cxn modelId="{8CB16032-A96C-4DA1-AB1F-F772EE189395}" type="presOf" srcId="{06831BFD-3D74-4FC1-968C-91161AD6F44C}" destId="{CF176A1E-D887-4E92-AA7C-3A9B87F3C526}" srcOrd="0" destOrd="1" presId="urn:microsoft.com/office/officeart/2005/8/layout/hList1"/>
    <dgm:cxn modelId="{CB9CA232-E78F-497B-B0BE-83E7B20DB44E}" type="presOf" srcId="{17995BEB-EC52-429B-8CDA-F6FFCBC564DE}" destId="{C1E1053A-D029-47EB-B894-AEC791C1561C}" srcOrd="0" destOrd="0" presId="urn:microsoft.com/office/officeart/2005/8/layout/hList1"/>
    <dgm:cxn modelId="{0005593F-E141-40FE-9898-53C17C1F74D1}" type="presOf" srcId="{FDAE03C3-7157-4F25-A0DF-EA9CEF88B353}" destId="{C1E1053A-D029-47EB-B894-AEC791C1561C}" srcOrd="0" destOrd="2" presId="urn:microsoft.com/office/officeart/2005/8/layout/hList1"/>
    <dgm:cxn modelId="{58149D46-23BC-40BD-9FF2-97675E7E2A34}" srcId="{FE7E7312-6A80-4F56-9DF7-2D8FF498C3F6}" destId="{784DAE57-03C7-46EF-BBB8-DC53D51B9640}" srcOrd="1" destOrd="0" parTransId="{48C6A4B4-BBC4-41F1-B56C-E786A408630C}" sibTransId="{28D7A0E1-12CA-42D9-8D7C-319B1218F3A9}"/>
    <dgm:cxn modelId="{9ED44448-8EF6-4FDF-8A71-EB69816F3655}" type="presOf" srcId="{784DAE57-03C7-46EF-BBB8-DC53D51B9640}" destId="{07E45B99-0884-4F93-942B-42741C6A3EB8}" srcOrd="0" destOrd="0" presId="urn:microsoft.com/office/officeart/2005/8/layout/hList1"/>
    <dgm:cxn modelId="{BC54C25A-5DA9-5D48-8E3A-032A62B5F5AC}" srcId="{2E4016F9-2033-4606-9442-3C7E0C729CE3}" destId="{20D46FAF-DF71-554D-936C-9023E4D6E035}" srcOrd="2" destOrd="0" parTransId="{E20DF8B6-7F2A-EA47-B031-145461DDB15E}" sibTransId="{D31A5E2B-9EDF-9E4F-900E-1E0299B30CD7}"/>
    <dgm:cxn modelId="{2603B85E-E8AE-49D6-A4D0-0BC0BC3F2843}" type="presOf" srcId="{FE51FB4D-EB60-435D-9E76-0903DDECC687}" destId="{CF176A1E-D887-4E92-AA7C-3A9B87F3C526}" srcOrd="0" destOrd="0" presId="urn:microsoft.com/office/officeart/2005/8/layout/hList1"/>
    <dgm:cxn modelId="{D63BBA7C-14D6-5A49-A22D-8EBB1897C456}" type="presOf" srcId="{20D46FAF-DF71-554D-936C-9023E4D6E035}" destId="{CF176A1E-D887-4E92-AA7C-3A9B87F3C526}" srcOrd="0" destOrd="2" presId="urn:microsoft.com/office/officeart/2005/8/layout/hList1"/>
    <dgm:cxn modelId="{6A6F9B7E-620A-4557-B54C-F361C1FEB510}" srcId="{784DAE57-03C7-46EF-BBB8-DC53D51B9640}" destId="{FDAE03C3-7157-4F25-A0DF-EA9CEF88B353}" srcOrd="2" destOrd="0" parTransId="{1E619487-1252-4CF2-BC83-182910E8AC56}" sibTransId="{13D06867-3717-4FF4-8360-A3073DF92424}"/>
    <dgm:cxn modelId="{D53BFE83-3935-4CD6-97B3-CEEC87E14F3A}" srcId="{784DAE57-03C7-46EF-BBB8-DC53D51B9640}" destId="{17995BEB-EC52-429B-8CDA-F6FFCBC564DE}" srcOrd="0" destOrd="0" parTransId="{621DE83D-BD7F-44DA-8BAE-2264C87B2D2C}" sibTransId="{BDA78A32-700E-40E6-AA92-6C7428F52948}"/>
    <dgm:cxn modelId="{A79DF494-AA38-43AA-839B-CCC3831B08F0}" srcId="{2E4016F9-2033-4606-9442-3C7E0C729CE3}" destId="{06831BFD-3D74-4FC1-968C-91161AD6F44C}" srcOrd="1" destOrd="0" parTransId="{3BDD5D5E-0E68-488C-88A5-4DDE72BA56C5}" sibTransId="{7DB384C2-02B4-4D3E-A9DA-BA63C3EFEC24}"/>
    <dgm:cxn modelId="{5B748F9B-1672-446A-9649-5C0A931ED87A}" type="presOf" srcId="{2ECBD496-251F-4D63-8F16-483CC05F528E}" destId="{C1E1053A-D029-47EB-B894-AEC791C1561C}" srcOrd="0" destOrd="3" presId="urn:microsoft.com/office/officeart/2005/8/layout/hList1"/>
    <dgm:cxn modelId="{DCD486A2-6D2C-4626-8429-96E8BE4570FE}" srcId="{2E4016F9-2033-4606-9442-3C7E0C729CE3}" destId="{FE51FB4D-EB60-435D-9E76-0903DDECC687}" srcOrd="0" destOrd="0" parTransId="{DB891873-E4DD-43F3-A853-A50B92F48FE4}" sibTransId="{6EEA7A89-2DAF-4268-8427-90D58B9E307E}"/>
    <dgm:cxn modelId="{4D4325B2-F6D0-4096-9839-0732BCA73678}" type="presOf" srcId="{E9C16030-7093-4DC9-820B-44E87439838A}" destId="{CF176A1E-D887-4E92-AA7C-3A9B87F3C526}" srcOrd="0" destOrd="3" presId="urn:microsoft.com/office/officeart/2005/8/layout/hList1"/>
    <dgm:cxn modelId="{63BA8DC8-AD5F-495F-A41C-DCEE6C25645C}" srcId="{784DAE57-03C7-46EF-BBB8-DC53D51B9640}" destId="{586A77FE-FA7E-4518-ACA5-E63598F9D65E}" srcOrd="1" destOrd="0" parTransId="{F79D8CBF-8262-48E7-A8A7-EAE793821A14}" sibTransId="{B2FBA2D1-5226-43C5-A78B-018B39887C54}"/>
    <dgm:cxn modelId="{B0BA1AC9-9BA5-4FAC-A33B-6EF79E438D3B}" type="presOf" srcId="{2E4016F9-2033-4606-9442-3C7E0C729CE3}" destId="{11123809-E67C-48EB-BDB3-7C1BC9E7D1F8}" srcOrd="0" destOrd="0" presId="urn:microsoft.com/office/officeart/2005/8/layout/hList1"/>
    <dgm:cxn modelId="{29E8AACB-6FEF-4DBF-A4EA-77B9D82CD337}" srcId="{2E4016F9-2033-4606-9442-3C7E0C729CE3}" destId="{E9C16030-7093-4DC9-820B-44E87439838A}" srcOrd="3" destOrd="0" parTransId="{6AC33CCF-5F22-4BE8-A1A4-36F235EA7803}" sibTransId="{0A1C8ED9-58F2-4F70-8829-F515C9F21B1B}"/>
    <dgm:cxn modelId="{6DFAF7D4-B92D-4E0A-ACB0-44234B32E142}" type="presOf" srcId="{586A77FE-FA7E-4518-ACA5-E63598F9D65E}" destId="{C1E1053A-D029-47EB-B894-AEC791C1561C}" srcOrd="0" destOrd="1" presId="urn:microsoft.com/office/officeart/2005/8/layout/hList1"/>
    <dgm:cxn modelId="{4C7124E0-A6F8-4592-AA4F-7FB9DCDC9F69}" srcId="{FE7E7312-6A80-4F56-9DF7-2D8FF498C3F6}" destId="{2E4016F9-2033-4606-9442-3C7E0C729CE3}" srcOrd="0" destOrd="0" parTransId="{DE38BEA1-4051-45CC-8419-A761E0A199DB}" sibTransId="{E157B54A-1A24-4A5F-BF76-4F662D360240}"/>
    <dgm:cxn modelId="{0171F0E6-FED0-48CB-B3E8-2A297BECCDBD}" type="presOf" srcId="{FE7E7312-6A80-4F56-9DF7-2D8FF498C3F6}" destId="{2A906D86-CFD5-4E31-BE9C-BEE1B9A91914}" srcOrd="0" destOrd="0" presId="urn:microsoft.com/office/officeart/2005/8/layout/hList1"/>
    <dgm:cxn modelId="{1BDDE675-44A8-47A1-8407-068D7632B026}" type="presParOf" srcId="{2A906D86-CFD5-4E31-BE9C-BEE1B9A91914}" destId="{379C4DDE-4D32-4F17-94D9-3E990A0DDAF8}" srcOrd="0" destOrd="0" presId="urn:microsoft.com/office/officeart/2005/8/layout/hList1"/>
    <dgm:cxn modelId="{6BC4A0E1-8A40-488F-8AD9-A4413A540CB9}" type="presParOf" srcId="{379C4DDE-4D32-4F17-94D9-3E990A0DDAF8}" destId="{11123809-E67C-48EB-BDB3-7C1BC9E7D1F8}" srcOrd="0" destOrd="0" presId="urn:microsoft.com/office/officeart/2005/8/layout/hList1"/>
    <dgm:cxn modelId="{3BEA4CA1-69F7-4C6D-A111-94564A3F2B02}" type="presParOf" srcId="{379C4DDE-4D32-4F17-94D9-3E990A0DDAF8}" destId="{CF176A1E-D887-4E92-AA7C-3A9B87F3C526}" srcOrd="1" destOrd="0" presId="urn:microsoft.com/office/officeart/2005/8/layout/hList1"/>
    <dgm:cxn modelId="{E0942183-1473-4BAD-AA77-1169C06D7F84}" type="presParOf" srcId="{2A906D86-CFD5-4E31-BE9C-BEE1B9A91914}" destId="{CFEED139-8E0A-49BC-B3CF-7396432C8C0A}" srcOrd="1" destOrd="0" presId="urn:microsoft.com/office/officeart/2005/8/layout/hList1"/>
    <dgm:cxn modelId="{40045645-8CCD-4F67-94BC-D19F651F5D52}" type="presParOf" srcId="{2A906D86-CFD5-4E31-BE9C-BEE1B9A91914}" destId="{6B9B27A6-C657-410A-922D-5E50D774860C}" srcOrd="2" destOrd="0" presId="urn:microsoft.com/office/officeart/2005/8/layout/hList1"/>
    <dgm:cxn modelId="{39011ED6-234B-48DE-9B48-CB8476C48F01}" type="presParOf" srcId="{6B9B27A6-C657-410A-922D-5E50D774860C}" destId="{07E45B99-0884-4F93-942B-42741C6A3EB8}" srcOrd="0" destOrd="0" presId="urn:microsoft.com/office/officeart/2005/8/layout/hList1"/>
    <dgm:cxn modelId="{C95BB43E-2BE2-45A9-853E-B0F7193F53AB}" type="presParOf" srcId="{6B9B27A6-C657-410A-922D-5E50D774860C}" destId="{C1E1053A-D029-47EB-B894-AEC791C1561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E94B1D-7E91-47FB-A11D-217946FFE125}" type="doc">
      <dgm:prSet loTypeId="urn:microsoft.com/office/officeart/2005/8/layout/vList5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60085930-4581-48B4-943C-A6BB77D40B5D}">
      <dgm:prSet phldrT="[Text]"/>
      <dgm:spPr/>
      <dgm:t>
        <a:bodyPr/>
        <a:lstStyle/>
        <a:p>
          <a:pPr algn="l"/>
          <a:r>
            <a:rPr lang="en-US" b="0" i="0" dirty="0"/>
            <a:t>Gain access to sophisticated applications</a:t>
          </a:r>
          <a:endParaRPr lang="en-US" b="0" dirty="0"/>
        </a:p>
      </dgm:t>
    </dgm:pt>
    <dgm:pt modelId="{8143E96F-323E-4A14-84DA-074D5D42B37B}" type="parTrans" cxnId="{249A5FD5-35F3-4203-9347-7079244C635B}">
      <dgm:prSet/>
      <dgm:spPr/>
      <dgm:t>
        <a:bodyPr/>
        <a:lstStyle/>
        <a:p>
          <a:endParaRPr lang="en-US" b="0"/>
        </a:p>
      </dgm:t>
    </dgm:pt>
    <dgm:pt modelId="{5248C7E7-7D39-47F1-A6AB-0BC466306C44}" type="sibTrans" cxnId="{249A5FD5-35F3-4203-9347-7079244C635B}">
      <dgm:prSet/>
      <dgm:spPr/>
      <dgm:t>
        <a:bodyPr/>
        <a:lstStyle/>
        <a:p>
          <a:endParaRPr lang="en-US" b="0"/>
        </a:p>
      </dgm:t>
    </dgm:pt>
    <dgm:pt modelId="{C98EBCD8-94E0-44A3-8BA0-7F27AF30866A}">
      <dgm:prSet phldrT="[Text]" custT="1"/>
      <dgm:spPr/>
      <dgm:t>
        <a:bodyPr/>
        <a:lstStyle/>
        <a:p>
          <a:r>
            <a:rPr lang="en-US" sz="1800" b="0" i="0" dirty="0"/>
            <a:t>SaaS makes even sophisticated enterprise applications, such as ERP and CRM, affordable for organizations</a:t>
          </a:r>
          <a:endParaRPr lang="en-US" sz="1800" b="0" dirty="0"/>
        </a:p>
      </dgm:t>
    </dgm:pt>
    <dgm:pt modelId="{C0F34A95-2672-42C7-93C5-81AB5316BA85}" type="parTrans" cxnId="{9F9D2E1D-3EAA-436B-A7EB-C5B503E6501C}">
      <dgm:prSet/>
      <dgm:spPr/>
      <dgm:t>
        <a:bodyPr/>
        <a:lstStyle/>
        <a:p>
          <a:endParaRPr lang="en-US" b="0"/>
        </a:p>
      </dgm:t>
    </dgm:pt>
    <dgm:pt modelId="{62A19B08-9CDB-4801-8422-B0F128D15896}" type="sibTrans" cxnId="{9F9D2E1D-3EAA-436B-A7EB-C5B503E6501C}">
      <dgm:prSet/>
      <dgm:spPr/>
      <dgm:t>
        <a:bodyPr/>
        <a:lstStyle/>
        <a:p>
          <a:endParaRPr lang="en-US" b="0"/>
        </a:p>
      </dgm:t>
    </dgm:pt>
    <dgm:pt modelId="{4795AB10-A6DD-4479-8C6F-C3AD3F160FF1}">
      <dgm:prSet phldrT="[Text]"/>
      <dgm:spPr/>
      <dgm:t>
        <a:bodyPr/>
        <a:lstStyle/>
        <a:p>
          <a:pPr algn="l"/>
          <a:r>
            <a:rPr lang="en-US" b="0" i="0" dirty="0"/>
            <a:t>Pay only for what you use</a:t>
          </a:r>
          <a:endParaRPr lang="en-US" b="0" dirty="0"/>
        </a:p>
      </dgm:t>
    </dgm:pt>
    <dgm:pt modelId="{A0A546DC-5053-466C-9EA2-C78B530701F6}" type="parTrans" cxnId="{062DE2D4-82ED-450C-8157-60714FDB89BB}">
      <dgm:prSet/>
      <dgm:spPr/>
      <dgm:t>
        <a:bodyPr/>
        <a:lstStyle/>
        <a:p>
          <a:endParaRPr lang="en-US" b="0"/>
        </a:p>
      </dgm:t>
    </dgm:pt>
    <dgm:pt modelId="{6D1FD12F-0035-4DAC-AFB0-BFD0AC3524D8}" type="sibTrans" cxnId="{062DE2D4-82ED-450C-8157-60714FDB89BB}">
      <dgm:prSet/>
      <dgm:spPr/>
      <dgm:t>
        <a:bodyPr/>
        <a:lstStyle/>
        <a:p>
          <a:endParaRPr lang="en-US" b="0"/>
        </a:p>
      </dgm:t>
    </dgm:pt>
    <dgm:pt modelId="{4017803C-A935-4D44-A784-0D1F0D3D5A6F}">
      <dgm:prSet phldrT="[Text]" custT="1"/>
      <dgm:spPr/>
      <dgm:t>
        <a:bodyPr/>
        <a:lstStyle/>
        <a:p>
          <a:r>
            <a:rPr lang="en-US" sz="1800" b="0" i="0" dirty="0"/>
            <a:t>You also save money because the SaaS service automatically scales up and down according to the level of usage.</a:t>
          </a:r>
        </a:p>
      </dgm:t>
    </dgm:pt>
    <dgm:pt modelId="{E3C29B9A-E1EF-4782-8C97-51346557EEFD}" type="parTrans" cxnId="{D38B744F-3EB9-47A8-B833-58E2CEA683E6}">
      <dgm:prSet/>
      <dgm:spPr/>
      <dgm:t>
        <a:bodyPr/>
        <a:lstStyle/>
        <a:p>
          <a:endParaRPr lang="en-US" b="0"/>
        </a:p>
      </dgm:t>
    </dgm:pt>
    <dgm:pt modelId="{362B25C6-F7B7-42DE-9012-6FEE7BBB4D8D}" type="sibTrans" cxnId="{D38B744F-3EB9-47A8-B833-58E2CEA683E6}">
      <dgm:prSet/>
      <dgm:spPr/>
      <dgm:t>
        <a:bodyPr/>
        <a:lstStyle/>
        <a:p>
          <a:endParaRPr lang="en-US" b="0"/>
        </a:p>
      </dgm:t>
    </dgm:pt>
    <dgm:pt modelId="{FAB7EFD2-E679-4F39-8838-6B806DAB95B6}">
      <dgm:prSet phldrT="[Text]"/>
      <dgm:spPr/>
      <dgm:t>
        <a:bodyPr/>
        <a:lstStyle/>
        <a:p>
          <a:pPr algn="l"/>
          <a:r>
            <a:rPr lang="en-US" b="0" i="0" dirty="0"/>
            <a:t>Use free client software</a:t>
          </a:r>
          <a:endParaRPr lang="en-US" b="0" dirty="0"/>
        </a:p>
      </dgm:t>
    </dgm:pt>
    <dgm:pt modelId="{3F52DFA7-1904-40D2-99DD-DB177ABAB90F}" type="parTrans" cxnId="{75FE8D82-BD09-4B2C-8BA7-1484816D0406}">
      <dgm:prSet/>
      <dgm:spPr/>
      <dgm:t>
        <a:bodyPr/>
        <a:lstStyle/>
        <a:p>
          <a:endParaRPr lang="en-US" b="0"/>
        </a:p>
      </dgm:t>
    </dgm:pt>
    <dgm:pt modelId="{D574500B-27CE-482B-AA77-B20F3C303C20}" type="sibTrans" cxnId="{75FE8D82-BD09-4B2C-8BA7-1484816D0406}">
      <dgm:prSet/>
      <dgm:spPr/>
      <dgm:t>
        <a:bodyPr/>
        <a:lstStyle/>
        <a:p>
          <a:endParaRPr lang="en-US" b="0"/>
        </a:p>
      </dgm:t>
    </dgm:pt>
    <dgm:pt modelId="{DCEF9397-990E-4272-83D9-96DEDE47AA71}">
      <dgm:prSet phldrT="[Text]" custT="1"/>
      <dgm:spPr/>
      <dgm:t>
        <a:bodyPr/>
        <a:lstStyle/>
        <a:p>
          <a:r>
            <a:rPr lang="en-US" sz="1800" b="0" i="0" dirty="0"/>
            <a:t>Users can run most SaaS apps directly from their web browser (which is free client software) without needing to download and install any software, although some apps require plugins</a:t>
          </a:r>
        </a:p>
      </dgm:t>
    </dgm:pt>
    <dgm:pt modelId="{22FF364F-1059-47DD-A821-CFCF67E1916E}" type="parTrans" cxnId="{18A6E4F5-CF5C-492B-B1AA-971156AE8F37}">
      <dgm:prSet/>
      <dgm:spPr/>
      <dgm:t>
        <a:bodyPr/>
        <a:lstStyle/>
        <a:p>
          <a:endParaRPr lang="en-US" b="0"/>
        </a:p>
      </dgm:t>
    </dgm:pt>
    <dgm:pt modelId="{24744B9D-81AB-4581-8820-FE3C5603F239}" type="sibTrans" cxnId="{18A6E4F5-CF5C-492B-B1AA-971156AE8F37}">
      <dgm:prSet/>
      <dgm:spPr/>
      <dgm:t>
        <a:bodyPr/>
        <a:lstStyle/>
        <a:p>
          <a:endParaRPr lang="en-US" b="0"/>
        </a:p>
      </dgm:t>
    </dgm:pt>
    <dgm:pt modelId="{A08F5739-4126-48F7-A2B0-7AC5698F38E7}">
      <dgm:prSet phldrT="[Text]"/>
      <dgm:spPr/>
      <dgm:t>
        <a:bodyPr/>
        <a:lstStyle/>
        <a:p>
          <a:pPr algn="l"/>
          <a:r>
            <a:rPr lang="en-US" b="0" i="0" dirty="0"/>
            <a:t>Mobilize your workforce easily</a:t>
          </a:r>
          <a:endParaRPr lang="en-US" b="0" dirty="0"/>
        </a:p>
      </dgm:t>
    </dgm:pt>
    <dgm:pt modelId="{AFF7E27C-E103-44A6-8590-A3B664A93D9F}" type="parTrans" cxnId="{B60927E3-63B2-46F9-8594-BB3E9DC93ABB}">
      <dgm:prSet/>
      <dgm:spPr/>
      <dgm:t>
        <a:bodyPr/>
        <a:lstStyle/>
        <a:p>
          <a:endParaRPr lang="en-US" b="0"/>
        </a:p>
      </dgm:t>
    </dgm:pt>
    <dgm:pt modelId="{DAB31E21-ADCD-4122-80FD-768D6408F0C1}" type="sibTrans" cxnId="{B60927E3-63B2-46F9-8594-BB3E9DC93ABB}">
      <dgm:prSet/>
      <dgm:spPr/>
      <dgm:t>
        <a:bodyPr/>
        <a:lstStyle/>
        <a:p>
          <a:endParaRPr lang="en-US" b="0"/>
        </a:p>
      </dgm:t>
    </dgm:pt>
    <dgm:pt modelId="{4CDFB9D6-9DCF-4D30-B060-27DB60CB8131}">
      <dgm:prSet phldrT="[Text]" custT="1"/>
      <dgm:spPr/>
      <dgm:t>
        <a:bodyPr/>
        <a:lstStyle/>
        <a:p>
          <a:r>
            <a:rPr lang="en-US" sz="1800" b="0" i="0" dirty="0"/>
            <a:t>SaaS makes it easy to “mobilize” your workforce because users can access SaaS apps and data from any Internet-connected computer or mobile device</a:t>
          </a:r>
        </a:p>
      </dgm:t>
    </dgm:pt>
    <dgm:pt modelId="{F257B994-6331-4904-A1C0-13A5853BF186}" type="parTrans" cxnId="{52FABCF0-A3BE-4624-B725-20DFEEE5FDF9}">
      <dgm:prSet/>
      <dgm:spPr/>
      <dgm:t>
        <a:bodyPr/>
        <a:lstStyle/>
        <a:p>
          <a:endParaRPr lang="en-US" b="0"/>
        </a:p>
      </dgm:t>
    </dgm:pt>
    <dgm:pt modelId="{92505E3D-4245-40D1-B922-535D211121F6}" type="sibTrans" cxnId="{52FABCF0-A3BE-4624-B725-20DFEEE5FDF9}">
      <dgm:prSet/>
      <dgm:spPr/>
      <dgm:t>
        <a:bodyPr/>
        <a:lstStyle/>
        <a:p>
          <a:endParaRPr lang="en-US" b="0"/>
        </a:p>
      </dgm:t>
    </dgm:pt>
    <dgm:pt modelId="{6137D059-734C-42DB-A8C3-FAFD7DBD3091}">
      <dgm:prSet phldrT="[Text]"/>
      <dgm:spPr/>
      <dgm:t>
        <a:bodyPr/>
        <a:lstStyle/>
        <a:p>
          <a:pPr algn="l"/>
          <a:r>
            <a:rPr lang="en-US" b="0" i="0" dirty="0"/>
            <a:t>Access app data from anywhere</a:t>
          </a:r>
          <a:endParaRPr lang="en-US" b="0" dirty="0"/>
        </a:p>
      </dgm:t>
    </dgm:pt>
    <dgm:pt modelId="{D7D3D965-4638-491B-963F-F95E4ABC5BC7}" type="parTrans" cxnId="{D0D37BF6-B94D-4895-B327-5D48276D014D}">
      <dgm:prSet/>
      <dgm:spPr/>
      <dgm:t>
        <a:bodyPr/>
        <a:lstStyle/>
        <a:p>
          <a:endParaRPr lang="en-US" b="0"/>
        </a:p>
      </dgm:t>
    </dgm:pt>
    <dgm:pt modelId="{297223FD-A554-47CB-94B2-47FA5804657A}" type="sibTrans" cxnId="{D0D37BF6-B94D-4895-B327-5D48276D014D}">
      <dgm:prSet/>
      <dgm:spPr/>
      <dgm:t>
        <a:bodyPr/>
        <a:lstStyle/>
        <a:p>
          <a:endParaRPr lang="en-US" b="0"/>
        </a:p>
      </dgm:t>
    </dgm:pt>
    <dgm:pt modelId="{933E526B-2E62-4636-81A9-BD0E02117E8B}">
      <dgm:prSet phldrT="[Text]" custT="1"/>
      <dgm:spPr/>
      <dgm:t>
        <a:bodyPr/>
        <a:lstStyle/>
        <a:p>
          <a:r>
            <a:rPr lang="en-US" sz="1800" b="0" i="0" dirty="0"/>
            <a:t>With data stored in the cloud, users can access their information from any Internet-connected computer or mobile device</a:t>
          </a:r>
        </a:p>
      </dgm:t>
    </dgm:pt>
    <dgm:pt modelId="{5CCC196B-5730-49BA-9E13-3E2D0BF874AB}" type="parTrans" cxnId="{68B2E0C2-7C43-4CCA-887D-C590E7C531D6}">
      <dgm:prSet/>
      <dgm:spPr/>
      <dgm:t>
        <a:bodyPr/>
        <a:lstStyle/>
        <a:p>
          <a:endParaRPr lang="en-US" b="0"/>
        </a:p>
      </dgm:t>
    </dgm:pt>
    <dgm:pt modelId="{3FFBEB14-EE67-454E-8BA4-2703841DC379}" type="sibTrans" cxnId="{68B2E0C2-7C43-4CCA-887D-C590E7C531D6}">
      <dgm:prSet/>
      <dgm:spPr/>
      <dgm:t>
        <a:bodyPr/>
        <a:lstStyle/>
        <a:p>
          <a:endParaRPr lang="en-US" b="0"/>
        </a:p>
      </dgm:t>
    </dgm:pt>
    <dgm:pt modelId="{74C3F925-80BE-4A4C-BFFD-DF82932BB2D2}" type="pres">
      <dgm:prSet presAssocID="{0EE94B1D-7E91-47FB-A11D-217946FFE125}" presName="Name0" presStyleCnt="0">
        <dgm:presLayoutVars>
          <dgm:dir/>
          <dgm:animLvl val="lvl"/>
          <dgm:resizeHandles val="exact"/>
        </dgm:presLayoutVars>
      </dgm:prSet>
      <dgm:spPr/>
    </dgm:pt>
    <dgm:pt modelId="{621709B4-C025-4F3A-B25D-0B034A6D1C60}" type="pres">
      <dgm:prSet presAssocID="{60085930-4581-48B4-943C-A6BB77D40B5D}" presName="linNode" presStyleCnt="0"/>
      <dgm:spPr/>
    </dgm:pt>
    <dgm:pt modelId="{A4042A50-FC9A-44AD-BB66-C5F10B721A13}" type="pres">
      <dgm:prSet presAssocID="{60085930-4581-48B4-943C-A6BB77D40B5D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7B6650C3-AAD0-486B-A70B-A6311DFC0412}" type="pres">
      <dgm:prSet presAssocID="{60085930-4581-48B4-943C-A6BB77D40B5D}" presName="descendantText" presStyleLbl="alignAccFollowNode1" presStyleIdx="0" presStyleCnt="5">
        <dgm:presLayoutVars>
          <dgm:bulletEnabled val="1"/>
        </dgm:presLayoutVars>
      </dgm:prSet>
      <dgm:spPr/>
    </dgm:pt>
    <dgm:pt modelId="{C55631FD-9AC3-4CA4-8CEA-CFAA62C2DEA3}" type="pres">
      <dgm:prSet presAssocID="{5248C7E7-7D39-47F1-A6AB-0BC466306C44}" presName="sp" presStyleCnt="0"/>
      <dgm:spPr/>
    </dgm:pt>
    <dgm:pt modelId="{C07B2201-2188-44C2-954D-B3888F47353D}" type="pres">
      <dgm:prSet presAssocID="{4795AB10-A6DD-4479-8C6F-C3AD3F160FF1}" presName="linNode" presStyleCnt="0"/>
      <dgm:spPr/>
    </dgm:pt>
    <dgm:pt modelId="{2224CECB-8C08-47FB-9AD3-F000A282CC95}" type="pres">
      <dgm:prSet presAssocID="{4795AB10-A6DD-4479-8C6F-C3AD3F160FF1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76DAF7CA-0A80-402B-9365-FE84D543473C}" type="pres">
      <dgm:prSet presAssocID="{4795AB10-A6DD-4479-8C6F-C3AD3F160FF1}" presName="descendantText" presStyleLbl="alignAccFollowNode1" presStyleIdx="1" presStyleCnt="5">
        <dgm:presLayoutVars>
          <dgm:bulletEnabled val="1"/>
        </dgm:presLayoutVars>
      </dgm:prSet>
      <dgm:spPr/>
    </dgm:pt>
    <dgm:pt modelId="{32A722F5-68F0-4237-BD2A-DD85CBCB1F52}" type="pres">
      <dgm:prSet presAssocID="{6D1FD12F-0035-4DAC-AFB0-BFD0AC3524D8}" presName="sp" presStyleCnt="0"/>
      <dgm:spPr/>
    </dgm:pt>
    <dgm:pt modelId="{2E9E2FCF-2131-4918-8F7C-83EA514CB3C8}" type="pres">
      <dgm:prSet presAssocID="{FAB7EFD2-E679-4F39-8838-6B806DAB95B6}" presName="linNode" presStyleCnt="0"/>
      <dgm:spPr/>
    </dgm:pt>
    <dgm:pt modelId="{5D4556FF-E1DC-4D83-A4EC-602B38725448}" type="pres">
      <dgm:prSet presAssocID="{FAB7EFD2-E679-4F39-8838-6B806DAB95B6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D442D78F-E0FB-45D9-B8BF-1298FF610DC4}" type="pres">
      <dgm:prSet presAssocID="{FAB7EFD2-E679-4F39-8838-6B806DAB95B6}" presName="descendantText" presStyleLbl="alignAccFollowNode1" presStyleIdx="2" presStyleCnt="5" custScaleY="160799">
        <dgm:presLayoutVars>
          <dgm:bulletEnabled val="1"/>
        </dgm:presLayoutVars>
      </dgm:prSet>
      <dgm:spPr/>
    </dgm:pt>
    <dgm:pt modelId="{668C336A-17FE-416F-A4B6-3D63F6E2611E}" type="pres">
      <dgm:prSet presAssocID="{D574500B-27CE-482B-AA77-B20F3C303C20}" presName="sp" presStyleCnt="0"/>
      <dgm:spPr/>
    </dgm:pt>
    <dgm:pt modelId="{9FB4BE87-D5EA-41ED-AFED-AF3DC3E13A9A}" type="pres">
      <dgm:prSet presAssocID="{A08F5739-4126-48F7-A2B0-7AC5698F38E7}" presName="linNode" presStyleCnt="0"/>
      <dgm:spPr/>
    </dgm:pt>
    <dgm:pt modelId="{3C32F72A-5178-4A03-B61D-11EECDCDFC66}" type="pres">
      <dgm:prSet presAssocID="{A08F5739-4126-48F7-A2B0-7AC5698F38E7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0AF00DD9-1C3E-49C2-8611-0B8CAD7767F1}" type="pres">
      <dgm:prSet presAssocID="{A08F5739-4126-48F7-A2B0-7AC5698F38E7}" presName="descendantText" presStyleLbl="alignAccFollowNode1" presStyleIdx="3" presStyleCnt="5">
        <dgm:presLayoutVars>
          <dgm:bulletEnabled val="1"/>
        </dgm:presLayoutVars>
      </dgm:prSet>
      <dgm:spPr/>
    </dgm:pt>
    <dgm:pt modelId="{9779F382-4AE5-4DD7-ACDA-F8E8EDC3BF94}" type="pres">
      <dgm:prSet presAssocID="{DAB31E21-ADCD-4122-80FD-768D6408F0C1}" presName="sp" presStyleCnt="0"/>
      <dgm:spPr/>
    </dgm:pt>
    <dgm:pt modelId="{1E323E54-280B-4055-8921-E6FAA0FBF8A5}" type="pres">
      <dgm:prSet presAssocID="{6137D059-734C-42DB-A8C3-FAFD7DBD3091}" presName="linNode" presStyleCnt="0"/>
      <dgm:spPr/>
    </dgm:pt>
    <dgm:pt modelId="{7EBBE097-A412-45E5-AABA-B02CFF66002E}" type="pres">
      <dgm:prSet presAssocID="{6137D059-734C-42DB-A8C3-FAFD7DBD3091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C1A53D05-6CA5-4534-BFB6-7D6F028C30C8}" type="pres">
      <dgm:prSet presAssocID="{6137D059-734C-42DB-A8C3-FAFD7DBD3091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9F9D2E1D-3EAA-436B-A7EB-C5B503E6501C}" srcId="{60085930-4581-48B4-943C-A6BB77D40B5D}" destId="{C98EBCD8-94E0-44A3-8BA0-7F27AF30866A}" srcOrd="0" destOrd="0" parTransId="{C0F34A95-2672-42C7-93C5-81AB5316BA85}" sibTransId="{62A19B08-9CDB-4801-8422-B0F128D15896}"/>
    <dgm:cxn modelId="{A94A5141-FE97-4846-98E1-6D8A5BE95128}" type="presOf" srcId="{60085930-4581-48B4-943C-A6BB77D40B5D}" destId="{A4042A50-FC9A-44AD-BB66-C5F10B721A13}" srcOrd="0" destOrd="0" presId="urn:microsoft.com/office/officeart/2005/8/layout/vList5"/>
    <dgm:cxn modelId="{24E7864C-ED7C-42B4-B3EB-9875079CA34F}" type="presOf" srcId="{A08F5739-4126-48F7-A2B0-7AC5698F38E7}" destId="{3C32F72A-5178-4A03-B61D-11EECDCDFC66}" srcOrd="0" destOrd="0" presId="urn:microsoft.com/office/officeart/2005/8/layout/vList5"/>
    <dgm:cxn modelId="{D38B744F-3EB9-47A8-B833-58E2CEA683E6}" srcId="{4795AB10-A6DD-4479-8C6F-C3AD3F160FF1}" destId="{4017803C-A935-4D44-A784-0D1F0D3D5A6F}" srcOrd="0" destOrd="0" parTransId="{E3C29B9A-E1EF-4782-8C97-51346557EEFD}" sibTransId="{362B25C6-F7B7-42DE-9012-6FEE7BBB4D8D}"/>
    <dgm:cxn modelId="{FDC1AC78-CF18-4241-BBAA-38B11553FD57}" type="presOf" srcId="{4CDFB9D6-9DCF-4D30-B060-27DB60CB8131}" destId="{0AF00DD9-1C3E-49C2-8611-0B8CAD7767F1}" srcOrd="0" destOrd="0" presId="urn:microsoft.com/office/officeart/2005/8/layout/vList5"/>
    <dgm:cxn modelId="{D180137D-A9E2-47AF-BC75-EC6BF5E360A3}" type="presOf" srcId="{C98EBCD8-94E0-44A3-8BA0-7F27AF30866A}" destId="{7B6650C3-AAD0-486B-A70B-A6311DFC0412}" srcOrd="0" destOrd="0" presId="urn:microsoft.com/office/officeart/2005/8/layout/vList5"/>
    <dgm:cxn modelId="{75FE8D82-BD09-4B2C-8BA7-1484816D0406}" srcId="{0EE94B1D-7E91-47FB-A11D-217946FFE125}" destId="{FAB7EFD2-E679-4F39-8838-6B806DAB95B6}" srcOrd="2" destOrd="0" parTransId="{3F52DFA7-1904-40D2-99DD-DB177ABAB90F}" sibTransId="{D574500B-27CE-482B-AA77-B20F3C303C20}"/>
    <dgm:cxn modelId="{79D82183-356B-4E0C-8F94-2D2014EE19E3}" type="presOf" srcId="{933E526B-2E62-4636-81A9-BD0E02117E8B}" destId="{C1A53D05-6CA5-4534-BFB6-7D6F028C30C8}" srcOrd="0" destOrd="0" presId="urn:microsoft.com/office/officeart/2005/8/layout/vList5"/>
    <dgm:cxn modelId="{CAC78F91-37A2-4109-A918-27CB04F11128}" type="presOf" srcId="{6137D059-734C-42DB-A8C3-FAFD7DBD3091}" destId="{7EBBE097-A412-45E5-AABA-B02CFF66002E}" srcOrd="0" destOrd="0" presId="urn:microsoft.com/office/officeart/2005/8/layout/vList5"/>
    <dgm:cxn modelId="{C3284A92-1122-49A0-96AD-7C4E91ACC963}" type="presOf" srcId="{FAB7EFD2-E679-4F39-8838-6B806DAB95B6}" destId="{5D4556FF-E1DC-4D83-A4EC-602B38725448}" srcOrd="0" destOrd="0" presId="urn:microsoft.com/office/officeart/2005/8/layout/vList5"/>
    <dgm:cxn modelId="{6B5772A4-1115-4EEA-A994-E8132A0547F4}" type="presOf" srcId="{4017803C-A935-4D44-A784-0D1F0D3D5A6F}" destId="{76DAF7CA-0A80-402B-9365-FE84D543473C}" srcOrd="0" destOrd="0" presId="urn:microsoft.com/office/officeart/2005/8/layout/vList5"/>
    <dgm:cxn modelId="{DE5A1EA9-4938-4AA6-BDB9-134FD8AB7D1A}" type="presOf" srcId="{DCEF9397-990E-4272-83D9-96DEDE47AA71}" destId="{D442D78F-E0FB-45D9-B8BF-1298FF610DC4}" srcOrd="0" destOrd="0" presId="urn:microsoft.com/office/officeart/2005/8/layout/vList5"/>
    <dgm:cxn modelId="{68B2E0C2-7C43-4CCA-887D-C590E7C531D6}" srcId="{6137D059-734C-42DB-A8C3-FAFD7DBD3091}" destId="{933E526B-2E62-4636-81A9-BD0E02117E8B}" srcOrd="0" destOrd="0" parTransId="{5CCC196B-5730-49BA-9E13-3E2D0BF874AB}" sibTransId="{3FFBEB14-EE67-454E-8BA4-2703841DC379}"/>
    <dgm:cxn modelId="{062DE2D4-82ED-450C-8157-60714FDB89BB}" srcId="{0EE94B1D-7E91-47FB-A11D-217946FFE125}" destId="{4795AB10-A6DD-4479-8C6F-C3AD3F160FF1}" srcOrd="1" destOrd="0" parTransId="{A0A546DC-5053-466C-9EA2-C78B530701F6}" sibTransId="{6D1FD12F-0035-4DAC-AFB0-BFD0AC3524D8}"/>
    <dgm:cxn modelId="{249A5FD5-35F3-4203-9347-7079244C635B}" srcId="{0EE94B1D-7E91-47FB-A11D-217946FFE125}" destId="{60085930-4581-48B4-943C-A6BB77D40B5D}" srcOrd="0" destOrd="0" parTransId="{8143E96F-323E-4A14-84DA-074D5D42B37B}" sibTransId="{5248C7E7-7D39-47F1-A6AB-0BC466306C44}"/>
    <dgm:cxn modelId="{CE7372D5-F375-491F-BADE-8E5BDC8717A0}" type="presOf" srcId="{0EE94B1D-7E91-47FB-A11D-217946FFE125}" destId="{74C3F925-80BE-4A4C-BFFD-DF82932BB2D2}" srcOrd="0" destOrd="0" presId="urn:microsoft.com/office/officeart/2005/8/layout/vList5"/>
    <dgm:cxn modelId="{B60927E3-63B2-46F9-8594-BB3E9DC93ABB}" srcId="{0EE94B1D-7E91-47FB-A11D-217946FFE125}" destId="{A08F5739-4126-48F7-A2B0-7AC5698F38E7}" srcOrd="3" destOrd="0" parTransId="{AFF7E27C-E103-44A6-8590-A3B664A93D9F}" sibTransId="{DAB31E21-ADCD-4122-80FD-768D6408F0C1}"/>
    <dgm:cxn modelId="{D512CFEC-599D-4262-B124-63394A87F29F}" type="presOf" srcId="{4795AB10-A6DD-4479-8C6F-C3AD3F160FF1}" destId="{2224CECB-8C08-47FB-9AD3-F000A282CC95}" srcOrd="0" destOrd="0" presId="urn:microsoft.com/office/officeart/2005/8/layout/vList5"/>
    <dgm:cxn modelId="{52FABCF0-A3BE-4624-B725-20DFEEE5FDF9}" srcId="{A08F5739-4126-48F7-A2B0-7AC5698F38E7}" destId="{4CDFB9D6-9DCF-4D30-B060-27DB60CB8131}" srcOrd="0" destOrd="0" parTransId="{F257B994-6331-4904-A1C0-13A5853BF186}" sibTransId="{92505E3D-4245-40D1-B922-535D211121F6}"/>
    <dgm:cxn modelId="{18A6E4F5-CF5C-492B-B1AA-971156AE8F37}" srcId="{FAB7EFD2-E679-4F39-8838-6B806DAB95B6}" destId="{DCEF9397-990E-4272-83D9-96DEDE47AA71}" srcOrd="0" destOrd="0" parTransId="{22FF364F-1059-47DD-A821-CFCF67E1916E}" sibTransId="{24744B9D-81AB-4581-8820-FE3C5603F239}"/>
    <dgm:cxn modelId="{D0D37BF6-B94D-4895-B327-5D48276D014D}" srcId="{0EE94B1D-7E91-47FB-A11D-217946FFE125}" destId="{6137D059-734C-42DB-A8C3-FAFD7DBD3091}" srcOrd="4" destOrd="0" parTransId="{D7D3D965-4638-491B-963F-F95E4ABC5BC7}" sibTransId="{297223FD-A554-47CB-94B2-47FA5804657A}"/>
    <dgm:cxn modelId="{52779DC8-505C-41B5-A343-3EC2900DE7AC}" type="presParOf" srcId="{74C3F925-80BE-4A4C-BFFD-DF82932BB2D2}" destId="{621709B4-C025-4F3A-B25D-0B034A6D1C60}" srcOrd="0" destOrd="0" presId="urn:microsoft.com/office/officeart/2005/8/layout/vList5"/>
    <dgm:cxn modelId="{E09BF97E-C279-4C2A-A10F-1E2CFC0E1068}" type="presParOf" srcId="{621709B4-C025-4F3A-B25D-0B034A6D1C60}" destId="{A4042A50-FC9A-44AD-BB66-C5F10B721A13}" srcOrd="0" destOrd="0" presId="urn:microsoft.com/office/officeart/2005/8/layout/vList5"/>
    <dgm:cxn modelId="{822C089F-C8C0-4103-87FF-F32482DA543B}" type="presParOf" srcId="{621709B4-C025-4F3A-B25D-0B034A6D1C60}" destId="{7B6650C3-AAD0-486B-A70B-A6311DFC0412}" srcOrd="1" destOrd="0" presId="urn:microsoft.com/office/officeart/2005/8/layout/vList5"/>
    <dgm:cxn modelId="{C19FF382-079C-4399-B9C4-1A1B73DB2E05}" type="presParOf" srcId="{74C3F925-80BE-4A4C-BFFD-DF82932BB2D2}" destId="{C55631FD-9AC3-4CA4-8CEA-CFAA62C2DEA3}" srcOrd="1" destOrd="0" presId="urn:microsoft.com/office/officeart/2005/8/layout/vList5"/>
    <dgm:cxn modelId="{3DE8BB23-BF09-4ED6-AD40-3C6328853D72}" type="presParOf" srcId="{74C3F925-80BE-4A4C-BFFD-DF82932BB2D2}" destId="{C07B2201-2188-44C2-954D-B3888F47353D}" srcOrd="2" destOrd="0" presId="urn:microsoft.com/office/officeart/2005/8/layout/vList5"/>
    <dgm:cxn modelId="{3E0B6134-9743-4D3E-82B0-290AEF9FBB66}" type="presParOf" srcId="{C07B2201-2188-44C2-954D-B3888F47353D}" destId="{2224CECB-8C08-47FB-9AD3-F000A282CC95}" srcOrd="0" destOrd="0" presId="urn:microsoft.com/office/officeart/2005/8/layout/vList5"/>
    <dgm:cxn modelId="{431ECB0D-3A57-4C1F-8743-85E23CD8CB81}" type="presParOf" srcId="{C07B2201-2188-44C2-954D-B3888F47353D}" destId="{76DAF7CA-0A80-402B-9365-FE84D543473C}" srcOrd="1" destOrd="0" presId="urn:microsoft.com/office/officeart/2005/8/layout/vList5"/>
    <dgm:cxn modelId="{8A43CA88-A9C7-49F0-8CF6-47E7DE3DF22A}" type="presParOf" srcId="{74C3F925-80BE-4A4C-BFFD-DF82932BB2D2}" destId="{32A722F5-68F0-4237-BD2A-DD85CBCB1F52}" srcOrd="3" destOrd="0" presId="urn:microsoft.com/office/officeart/2005/8/layout/vList5"/>
    <dgm:cxn modelId="{22E6639A-6B75-4423-A769-DD0CE6E81264}" type="presParOf" srcId="{74C3F925-80BE-4A4C-BFFD-DF82932BB2D2}" destId="{2E9E2FCF-2131-4918-8F7C-83EA514CB3C8}" srcOrd="4" destOrd="0" presId="urn:microsoft.com/office/officeart/2005/8/layout/vList5"/>
    <dgm:cxn modelId="{F030D9FE-8E06-4684-9758-1746335E7B0C}" type="presParOf" srcId="{2E9E2FCF-2131-4918-8F7C-83EA514CB3C8}" destId="{5D4556FF-E1DC-4D83-A4EC-602B38725448}" srcOrd="0" destOrd="0" presId="urn:microsoft.com/office/officeart/2005/8/layout/vList5"/>
    <dgm:cxn modelId="{E6D72EAA-6774-45D6-9ADA-113865384047}" type="presParOf" srcId="{2E9E2FCF-2131-4918-8F7C-83EA514CB3C8}" destId="{D442D78F-E0FB-45D9-B8BF-1298FF610DC4}" srcOrd="1" destOrd="0" presId="urn:microsoft.com/office/officeart/2005/8/layout/vList5"/>
    <dgm:cxn modelId="{68D47131-B422-45AA-A05A-13C3C8AAE978}" type="presParOf" srcId="{74C3F925-80BE-4A4C-BFFD-DF82932BB2D2}" destId="{668C336A-17FE-416F-A4B6-3D63F6E2611E}" srcOrd="5" destOrd="0" presId="urn:microsoft.com/office/officeart/2005/8/layout/vList5"/>
    <dgm:cxn modelId="{CB0BFA34-B02B-4F1E-93AD-45151FF355B3}" type="presParOf" srcId="{74C3F925-80BE-4A4C-BFFD-DF82932BB2D2}" destId="{9FB4BE87-D5EA-41ED-AFED-AF3DC3E13A9A}" srcOrd="6" destOrd="0" presId="urn:microsoft.com/office/officeart/2005/8/layout/vList5"/>
    <dgm:cxn modelId="{C36E300F-8721-457F-AD38-40BC26D0A77E}" type="presParOf" srcId="{9FB4BE87-D5EA-41ED-AFED-AF3DC3E13A9A}" destId="{3C32F72A-5178-4A03-B61D-11EECDCDFC66}" srcOrd="0" destOrd="0" presId="urn:microsoft.com/office/officeart/2005/8/layout/vList5"/>
    <dgm:cxn modelId="{C69D35BC-868D-4947-84E0-6C050B49EB48}" type="presParOf" srcId="{9FB4BE87-D5EA-41ED-AFED-AF3DC3E13A9A}" destId="{0AF00DD9-1C3E-49C2-8611-0B8CAD7767F1}" srcOrd="1" destOrd="0" presId="urn:microsoft.com/office/officeart/2005/8/layout/vList5"/>
    <dgm:cxn modelId="{F0196825-A80D-46F5-BB0E-143D240F9F73}" type="presParOf" srcId="{74C3F925-80BE-4A4C-BFFD-DF82932BB2D2}" destId="{9779F382-4AE5-4DD7-ACDA-F8E8EDC3BF94}" srcOrd="7" destOrd="0" presId="urn:microsoft.com/office/officeart/2005/8/layout/vList5"/>
    <dgm:cxn modelId="{1321CB25-08A4-407C-A523-B0E61D181558}" type="presParOf" srcId="{74C3F925-80BE-4A4C-BFFD-DF82932BB2D2}" destId="{1E323E54-280B-4055-8921-E6FAA0FBF8A5}" srcOrd="8" destOrd="0" presId="urn:microsoft.com/office/officeart/2005/8/layout/vList5"/>
    <dgm:cxn modelId="{2272E017-DAB2-416B-9AA1-9A633B75FBE2}" type="presParOf" srcId="{1E323E54-280B-4055-8921-E6FAA0FBF8A5}" destId="{7EBBE097-A412-45E5-AABA-B02CFF66002E}" srcOrd="0" destOrd="0" presId="urn:microsoft.com/office/officeart/2005/8/layout/vList5"/>
    <dgm:cxn modelId="{DCEBBDC2-73D6-4F45-B03B-E99C4D59D84A}" type="presParOf" srcId="{1E323E54-280B-4055-8921-E6FAA0FBF8A5}" destId="{C1A53D05-6CA5-4534-BFB6-7D6F028C30C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23EDFBB-08D8-409E-9756-71FCF5CDF0DE}" type="doc">
      <dgm:prSet loTypeId="urn:microsoft.com/office/officeart/2005/8/layout/balance1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B3A17C01-F518-4E4B-A841-A7FFD755F0B8}">
      <dgm:prSet phldrT="[Text]"/>
      <dgm:spPr/>
      <dgm:t>
        <a:bodyPr/>
        <a:lstStyle/>
        <a:p>
          <a:r>
            <a:rPr lang="en-US" dirty="0"/>
            <a:t>Make</a:t>
          </a:r>
        </a:p>
      </dgm:t>
    </dgm:pt>
    <dgm:pt modelId="{5E70F062-B0A9-48EE-AB9B-532690BE2AEA}" type="parTrans" cxnId="{B52F60FF-F486-4D26-862E-E5D8EAA51A2F}">
      <dgm:prSet/>
      <dgm:spPr/>
      <dgm:t>
        <a:bodyPr/>
        <a:lstStyle/>
        <a:p>
          <a:endParaRPr lang="en-US"/>
        </a:p>
      </dgm:t>
    </dgm:pt>
    <dgm:pt modelId="{06A9A3B0-6E36-4FDA-B0EC-3CCA21853786}" type="sibTrans" cxnId="{B52F60FF-F486-4D26-862E-E5D8EAA51A2F}">
      <dgm:prSet/>
      <dgm:spPr/>
      <dgm:t>
        <a:bodyPr/>
        <a:lstStyle/>
        <a:p>
          <a:endParaRPr lang="en-US"/>
        </a:p>
      </dgm:t>
    </dgm:pt>
    <dgm:pt modelId="{27984F02-F927-49F6-9ADD-EF58C9D6A73D}">
      <dgm:prSet phldrT="[Text]"/>
      <dgm:spPr/>
      <dgm:t>
        <a:bodyPr/>
        <a:lstStyle/>
        <a:p>
          <a:r>
            <a:rPr lang="en-US" dirty="0"/>
            <a:t>Availability</a:t>
          </a:r>
        </a:p>
      </dgm:t>
    </dgm:pt>
    <dgm:pt modelId="{673E6596-A771-413A-BAE3-F2049B69B1E8}" type="parTrans" cxnId="{649041C9-6146-45A5-8218-221B7A5FBDF9}">
      <dgm:prSet/>
      <dgm:spPr/>
      <dgm:t>
        <a:bodyPr/>
        <a:lstStyle/>
        <a:p>
          <a:endParaRPr lang="en-US"/>
        </a:p>
      </dgm:t>
    </dgm:pt>
    <dgm:pt modelId="{FF12D99C-E256-4D0E-A38F-F2F2E7BA33E1}" type="sibTrans" cxnId="{649041C9-6146-45A5-8218-221B7A5FBDF9}">
      <dgm:prSet/>
      <dgm:spPr/>
      <dgm:t>
        <a:bodyPr/>
        <a:lstStyle/>
        <a:p>
          <a:endParaRPr lang="en-US"/>
        </a:p>
      </dgm:t>
    </dgm:pt>
    <dgm:pt modelId="{85349B43-E4AA-4A82-8D25-000A88AA26D8}">
      <dgm:prSet phldrT="[Text]"/>
      <dgm:spPr/>
      <dgm:t>
        <a:bodyPr/>
        <a:lstStyle/>
        <a:p>
          <a:r>
            <a:rPr lang="en-US" dirty="0"/>
            <a:t>In House Experience</a:t>
          </a:r>
        </a:p>
      </dgm:t>
    </dgm:pt>
    <dgm:pt modelId="{B2A8629F-D4FE-4345-AD10-C749B82A6740}" type="parTrans" cxnId="{97B50B55-B841-46BB-BB55-68784B9C1CD1}">
      <dgm:prSet/>
      <dgm:spPr/>
      <dgm:t>
        <a:bodyPr/>
        <a:lstStyle/>
        <a:p>
          <a:endParaRPr lang="en-US"/>
        </a:p>
      </dgm:t>
    </dgm:pt>
    <dgm:pt modelId="{41432672-E20C-4B38-8333-71EB87F2DA50}" type="sibTrans" cxnId="{97B50B55-B841-46BB-BB55-68784B9C1CD1}">
      <dgm:prSet/>
      <dgm:spPr/>
      <dgm:t>
        <a:bodyPr/>
        <a:lstStyle/>
        <a:p>
          <a:endParaRPr lang="en-US"/>
        </a:p>
      </dgm:t>
    </dgm:pt>
    <dgm:pt modelId="{815F5277-436A-4BC7-968C-27D028D04FDD}">
      <dgm:prSet phldrT="[Text]"/>
      <dgm:spPr/>
      <dgm:t>
        <a:bodyPr/>
        <a:lstStyle/>
        <a:p>
          <a:r>
            <a:rPr lang="en-US" dirty="0"/>
            <a:t>Buy</a:t>
          </a:r>
        </a:p>
      </dgm:t>
    </dgm:pt>
    <dgm:pt modelId="{989F10E5-CEE4-4473-9066-05DF1817AE81}" type="parTrans" cxnId="{AAEE8DB6-FCCF-48F4-B931-80D12146AC28}">
      <dgm:prSet/>
      <dgm:spPr/>
      <dgm:t>
        <a:bodyPr/>
        <a:lstStyle/>
        <a:p>
          <a:endParaRPr lang="en-US"/>
        </a:p>
      </dgm:t>
    </dgm:pt>
    <dgm:pt modelId="{40F0274F-A933-410C-ABAD-88E27E56D469}" type="sibTrans" cxnId="{AAEE8DB6-FCCF-48F4-B931-80D12146AC28}">
      <dgm:prSet/>
      <dgm:spPr/>
      <dgm:t>
        <a:bodyPr/>
        <a:lstStyle/>
        <a:p>
          <a:endParaRPr lang="en-US"/>
        </a:p>
      </dgm:t>
    </dgm:pt>
    <dgm:pt modelId="{43A13AE0-5906-4778-A8DB-1AECEEF46A1B}">
      <dgm:prSet phldrT="[Text]"/>
      <dgm:spPr/>
      <dgm:t>
        <a:bodyPr/>
        <a:lstStyle/>
        <a:p>
          <a:r>
            <a:rPr lang="en-US" dirty="0"/>
            <a:t>Legal Issues</a:t>
          </a:r>
        </a:p>
      </dgm:t>
    </dgm:pt>
    <dgm:pt modelId="{96A9A9DF-6D42-4865-84D5-2D5E4A0777DE}" type="parTrans" cxnId="{80A92252-1283-4E33-B556-70D6F0633B07}">
      <dgm:prSet/>
      <dgm:spPr/>
      <dgm:t>
        <a:bodyPr/>
        <a:lstStyle/>
        <a:p>
          <a:endParaRPr lang="en-US"/>
        </a:p>
      </dgm:t>
    </dgm:pt>
    <dgm:pt modelId="{A3DBCC91-4A84-4FFC-B417-FF42EA266699}" type="sibTrans" cxnId="{80A92252-1283-4E33-B556-70D6F0633B07}">
      <dgm:prSet/>
      <dgm:spPr/>
      <dgm:t>
        <a:bodyPr/>
        <a:lstStyle/>
        <a:p>
          <a:endParaRPr lang="en-US"/>
        </a:p>
      </dgm:t>
    </dgm:pt>
    <dgm:pt modelId="{59F76414-F057-40E2-8C08-1D8DD4B4B285}">
      <dgm:prSet phldrT="[Text]"/>
      <dgm:spPr/>
      <dgm:t>
        <a:bodyPr/>
        <a:lstStyle/>
        <a:p>
          <a:r>
            <a:rPr lang="en-US" dirty="0"/>
            <a:t>Risk</a:t>
          </a:r>
        </a:p>
      </dgm:t>
    </dgm:pt>
    <dgm:pt modelId="{DC5B5A08-8305-47CF-95EC-753889D25DBE}" type="parTrans" cxnId="{DCC60BD4-265F-4EAB-9190-EF95BCDEA235}">
      <dgm:prSet/>
      <dgm:spPr/>
      <dgm:t>
        <a:bodyPr/>
        <a:lstStyle/>
        <a:p>
          <a:endParaRPr lang="en-US"/>
        </a:p>
      </dgm:t>
    </dgm:pt>
    <dgm:pt modelId="{D739A64A-FFA3-422B-9D60-0CB72C9F82A8}" type="sibTrans" cxnId="{DCC60BD4-265F-4EAB-9190-EF95BCDEA235}">
      <dgm:prSet/>
      <dgm:spPr/>
      <dgm:t>
        <a:bodyPr/>
        <a:lstStyle/>
        <a:p>
          <a:endParaRPr lang="en-US"/>
        </a:p>
      </dgm:t>
    </dgm:pt>
    <dgm:pt modelId="{AE1F6380-9FBB-450B-BB67-D9BDB020DADC}">
      <dgm:prSet phldrT="[Text]"/>
      <dgm:spPr/>
      <dgm:t>
        <a:bodyPr/>
        <a:lstStyle/>
        <a:p>
          <a:r>
            <a:rPr lang="en-US" dirty="0"/>
            <a:t>Costs</a:t>
          </a:r>
        </a:p>
      </dgm:t>
    </dgm:pt>
    <dgm:pt modelId="{6DED3F81-ABDC-4797-91E2-C13A57FFEE13}" type="parTrans" cxnId="{5BDF17D1-4511-46C3-A678-AB3FE957BC7E}">
      <dgm:prSet/>
      <dgm:spPr/>
      <dgm:t>
        <a:bodyPr/>
        <a:lstStyle/>
        <a:p>
          <a:endParaRPr lang="en-US"/>
        </a:p>
      </dgm:t>
    </dgm:pt>
    <dgm:pt modelId="{CEFCD6A8-302C-4755-A788-312502FDC368}" type="sibTrans" cxnId="{5BDF17D1-4511-46C3-A678-AB3FE957BC7E}">
      <dgm:prSet/>
      <dgm:spPr/>
      <dgm:t>
        <a:bodyPr/>
        <a:lstStyle/>
        <a:p>
          <a:endParaRPr lang="en-US"/>
        </a:p>
      </dgm:t>
    </dgm:pt>
    <dgm:pt modelId="{166E533E-B7D9-4AB8-BFF7-C1E6535403FE}">
      <dgm:prSet phldrT="[Text]"/>
      <dgm:spPr/>
      <dgm:t>
        <a:bodyPr/>
        <a:lstStyle/>
        <a:p>
          <a:r>
            <a:rPr lang="en-US" dirty="0"/>
            <a:t>Strategic</a:t>
          </a:r>
        </a:p>
      </dgm:t>
    </dgm:pt>
    <dgm:pt modelId="{C8689422-76A5-4A68-9E30-22DADE5FCEE8}" type="parTrans" cxnId="{15A28E9F-6A3C-40F3-8C5C-3D2EEB237EE6}">
      <dgm:prSet/>
      <dgm:spPr/>
      <dgm:t>
        <a:bodyPr/>
        <a:lstStyle/>
        <a:p>
          <a:endParaRPr lang="en-US"/>
        </a:p>
      </dgm:t>
    </dgm:pt>
    <dgm:pt modelId="{69CA1F9C-A24E-46AB-AB37-4F76CCC95DDB}" type="sibTrans" cxnId="{15A28E9F-6A3C-40F3-8C5C-3D2EEB237EE6}">
      <dgm:prSet/>
      <dgm:spPr/>
      <dgm:t>
        <a:bodyPr/>
        <a:lstStyle/>
        <a:p>
          <a:endParaRPr lang="en-US"/>
        </a:p>
      </dgm:t>
    </dgm:pt>
    <dgm:pt modelId="{1ECFBE6B-5835-430F-920E-1497810C20A1}" type="pres">
      <dgm:prSet presAssocID="{723EDFBB-08D8-409E-9756-71FCF5CDF0DE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877A379F-2D17-4AD3-9DF8-C33661A45BB3}" type="pres">
      <dgm:prSet presAssocID="{723EDFBB-08D8-409E-9756-71FCF5CDF0DE}" presName="dummyMaxCanvas" presStyleCnt="0"/>
      <dgm:spPr/>
    </dgm:pt>
    <dgm:pt modelId="{C1A0A3F4-F361-4A26-8ED4-DD63532F4E2D}" type="pres">
      <dgm:prSet presAssocID="{723EDFBB-08D8-409E-9756-71FCF5CDF0DE}" presName="parentComposite" presStyleCnt="0"/>
      <dgm:spPr/>
    </dgm:pt>
    <dgm:pt modelId="{7A61B543-B5C6-4A3A-AF79-A39FFB579AAF}" type="pres">
      <dgm:prSet presAssocID="{723EDFBB-08D8-409E-9756-71FCF5CDF0DE}" presName="parent1" presStyleLbl="alignAccFollowNode1" presStyleIdx="0" presStyleCnt="4">
        <dgm:presLayoutVars>
          <dgm:chMax val="4"/>
        </dgm:presLayoutVars>
      </dgm:prSet>
      <dgm:spPr/>
    </dgm:pt>
    <dgm:pt modelId="{D4C2D391-BC6D-49E6-BD39-2CE530213506}" type="pres">
      <dgm:prSet presAssocID="{723EDFBB-08D8-409E-9756-71FCF5CDF0DE}" presName="parent2" presStyleLbl="alignAccFollowNode1" presStyleIdx="1" presStyleCnt="4">
        <dgm:presLayoutVars>
          <dgm:chMax val="4"/>
        </dgm:presLayoutVars>
      </dgm:prSet>
      <dgm:spPr/>
    </dgm:pt>
    <dgm:pt modelId="{7CCDD52D-E796-44C9-8F64-A02D02813E98}" type="pres">
      <dgm:prSet presAssocID="{723EDFBB-08D8-409E-9756-71FCF5CDF0DE}" presName="childrenComposite" presStyleCnt="0"/>
      <dgm:spPr/>
    </dgm:pt>
    <dgm:pt modelId="{7E2D70C3-19B9-4781-92F6-64FBBCC4ECFB}" type="pres">
      <dgm:prSet presAssocID="{723EDFBB-08D8-409E-9756-71FCF5CDF0DE}" presName="dummyMaxCanvas_ChildArea" presStyleCnt="0"/>
      <dgm:spPr/>
    </dgm:pt>
    <dgm:pt modelId="{45023C97-D98F-4147-88AE-7B43F1FC1333}" type="pres">
      <dgm:prSet presAssocID="{723EDFBB-08D8-409E-9756-71FCF5CDF0DE}" presName="fulcrum" presStyleLbl="alignAccFollowNode1" presStyleIdx="2" presStyleCnt="4"/>
      <dgm:spPr/>
    </dgm:pt>
    <dgm:pt modelId="{08D218ED-C0D3-44A6-9CA9-AA43B852FB39}" type="pres">
      <dgm:prSet presAssocID="{723EDFBB-08D8-409E-9756-71FCF5CDF0DE}" presName="balance_33" presStyleLbl="alignAccFollowNode1" presStyleIdx="3" presStyleCnt="4">
        <dgm:presLayoutVars>
          <dgm:bulletEnabled val="1"/>
        </dgm:presLayoutVars>
      </dgm:prSet>
      <dgm:spPr/>
    </dgm:pt>
    <dgm:pt modelId="{2F5F9B59-C721-4558-B2F0-C86A103E8308}" type="pres">
      <dgm:prSet presAssocID="{723EDFBB-08D8-409E-9756-71FCF5CDF0DE}" presName="right_33_1" presStyleLbl="node1" presStyleIdx="0" presStyleCnt="6">
        <dgm:presLayoutVars>
          <dgm:bulletEnabled val="1"/>
        </dgm:presLayoutVars>
      </dgm:prSet>
      <dgm:spPr/>
    </dgm:pt>
    <dgm:pt modelId="{99E04440-8925-4A7B-B48D-1BAD4E03BADD}" type="pres">
      <dgm:prSet presAssocID="{723EDFBB-08D8-409E-9756-71FCF5CDF0DE}" presName="right_33_2" presStyleLbl="node1" presStyleIdx="1" presStyleCnt="6">
        <dgm:presLayoutVars>
          <dgm:bulletEnabled val="1"/>
        </dgm:presLayoutVars>
      </dgm:prSet>
      <dgm:spPr/>
    </dgm:pt>
    <dgm:pt modelId="{930926C6-12D3-4EA3-ADE7-2CAB9FF3FA12}" type="pres">
      <dgm:prSet presAssocID="{723EDFBB-08D8-409E-9756-71FCF5CDF0DE}" presName="right_33_3" presStyleLbl="node1" presStyleIdx="2" presStyleCnt="6">
        <dgm:presLayoutVars>
          <dgm:bulletEnabled val="1"/>
        </dgm:presLayoutVars>
      </dgm:prSet>
      <dgm:spPr/>
    </dgm:pt>
    <dgm:pt modelId="{8F1C01D1-D144-4038-99E7-00C608802FEC}" type="pres">
      <dgm:prSet presAssocID="{723EDFBB-08D8-409E-9756-71FCF5CDF0DE}" presName="left_33_1" presStyleLbl="node1" presStyleIdx="3" presStyleCnt="6">
        <dgm:presLayoutVars>
          <dgm:bulletEnabled val="1"/>
        </dgm:presLayoutVars>
      </dgm:prSet>
      <dgm:spPr/>
    </dgm:pt>
    <dgm:pt modelId="{8C1E0F1C-A736-40E7-9B81-176BAF0552D4}" type="pres">
      <dgm:prSet presAssocID="{723EDFBB-08D8-409E-9756-71FCF5CDF0DE}" presName="left_33_2" presStyleLbl="node1" presStyleIdx="4" presStyleCnt="6">
        <dgm:presLayoutVars>
          <dgm:bulletEnabled val="1"/>
        </dgm:presLayoutVars>
      </dgm:prSet>
      <dgm:spPr/>
    </dgm:pt>
    <dgm:pt modelId="{017716D3-9111-4BE3-B78C-012FA58A0AD0}" type="pres">
      <dgm:prSet presAssocID="{723EDFBB-08D8-409E-9756-71FCF5CDF0DE}" presName="left_33_3" presStyleLbl="node1" presStyleIdx="5" presStyleCnt="6">
        <dgm:presLayoutVars>
          <dgm:bulletEnabled val="1"/>
        </dgm:presLayoutVars>
      </dgm:prSet>
      <dgm:spPr/>
    </dgm:pt>
  </dgm:ptLst>
  <dgm:cxnLst>
    <dgm:cxn modelId="{C296D801-AF18-4A71-87AA-C4B4E81B5E10}" type="presOf" srcId="{AE1F6380-9FBB-450B-BB67-D9BDB020DADC}" destId="{930926C6-12D3-4EA3-ADE7-2CAB9FF3FA12}" srcOrd="0" destOrd="0" presId="urn:microsoft.com/office/officeart/2005/8/layout/balance1"/>
    <dgm:cxn modelId="{8EF6172A-C130-40CA-9ACB-F57C1B687640}" type="presOf" srcId="{43A13AE0-5906-4778-A8DB-1AECEEF46A1B}" destId="{2F5F9B59-C721-4558-B2F0-C86A103E8308}" srcOrd="0" destOrd="0" presId="urn:microsoft.com/office/officeart/2005/8/layout/balance1"/>
    <dgm:cxn modelId="{859BB232-BB55-46C2-8920-AFEA25990C7B}" type="presOf" srcId="{59F76414-F057-40E2-8C08-1D8DD4B4B285}" destId="{99E04440-8925-4A7B-B48D-1BAD4E03BADD}" srcOrd="0" destOrd="0" presId="urn:microsoft.com/office/officeart/2005/8/layout/balance1"/>
    <dgm:cxn modelId="{4765D04A-E928-4362-AFF4-337D604BFE1D}" type="presOf" srcId="{85349B43-E4AA-4A82-8D25-000A88AA26D8}" destId="{8C1E0F1C-A736-40E7-9B81-176BAF0552D4}" srcOrd="0" destOrd="0" presId="urn:microsoft.com/office/officeart/2005/8/layout/balance1"/>
    <dgm:cxn modelId="{80A92252-1283-4E33-B556-70D6F0633B07}" srcId="{815F5277-436A-4BC7-968C-27D028D04FDD}" destId="{43A13AE0-5906-4778-A8DB-1AECEEF46A1B}" srcOrd="0" destOrd="0" parTransId="{96A9A9DF-6D42-4865-84D5-2D5E4A0777DE}" sibTransId="{A3DBCC91-4A84-4FFC-B417-FF42EA266699}"/>
    <dgm:cxn modelId="{97B50B55-B841-46BB-BB55-68784B9C1CD1}" srcId="{B3A17C01-F518-4E4B-A841-A7FFD755F0B8}" destId="{85349B43-E4AA-4A82-8D25-000A88AA26D8}" srcOrd="1" destOrd="0" parTransId="{B2A8629F-D4FE-4345-AD10-C749B82A6740}" sibTransId="{41432672-E20C-4B38-8333-71EB87F2DA50}"/>
    <dgm:cxn modelId="{D0AC657A-B104-4E5A-810A-EAF08D3F14D9}" type="presOf" srcId="{27984F02-F927-49F6-9ADD-EF58C9D6A73D}" destId="{8F1C01D1-D144-4038-99E7-00C608802FEC}" srcOrd="0" destOrd="0" presId="urn:microsoft.com/office/officeart/2005/8/layout/balance1"/>
    <dgm:cxn modelId="{22B7E57B-31ED-4C08-819E-017DB3027A92}" type="presOf" srcId="{B3A17C01-F518-4E4B-A841-A7FFD755F0B8}" destId="{7A61B543-B5C6-4A3A-AF79-A39FFB579AAF}" srcOrd="0" destOrd="0" presId="urn:microsoft.com/office/officeart/2005/8/layout/balance1"/>
    <dgm:cxn modelId="{15A28E9F-6A3C-40F3-8C5C-3D2EEB237EE6}" srcId="{B3A17C01-F518-4E4B-A841-A7FFD755F0B8}" destId="{166E533E-B7D9-4AB8-BFF7-C1E6535403FE}" srcOrd="2" destOrd="0" parTransId="{C8689422-76A5-4A68-9E30-22DADE5FCEE8}" sibTransId="{69CA1F9C-A24E-46AB-AB37-4F76CCC95DDB}"/>
    <dgm:cxn modelId="{AAEE8DB6-FCCF-48F4-B931-80D12146AC28}" srcId="{723EDFBB-08D8-409E-9756-71FCF5CDF0DE}" destId="{815F5277-436A-4BC7-968C-27D028D04FDD}" srcOrd="1" destOrd="0" parTransId="{989F10E5-CEE4-4473-9066-05DF1817AE81}" sibTransId="{40F0274F-A933-410C-ABAD-88E27E56D469}"/>
    <dgm:cxn modelId="{09D45DC5-ADEB-490A-B94B-A7090181D547}" type="presOf" srcId="{166E533E-B7D9-4AB8-BFF7-C1E6535403FE}" destId="{017716D3-9111-4BE3-B78C-012FA58A0AD0}" srcOrd="0" destOrd="0" presId="urn:microsoft.com/office/officeart/2005/8/layout/balance1"/>
    <dgm:cxn modelId="{649041C9-6146-45A5-8218-221B7A5FBDF9}" srcId="{B3A17C01-F518-4E4B-A841-A7FFD755F0B8}" destId="{27984F02-F927-49F6-9ADD-EF58C9D6A73D}" srcOrd="0" destOrd="0" parTransId="{673E6596-A771-413A-BAE3-F2049B69B1E8}" sibTransId="{FF12D99C-E256-4D0E-A38F-F2F2E7BA33E1}"/>
    <dgm:cxn modelId="{5BDF17D1-4511-46C3-A678-AB3FE957BC7E}" srcId="{815F5277-436A-4BC7-968C-27D028D04FDD}" destId="{AE1F6380-9FBB-450B-BB67-D9BDB020DADC}" srcOrd="2" destOrd="0" parTransId="{6DED3F81-ABDC-4797-91E2-C13A57FFEE13}" sibTransId="{CEFCD6A8-302C-4755-A788-312502FDC368}"/>
    <dgm:cxn modelId="{DCC60BD4-265F-4EAB-9190-EF95BCDEA235}" srcId="{815F5277-436A-4BC7-968C-27D028D04FDD}" destId="{59F76414-F057-40E2-8C08-1D8DD4B4B285}" srcOrd="1" destOrd="0" parTransId="{DC5B5A08-8305-47CF-95EC-753889D25DBE}" sibTransId="{D739A64A-FFA3-422B-9D60-0CB72C9F82A8}"/>
    <dgm:cxn modelId="{D0DE16DC-10AF-4242-BFF2-FEA8736A9C37}" type="presOf" srcId="{815F5277-436A-4BC7-968C-27D028D04FDD}" destId="{D4C2D391-BC6D-49E6-BD39-2CE530213506}" srcOrd="0" destOrd="0" presId="urn:microsoft.com/office/officeart/2005/8/layout/balance1"/>
    <dgm:cxn modelId="{1E487CEC-9D5B-4ED9-9852-95781D5454C5}" type="presOf" srcId="{723EDFBB-08D8-409E-9756-71FCF5CDF0DE}" destId="{1ECFBE6B-5835-430F-920E-1497810C20A1}" srcOrd="0" destOrd="0" presId="urn:microsoft.com/office/officeart/2005/8/layout/balance1"/>
    <dgm:cxn modelId="{B52F60FF-F486-4D26-862E-E5D8EAA51A2F}" srcId="{723EDFBB-08D8-409E-9756-71FCF5CDF0DE}" destId="{B3A17C01-F518-4E4B-A841-A7FFD755F0B8}" srcOrd="0" destOrd="0" parTransId="{5E70F062-B0A9-48EE-AB9B-532690BE2AEA}" sibTransId="{06A9A3B0-6E36-4FDA-B0EC-3CCA21853786}"/>
    <dgm:cxn modelId="{9D37E9A9-974B-4988-9B52-7CC998024557}" type="presParOf" srcId="{1ECFBE6B-5835-430F-920E-1497810C20A1}" destId="{877A379F-2D17-4AD3-9DF8-C33661A45BB3}" srcOrd="0" destOrd="0" presId="urn:microsoft.com/office/officeart/2005/8/layout/balance1"/>
    <dgm:cxn modelId="{25009B48-CEB4-41E2-803B-964775849A77}" type="presParOf" srcId="{1ECFBE6B-5835-430F-920E-1497810C20A1}" destId="{C1A0A3F4-F361-4A26-8ED4-DD63532F4E2D}" srcOrd="1" destOrd="0" presId="urn:microsoft.com/office/officeart/2005/8/layout/balance1"/>
    <dgm:cxn modelId="{FF240F9B-B9F4-46FF-AC1C-2F458B85705D}" type="presParOf" srcId="{C1A0A3F4-F361-4A26-8ED4-DD63532F4E2D}" destId="{7A61B543-B5C6-4A3A-AF79-A39FFB579AAF}" srcOrd="0" destOrd="0" presId="urn:microsoft.com/office/officeart/2005/8/layout/balance1"/>
    <dgm:cxn modelId="{71555B53-DB8E-4B98-9264-15EF32CD7166}" type="presParOf" srcId="{C1A0A3F4-F361-4A26-8ED4-DD63532F4E2D}" destId="{D4C2D391-BC6D-49E6-BD39-2CE530213506}" srcOrd="1" destOrd="0" presId="urn:microsoft.com/office/officeart/2005/8/layout/balance1"/>
    <dgm:cxn modelId="{8EBB6395-39CE-4A3F-B554-C7CC555D4776}" type="presParOf" srcId="{1ECFBE6B-5835-430F-920E-1497810C20A1}" destId="{7CCDD52D-E796-44C9-8F64-A02D02813E98}" srcOrd="2" destOrd="0" presId="urn:microsoft.com/office/officeart/2005/8/layout/balance1"/>
    <dgm:cxn modelId="{03591A0E-B0D8-4E06-9563-BF1F36FFC105}" type="presParOf" srcId="{7CCDD52D-E796-44C9-8F64-A02D02813E98}" destId="{7E2D70C3-19B9-4781-92F6-64FBBCC4ECFB}" srcOrd="0" destOrd="0" presId="urn:microsoft.com/office/officeart/2005/8/layout/balance1"/>
    <dgm:cxn modelId="{2CEA44FD-7262-4632-89B7-FAEFE4F79538}" type="presParOf" srcId="{7CCDD52D-E796-44C9-8F64-A02D02813E98}" destId="{45023C97-D98F-4147-88AE-7B43F1FC1333}" srcOrd="1" destOrd="0" presId="urn:microsoft.com/office/officeart/2005/8/layout/balance1"/>
    <dgm:cxn modelId="{A67B1537-5222-42B4-BDF2-CD676ABDACBA}" type="presParOf" srcId="{7CCDD52D-E796-44C9-8F64-A02D02813E98}" destId="{08D218ED-C0D3-44A6-9CA9-AA43B852FB39}" srcOrd="2" destOrd="0" presId="urn:microsoft.com/office/officeart/2005/8/layout/balance1"/>
    <dgm:cxn modelId="{67DDEE1B-A259-4F2B-8331-31562F0D0CAF}" type="presParOf" srcId="{7CCDD52D-E796-44C9-8F64-A02D02813E98}" destId="{2F5F9B59-C721-4558-B2F0-C86A103E8308}" srcOrd="3" destOrd="0" presId="urn:microsoft.com/office/officeart/2005/8/layout/balance1"/>
    <dgm:cxn modelId="{E78E0532-EADA-4B21-B3C7-C034EE594533}" type="presParOf" srcId="{7CCDD52D-E796-44C9-8F64-A02D02813E98}" destId="{99E04440-8925-4A7B-B48D-1BAD4E03BADD}" srcOrd="4" destOrd="0" presId="urn:microsoft.com/office/officeart/2005/8/layout/balance1"/>
    <dgm:cxn modelId="{3DA7F228-4511-4E4F-BF31-5F3A62A945FE}" type="presParOf" srcId="{7CCDD52D-E796-44C9-8F64-A02D02813E98}" destId="{930926C6-12D3-4EA3-ADE7-2CAB9FF3FA12}" srcOrd="5" destOrd="0" presId="urn:microsoft.com/office/officeart/2005/8/layout/balance1"/>
    <dgm:cxn modelId="{C200C9FA-57C6-4109-AB0C-2011F0FEEFB2}" type="presParOf" srcId="{7CCDD52D-E796-44C9-8F64-A02D02813E98}" destId="{8F1C01D1-D144-4038-99E7-00C608802FEC}" srcOrd="6" destOrd="0" presId="urn:microsoft.com/office/officeart/2005/8/layout/balance1"/>
    <dgm:cxn modelId="{39E21800-7BB2-483D-93AD-AB32BDBDB156}" type="presParOf" srcId="{7CCDD52D-E796-44C9-8F64-A02D02813E98}" destId="{8C1E0F1C-A736-40E7-9B81-176BAF0552D4}" srcOrd="7" destOrd="0" presId="urn:microsoft.com/office/officeart/2005/8/layout/balance1"/>
    <dgm:cxn modelId="{EB42522B-F36B-4322-A42A-CCBBC19FECCA}" type="presParOf" srcId="{7CCDD52D-E796-44C9-8F64-A02D02813E98}" destId="{017716D3-9111-4BE3-B78C-012FA58A0AD0}" srcOrd="8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AE296DA-E94B-428A-84BF-A18CBA1C6979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1037D0D-A5B9-4839-BAAB-84D35540D792}">
      <dgm:prSet phldrT="[Text]"/>
      <dgm:spPr/>
      <dgm:t>
        <a:bodyPr/>
        <a:lstStyle/>
        <a:p>
          <a:r>
            <a:rPr lang="en-US" dirty="0"/>
            <a:t>Make</a:t>
          </a:r>
        </a:p>
      </dgm:t>
    </dgm:pt>
    <dgm:pt modelId="{894E9A52-6469-4071-929E-ED6CC0359CED}" type="parTrans" cxnId="{D4855804-6B8B-4DE9-8C83-AA5BF539903D}">
      <dgm:prSet/>
      <dgm:spPr/>
      <dgm:t>
        <a:bodyPr/>
        <a:lstStyle/>
        <a:p>
          <a:endParaRPr lang="en-US"/>
        </a:p>
      </dgm:t>
    </dgm:pt>
    <dgm:pt modelId="{A229F51D-F6CD-4CBC-97F0-2812921AA731}" type="sibTrans" cxnId="{D4855804-6B8B-4DE9-8C83-AA5BF539903D}">
      <dgm:prSet/>
      <dgm:spPr/>
      <dgm:t>
        <a:bodyPr/>
        <a:lstStyle/>
        <a:p>
          <a:endParaRPr lang="en-US"/>
        </a:p>
      </dgm:t>
    </dgm:pt>
    <dgm:pt modelId="{F3B13BDF-B5D6-453E-8B53-160470E2041A}">
      <dgm:prSet phldrT="[Text]"/>
      <dgm:spPr/>
      <dgm:t>
        <a:bodyPr/>
        <a:lstStyle/>
        <a:p>
          <a:r>
            <a:rPr lang="en-US" b="0" dirty="0"/>
            <a:t>Satisfy unique business requirements</a:t>
          </a:r>
        </a:p>
      </dgm:t>
    </dgm:pt>
    <dgm:pt modelId="{24E4198B-0774-44B5-96BF-3302868D75AE}" type="parTrans" cxnId="{71E92CEE-4AC8-4857-9340-4317D5E960FB}">
      <dgm:prSet/>
      <dgm:spPr/>
      <dgm:t>
        <a:bodyPr/>
        <a:lstStyle/>
        <a:p>
          <a:endParaRPr lang="en-US"/>
        </a:p>
      </dgm:t>
    </dgm:pt>
    <dgm:pt modelId="{734DE47E-DAFD-4B37-93A2-DA94B863A659}" type="sibTrans" cxnId="{71E92CEE-4AC8-4857-9340-4317D5E960FB}">
      <dgm:prSet/>
      <dgm:spPr/>
      <dgm:t>
        <a:bodyPr/>
        <a:lstStyle/>
        <a:p>
          <a:endParaRPr lang="en-US"/>
        </a:p>
      </dgm:t>
    </dgm:pt>
    <dgm:pt modelId="{4B6C06FA-1E05-4439-8984-D2D71533F5CA}">
      <dgm:prSet phldrT="[Text]"/>
      <dgm:spPr/>
      <dgm:t>
        <a:bodyPr/>
        <a:lstStyle/>
        <a:p>
          <a:r>
            <a:rPr lang="en-US" b="0" dirty="0"/>
            <a:t>Minimize changes in business procedures. Requires less time to implement and policies</a:t>
          </a:r>
        </a:p>
      </dgm:t>
    </dgm:pt>
    <dgm:pt modelId="{72C88483-9FBE-4E8C-960A-06A4AB9FD691}" type="parTrans" cxnId="{5125D872-EE21-4611-B4B2-EAF60AABE86F}">
      <dgm:prSet/>
      <dgm:spPr/>
      <dgm:t>
        <a:bodyPr/>
        <a:lstStyle/>
        <a:p>
          <a:endParaRPr lang="en-US"/>
        </a:p>
      </dgm:t>
    </dgm:pt>
    <dgm:pt modelId="{F8D7B678-64CC-40F3-8ADF-E5B784A744A4}" type="sibTrans" cxnId="{5125D872-EE21-4611-B4B2-EAF60AABE86F}">
      <dgm:prSet/>
      <dgm:spPr/>
      <dgm:t>
        <a:bodyPr/>
        <a:lstStyle/>
        <a:p>
          <a:endParaRPr lang="en-US"/>
        </a:p>
      </dgm:t>
    </dgm:pt>
    <dgm:pt modelId="{9261E925-B01B-420B-B6F8-F318B65F5EC2}">
      <dgm:prSet phldrT="[Text]"/>
      <dgm:spPr/>
      <dgm:t>
        <a:bodyPr/>
        <a:lstStyle/>
        <a:p>
          <a:r>
            <a:rPr lang="en-US" dirty="0"/>
            <a:t>Buy</a:t>
          </a:r>
        </a:p>
      </dgm:t>
    </dgm:pt>
    <dgm:pt modelId="{6EE96F0D-ED51-4687-A573-5E17BAEACA29}" type="parTrans" cxnId="{1BDD9DED-01E4-43C9-BE9E-AE39F85674E6}">
      <dgm:prSet/>
      <dgm:spPr/>
      <dgm:t>
        <a:bodyPr/>
        <a:lstStyle/>
        <a:p>
          <a:endParaRPr lang="en-US"/>
        </a:p>
      </dgm:t>
    </dgm:pt>
    <dgm:pt modelId="{C4EB5AB7-D2BD-46AB-93E9-8202D5BE3E6F}" type="sibTrans" cxnId="{1BDD9DED-01E4-43C9-BE9E-AE39F85674E6}">
      <dgm:prSet/>
      <dgm:spPr/>
      <dgm:t>
        <a:bodyPr/>
        <a:lstStyle/>
        <a:p>
          <a:endParaRPr lang="en-US"/>
        </a:p>
      </dgm:t>
    </dgm:pt>
    <dgm:pt modelId="{20371A11-FE35-4699-AD6C-ECE9B2685CDF}">
      <dgm:prSet phldrT="[Text]"/>
      <dgm:spPr/>
      <dgm:t>
        <a:bodyPr/>
        <a:lstStyle/>
        <a:p>
          <a:r>
            <a:rPr lang="en-US" dirty="0"/>
            <a:t>Lower costs</a:t>
          </a:r>
        </a:p>
      </dgm:t>
    </dgm:pt>
    <dgm:pt modelId="{E269F80E-CC9A-452D-A7CE-617DB7BD93CC}" type="parTrans" cxnId="{ABA8B5CE-CE61-43C3-BB46-B9406921D387}">
      <dgm:prSet/>
      <dgm:spPr/>
      <dgm:t>
        <a:bodyPr/>
        <a:lstStyle/>
        <a:p>
          <a:endParaRPr lang="en-US"/>
        </a:p>
      </dgm:t>
    </dgm:pt>
    <dgm:pt modelId="{952ACF6C-F2A3-445F-9A4D-7DA64DD65A8B}" type="sibTrans" cxnId="{ABA8B5CE-CE61-43C3-BB46-B9406921D387}">
      <dgm:prSet/>
      <dgm:spPr/>
      <dgm:t>
        <a:bodyPr/>
        <a:lstStyle/>
        <a:p>
          <a:endParaRPr lang="en-US"/>
        </a:p>
      </dgm:t>
    </dgm:pt>
    <dgm:pt modelId="{8D632563-4E05-45E5-B7A1-7AB3CF8BF393}">
      <dgm:prSet phldrT="[Text]"/>
      <dgm:spPr/>
      <dgm:t>
        <a:bodyPr/>
        <a:lstStyle/>
        <a:p>
          <a:r>
            <a:rPr lang="en-US" dirty="0"/>
            <a:t>Requires less time to implement</a:t>
          </a:r>
        </a:p>
      </dgm:t>
    </dgm:pt>
    <dgm:pt modelId="{8BCF219B-9CAF-490C-80CF-A8221919F9F0}" type="parTrans" cxnId="{D4138471-BCDE-4AB2-8806-CDD6DFF2FCF9}">
      <dgm:prSet/>
      <dgm:spPr/>
      <dgm:t>
        <a:bodyPr/>
        <a:lstStyle/>
        <a:p>
          <a:endParaRPr lang="en-US"/>
        </a:p>
      </dgm:t>
    </dgm:pt>
    <dgm:pt modelId="{4DB77A4B-0E28-424F-A948-674678AE7FD2}" type="sibTrans" cxnId="{D4138471-BCDE-4AB2-8806-CDD6DFF2FCF9}">
      <dgm:prSet/>
      <dgm:spPr/>
      <dgm:t>
        <a:bodyPr/>
        <a:lstStyle/>
        <a:p>
          <a:endParaRPr lang="en-US"/>
        </a:p>
      </dgm:t>
    </dgm:pt>
    <dgm:pt modelId="{160C6A96-1F63-4983-A405-4C3CFC94D388}">
      <dgm:prSet/>
      <dgm:spPr/>
      <dgm:t>
        <a:bodyPr/>
        <a:lstStyle/>
        <a:p>
          <a:endParaRPr lang="en-US" dirty="0"/>
        </a:p>
      </dgm:t>
    </dgm:pt>
    <dgm:pt modelId="{B1C39911-E8C7-4CFF-A42E-066C04849D25}" type="parTrans" cxnId="{8F30C7DC-E338-4FBC-BC28-DEF432220EE4}">
      <dgm:prSet/>
      <dgm:spPr/>
      <dgm:t>
        <a:bodyPr/>
        <a:lstStyle/>
        <a:p>
          <a:endParaRPr lang="en-US"/>
        </a:p>
      </dgm:t>
    </dgm:pt>
    <dgm:pt modelId="{2491BF85-0C55-440C-8B66-6007069C9747}" type="sibTrans" cxnId="{8F30C7DC-E338-4FBC-BC28-DEF432220EE4}">
      <dgm:prSet/>
      <dgm:spPr/>
      <dgm:t>
        <a:bodyPr/>
        <a:lstStyle/>
        <a:p>
          <a:endParaRPr lang="en-US"/>
        </a:p>
      </dgm:t>
    </dgm:pt>
    <dgm:pt modelId="{16C84DBF-DF8B-4156-BCCD-6B4834EB6A74}">
      <dgm:prSet phldrT="[Text]"/>
      <dgm:spPr/>
      <dgm:t>
        <a:bodyPr/>
        <a:lstStyle/>
        <a:p>
          <a:r>
            <a:rPr lang="en-US" b="0" dirty="0"/>
            <a:t>Meet constraints of existing systems/technology</a:t>
          </a:r>
        </a:p>
      </dgm:t>
    </dgm:pt>
    <dgm:pt modelId="{0F493B85-081B-4D50-9382-901F746B9429}" type="parTrans" cxnId="{8B2C0DB8-B915-49F3-B34A-FDC9681BDFE8}">
      <dgm:prSet/>
      <dgm:spPr/>
      <dgm:t>
        <a:bodyPr/>
        <a:lstStyle/>
        <a:p>
          <a:endParaRPr lang="en-US"/>
        </a:p>
      </dgm:t>
    </dgm:pt>
    <dgm:pt modelId="{5206EC14-CF2C-4BDE-B1D1-9C1955500BCA}" type="sibTrans" cxnId="{8B2C0DB8-B915-49F3-B34A-FDC9681BDFE8}">
      <dgm:prSet/>
      <dgm:spPr/>
      <dgm:t>
        <a:bodyPr/>
        <a:lstStyle/>
        <a:p>
          <a:endParaRPr lang="en-US"/>
        </a:p>
      </dgm:t>
    </dgm:pt>
    <dgm:pt modelId="{9576EA5E-9123-4520-BFC1-51763A8EA3E8}">
      <dgm:prSet phldrT="[Text]"/>
      <dgm:spPr/>
      <dgm:t>
        <a:bodyPr/>
        <a:lstStyle/>
        <a:p>
          <a:r>
            <a:rPr lang="en-US" b="0" dirty="0"/>
            <a:t>Develop internal resources and capabilities</a:t>
          </a:r>
        </a:p>
      </dgm:t>
    </dgm:pt>
    <dgm:pt modelId="{252ECB20-701E-4324-A2AB-AC5BF83CE056}" type="parTrans" cxnId="{BA95F474-8DCA-4A9F-9914-3B6FB8CD207B}">
      <dgm:prSet/>
      <dgm:spPr/>
      <dgm:t>
        <a:bodyPr/>
        <a:lstStyle/>
        <a:p>
          <a:endParaRPr lang="en-US"/>
        </a:p>
      </dgm:t>
    </dgm:pt>
    <dgm:pt modelId="{091F9C07-5DDA-48D7-A41E-5629AE70E4EB}" type="sibTrans" cxnId="{BA95F474-8DCA-4A9F-9914-3B6FB8CD207B}">
      <dgm:prSet/>
      <dgm:spPr/>
      <dgm:t>
        <a:bodyPr/>
        <a:lstStyle/>
        <a:p>
          <a:endParaRPr lang="en-US"/>
        </a:p>
      </dgm:t>
    </dgm:pt>
    <dgm:pt modelId="{9AF9E96D-E7DB-42FF-B17A-7F901F83D840}">
      <dgm:prSet phldrT="[Text]"/>
      <dgm:spPr/>
      <dgm:t>
        <a:bodyPr/>
        <a:lstStyle/>
        <a:p>
          <a:r>
            <a:rPr lang="en-US" b="0" dirty="0"/>
            <a:t>Satisfy unique security requirements</a:t>
          </a:r>
        </a:p>
      </dgm:t>
    </dgm:pt>
    <dgm:pt modelId="{866C669C-425A-4C1A-9D2D-AF3279FA67CA}" type="parTrans" cxnId="{4D0295D4-AD02-4D19-BABE-513B4A6D4614}">
      <dgm:prSet/>
      <dgm:spPr/>
      <dgm:t>
        <a:bodyPr/>
        <a:lstStyle/>
        <a:p>
          <a:endParaRPr lang="en-US"/>
        </a:p>
      </dgm:t>
    </dgm:pt>
    <dgm:pt modelId="{B6A62CDD-D710-4C7F-9DC9-4C7DC4BE8296}" type="sibTrans" cxnId="{4D0295D4-AD02-4D19-BABE-513B4A6D4614}">
      <dgm:prSet/>
      <dgm:spPr/>
      <dgm:t>
        <a:bodyPr/>
        <a:lstStyle/>
        <a:p>
          <a:endParaRPr lang="en-US"/>
        </a:p>
      </dgm:t>
    </dgm:pt>
    <dgm:pt modelId="{A2C7BCC0-0ACB-49A9-9C66-4491F5E44425}">
      <dgm:prSet phldrT="[Text]"/>
      <dgm:spPr/>
      <dgm:t>
        <a:bodyPr/>
        <a:lstStyle/>
        <a:p>
          <a:r>
            <a:rPr lang="en-US" dirty="0"/>
            <a:t>Proven reliability and performance benchmarks</a:t>
          </a:r>
        </a:p>
      </dgm:t>
    </dgm:pt>
    <dgm:pt modelId="{3C0EDF97-F972-45AB-A7BF-AF4056574970}" type="parTrans" cxnId="{24539540-76B9-449F-8734-26CB9D71D00C}">
      <dgm:prSet/>
      <dgm:spPr/>
      <dgm:t>
        <a:bodyPr/>
        <a:lstStyle/>
        <a:p>
          <a:endParaRPr lang="en-US"/>
        </a:p>
      </dgm:t>
    </dgm:pt>
    <dgm:pt modelId="{051FBFA8-C715-4BAB-B72A-FFFED5EFFD42}" type="sibTrans" cxnId="{24539540-76B9-449F-8734-26CB9D71D00C}">
      <dgm:prSet/>
      <dgm:spPr/>
      <dgm:t>
        <a:bodyPr/>
        <a:lstStyle/>
        <a:p>
          <a:endParaRPr lang="en-US"/>
        </a:p>
      </dgm:t>
    </dgm:pt>
    <dgm:pt modelId="{36247F99-80AC-4589-9EF5-5CF8D8D2EDE9}">
      <dgm:prSet phldrT="[Text]"/>
      <dgm:spPr/>
      <dgm:t>
        <a:bodyPr/>
        <a:lstStyle/>
        <a:p>
          <a:r>
            <a:rPr lang="en-US" dirty="0"/>
            <a:t>Requires less technical development staff</a:t>
          </a:r>
        </a:p>
      </dgm:t>
    </dgm:pt>
    <dgm:pt modelId="{BF5F6D2D-82A9-44F8-9931-1FFDF08E5A58}" type="parTrans" cxnId="{06A3D673-6339-45C9-962F-9AF0D6B330EE}">
      <dgm:prSet/>
      <dgm:spPr/>
      <dgm:t>
        <a:bodyPr/>
        <a:lstStyle/>
        <a:p>
          <a:endParaRPr lang="en-US"/>
        </a:p>
      </dgm:t>
    </dgm:pt>
    <dgm:pt modelId="{95DBF777-F79B-4BAB-91C9-C36E839A0C60}" type="sibTrans" cxnId="{06A3D673-6339-45C9-962F-9AF0D6B330EE}">
      <dgm:prSet/>
      <dgm:spPr/>
      <dgm:t>
        <a:bodyPr/>
        <a:lstStyle/>
        <a:p>
          <a:endParaRPr lang="en-US"/>
        </a:p>
      </dgm:t>
    </dgm:pt>
    <dgm:pt modelId="{8E014F73-9B79-4F00-A2C0-E2981232136C}">
      <dgm:prSet phldrT="[Text]"/>
      <dgm:spPr/>
      <dgm:t>
        <a:bodyPr/>
        <a:lstStyle/>
        <a:p>
          <a:r>
            <a:rPr lang="en-US" dirty="0"/>
            <a:t>Future upgrades provided by the vendor</a:t>
          </a:r>
        </a:p>
      </dgm:t>
    </dgm:pt>
    <dgm:pt modelId="{4CF2A700-3EEF-47E0-B7DB-54EC78FAF5AA}" type="parTrans" cxnId="{1950B4B5-9FF6-48C9-AA92-709EC1306D7A}">
      <dgm:prSet/>
      <dgm:spPr/>
      <dgm:t>
        <a:bodyPr/>
        <a:lstStyle/>
        <a:p>
          <a:endParaRPr lang="en-US"/>
        </a:p>
      </dgm:t>
    </dgm:pt>
    <dgm:pt modelId="{46474892-71F3-45CE-8182-8873D64CBC0D}" type="sibTrans" cxnId="{1950B4B5-9FF6-48C9-AA92-709EC1306D7A}">
      <dgm:prSet/>
      <dgm:spPr/>
      <dgm:t>
        <a:bodyPr/>
        <a:lstStyle/>
        <a:p>
          <a:endParaRPr lang="en-US"/>
        </a:p>
      </dgm:t>
    </dgm:pt>
    <dgm:pt modelId="{0455C704-E2BC-479A-AFEC-958F4B0970B2}">
      <dgm:prSet phldrT="[Text]"/>
      <dgm:spPr/>
      <dgm:t>
        <a:bodyPr/>
        <a:lstStyle/>
        <a:p>
          <a:r>
            <a:rPr lang="en-US" dirty="0"/>
            <a:t>Obtain input from other companies</a:t>
          </a:r>
        </a:p>
      </dgm:t>
    </dgm:pt>
    <dgm:pt modelId="{FC6DFC35-7DBA-41D7-9C00-956A3056DF35}" type="parTrans" cxnId="{ED596BEC-4BAC-44A7-B2A2-CBA39E08E172}">
      <dgm:prSet/>
      <dgm:spPr/>
      <dgm:t>
        <a:bodyPr/>
        <a:lstStyle/>
        <a:p>
          <a:endParaRPr lang="en-US"/>
        </a:p>
      </dgm:t>
    </dgm:pt>
    <dgm:pt modelId="{2BAFB3B9-81CD-4192-B774-8A8BA1BCB59C}" type="sibTrans" cxnId="{ED596BEC-4BAC-44A7-B2A2-CBA39E08E172}">
      <dgm:prSet/>
      <dgm:spPr/>
      <dgm:t>
        <a:bodyPr/>
        <a:lstStyle/>
        <a:p>
          <a:endParaRPr lang="en-US"/>
        </a:p>
      </dgm:t>
    </dgm:pt>
    <dgm:pt modelId="{CB6A429B-02B1-470F-AC54-093D9436A0BC}" type="pres">
      <dgm:prSet presAssocID="{0AE296DA-E94B-428A-84BF-A18CBA1C6979}" presName="Name0" presStyleCnt="0">
        <dgm:presLayoutVars>
          <dgm:dir/>
          <dgm:animLvl val="lvl"/>
          <dgm:resizeHandles val="exact"/>
        </dgm:presLayoutVars>
      </dgm:prSet>
      <dgm:spPr/>
    </dgm:pt>
    <dgm:pt modelId="{820E1000-3F64-4D48-A498-460BEBE58AE4}" type="pres">
      <dgm:prSet presAssocID="{81037D0D-A5B9-4839-BAAB-84D35540D792}" presName="composite" presStyleCnt="0"/>
      <dgm:spPr/>
    </dgm:pt>
    <dgm:pt modelId="{074461DA-8946-4303-86B1-FA1092E0E617}" type="pres">
      <dgm:prSet presAssocID="{81037D0D-A5B9-4839-BAAB-84D35540D792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E30FB844-E7EC-407D-AC3E-53C8F0DFB81A}" type="pres">
      <dgm:prSet presAssocID="{81037D0D-A5B9-4839-BAAB-84D35540D792}" presName="desTx" presStyleLbl="alignAccFollowNode1" presStyleIdx="0" presStyleCnt="2">
        <dgm:presLayoutVars>
          <dgm:bulletEnabled val="1"/>
        </dgm:presLayoutVars>
      </dgm:prSet>
      <dgm:spPr/>
    </dgm:pt>
    <dgm:pt modelId="{A620A85F-E2F9-4E60-8FBA-01B3A8D40DCA}" type="pres">
      <dgm:prSet presAssocID="{A229F51D-F6CD-4CBC-97F0-2812921AA731}" presName="space" presStyleCnt="0"/>
      <dgm:spPr/>
    </dgm:pt>
    <dgm:pt modelId="{5B858A5A-EEE5-4DE9-B1A0-7DFC3AA8129B}" type="pres">
      <dgm:prSet presAssocID="{9261E925-B01B-420B-B6F8-F318B65F5EC2}" presName="composite" presStyleCnt="0"/>
      <dgm:spPr/>
    </dgm:pt>
    <dgm:pt modelId="{746E9063-A5EE-45A2-BA17-EB501391A86B}" type="pres">
      <dgm:prSet presAssocID="{9261E925-B01B-420B-B6F8-F318B65F5EC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C16DE392-AFC2-4866-A0A0-962513EE9E63}" type="pres">
      <dgm:prSet presAssocID="{9261E925-B01B-420B-B6F8-F318B65F5EC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034AD01-8BF8-4A27-9664-2F81A0B0F5EC}" type="presOf" srcId="{0455C704-E2BC-479A-AFEC-958F4B0970B2}" destId="{C16DE392-AFC2-4866-A0A0-962513EE9E63}" srcOrd="0" destOrd="5" presId="urn:microsoft.com/office/officeart/2005/8/layout/hList1"/>
    <dgm:cxn modelId="{D4855804-6B8B-4DE9-8C83-AA5BF539903D}" srcId="{0AE296DA-E94B-428A-84BF-A18CBA1C6979}" destId="{81037D0D-A5B9-4839-BAAB-84D35540D792}" srcOrd="0" destOrd="0" parTransId="{894E9A52-6469-4071-929E-ED6CC0359CED}" sibTransId="{A229F51D-F6CD-4CBC-97F0-2812921AA731}"/>
    <dgm:cxn modelId="{9DC04127-5B42-40C7-8CF3-0DD8BA279C2C}" type="presOf" srcId="{0AE296DA-E94B-428A-84BF-A18CBA1C6979}" destId="{CB6A429B-02B1-470F-AC54-093D9436A0BC}" srcOrd="0" destOrd="0" presId="urn:microsoft.com/office/officeart/2005/8/layout/hList1"/>
    <dgm:cxn modelId="{5F44AD2B-C2C2-48A5-A30F-EE3E04322D9E}" type="presOf" srcId="{8E014F73-9B79-4F00-A2C0-E2981232136C}" destId="{C16DE392-AFC2-4866-A0A0-962513EE9E63}" srcOrd="0" destOrd="4" presId="urn:microsoft.com/office/officeart/2005/8/layout/hList1"/>
    <dgm:cxn modelId="{F7331B35-2EDA-4C19-8C8E-97519EDA3CE7}" type="presOf" srcId="{160C6A96-1F63-4983-A405-4C3CFC94D388}" destId="{E30FB844-E7EC-407D-AC3E-53C8F0DFB81A}" srcOrd="0" destOrd="5" presId="urn:microsoft.com/office/officeart/2005/8/layout/hList1"/>
    <dgm:cxn modelId="{24539540-76B9-449F-8734-26CB9D71D00C}" srcId="{9261E925-B01B-420B-B6F8-F318B65F5EC2}" destId="{A2C7BCC0-0ACB-49A9-9C66-4491F5E44425}" srcOrd="2" destOrd="0" parTransId="{3C0EDF97-F972-45AB-A7BF-AF4056574970}" sibTransId="{051FBFA8-C715-4BAB-B72A-FFFED5EFFD42}"/>
    <dgm:cxn modelId="{7C287D55-7600-4C90-B23D-508E44964927}" type="presOf" srcId="{F3B13BDF-B5D6-453E-8B53-160470E2041A}" destId="{E30FB844-E7EC-407D-AC3E-53C8F0DFB81A}" srcOrd="0" destOrd="0" presId="urn:microsoft.com/office/officeart/2005/8/layout/hList1"/>
    <dgm:cxn modelId="{423A145B-7621-4C32-89F1-18C6DBAC4F93}" type="presOf" srcId="{8D632563-4E05-45E5-B7A1-7AB3CF8BF393}" destId="{C16DE392-AFC2-4866-A0A0-962513EE9E63}" srcOrd="0" destOrd="1" presId="urn:microsoft.com/office/officeart/2005/8/layout/hList1"/>
    <dgm:cxn modelId="{D4138471-BCDE-4AB2-8806-CDD6DFF2FCF9}" srcId="{9261E925-B01B-420B-B6F8-F318B65F5EC2}" destId="{8D632563-4E05-45E5-B7A1-7AB3CF8BF393}" srcOrd="1" destOrd="0" parTransId="{8BCF219B-9CAF-490C-80CF-A8221919F9F0}" sibTransId="{4DB77A4B-0E28-424F-A948-674678AE7FD2}"/>
    <dgm:cxn modelId="{256A8872-AF62-446F-9BA2-EECBABA6E2A3}" type="presOf" srcId="{4B6C06FA-1E05-4439-8984-D2D71533F5CA}" destId="{E30FB844-E7EC-407D-AC3E-53C8F0DFB81A}" srcOrd="0" destOrd="1" presId="urn:microsoft.com/office/officeart/2005/8/layout/hList1"/>
    <dgm:cxn modelId="{5125D872-EE21-4611-B4B2-EAF60AABE86F}" srcId="{81037D0D-A5B9-4839-BAAB-84D35540D792}" destId="{4B6C06FA-1E05-4439-8984-D2D71533F5CA}" srcOrd="1" destOrd="0" parTransId="{72C88483-9FBE-4E8C-960A-06A4AB9FD691}" sibTransId="{F8D7B678-64CC-40F3-8ADF-E5B784A744A4}"/>
    <dgm:cxn modelId="{06A3D673-6339-45C9-962F-9AF0D6B330EE}" srcId="{9261E925-B01B-420B-B6F8-F318B65F5EC2}" destId="{36247F99-80AC-4589-9EF5-5CF8D8D2EDE9}" srcOrd="3" destOrd="0" parTransId="{BF5F6D2D-82A9-44F8-9931-1FFDF08E5A58}" sibTransId="{95DBF777-F79B-4BAB-91C9-C36E839A0C60}"/>
    <dgm:cxn modelId="{BA95F474-8DCA-4A9F-9914-3B6FB8CD207B}" srcId="{81037D0D-A5B9-4839-BAAB-84D35540D792}" destId="{9576EA5E-9123-4520-BFC1-51763A8EA3E8}" srcOrd="3" destOrd="0" parTransId="{252ECB20-701E-4324-A2AB-AC5BF83CE056}" sibTransId="{091F9C07-5DDA-48D7-A41E-5629AE70E4EB}"/>
    <dgm:cxn modelId="{76B2D27A-50E6-42DB-9B2E-ABE233505499}" type="presOf" srcId="{16C84DBF-DF8B-4156-BCCD-6B4834EB6A74}" destId="{E30FB844-E7EC-407D-AC3E-53C8F0DFB81A}" srcOrd="0" destOrd="2" presId="urn:microsoft.com/office/officeart/2005/8/layout/hList1"/>
    <dgm:cxn modelId="{7419A28B-9A96-4B0A-9F8C-FECF8594A490}" type="presOf" srcId="{9AF9E96D-E7DB-42FF-B17A-7F901F83D840}" destId="{E30FB844-E7EC-407D-AC3E-53C8F0DFB81A}" srcOrd="0" destOrd="4" presId="urn:microsoft.com/office/officeart/2005/8/layout/hList1"/>
    <dgm:cxn modelId="{1950B4B5-9FF6-48C9-AA92-709EC1306D7A}" srcId="{9261E925-B01B-420B-B6F8-F318B65F5EC2}" destId="{8E014F73-9B79-4F00-A2C0-E2981232136C}" srcOrd="4" destOrd="0" parTransId="{4CF2A700-3EEF-47E0-B7DB-54EC78FAF5AA}" sibTransId="{46474892-71F3-45CE-8182-8873D64CBC0D}"/>
    <dgm:cxn modelId="{8B2C0DB8-B915-49F3-B34A-FDC9681BDFE8}" srcId="{81037D0D-A5B9-4839-BAAB-84D35540D792}" destId="{16C84DBF-DF8B-4156-BCCD-6B4834EB6A74}" srcOrd="2" destOrd="0" parTransId="{0F493B85-081B-4D50-9382-901F746B9429}" sibTransId="{5206EC14-CF2C-4BDE-B1D1-9C1955500BCA}"/>
    <dgm:cxn modelId="{26C537B9-2551-4691-8714-084672E0B915}" type="presOf" srcId="{36247F99-80AC-4589-9EF5-5CF8D8D2EDE9}" destId="{C16DE392-AFC2-4866-A0A0-962513EE9E63}" srcOrd="0" destOrd="3" presId="urn:microsoft.com/office/officeart/2005/8/layout/hList1"/>
    <dgm:cxn modelId="{5D68B1BA-1037-4F1B-8E06-8B1D3AD7C015}" type="presOf" srcId="{20371A11-FE35-4699-AD6C-ECE9B2685CDF}" destId="{C16DE392-AFC2-4866-A0A0-962513EE9E63}" srcOrd="0" destOrd="0" presId="urn:microsoft.com/office/officeart/2005/8/layout/hList1"/>
    <dgm:cxn modelId="{ABA8B5CE-CE61-43C3-BB46-B9406921D387}" srcId="{9261E925-B01B-420B-B6F8-F318B65F5EC2}" destId="{20371A11-FE35-4699-AD6C-ECE9B2685CDF}" srcOrd="0" destOrd="0" parTransId="{E269F80E-CC9A-452D-A7CE-617DB7BD93CC}" sibTransId="{952ACF6C-F2A3-445F-9A4D-7DA64DD65A8B}"/>
    <dgm:cxn modelId="{4D0295D4-AD02-4D19-BABE-513B4A6D4614}" srcId="{81037D0D-A5B9-4839-BAAB-84D35540D792}" destId="{9AF9E96D-E7DB-42FF-B17A-7F901F83D840}" srcOrd="4" destOrd="0" parTransId="{866C669C-425A-4C1A-9D2D-AF3279FA67CA}" sibTransId="{B6A62CDD-D710-4C7F-9DC9-4C7DC4BE8296}"/>
    <dgm:cxn modelId="{8F30C7DC-E338-4FBC-BC28-DEF432220EE4}" srcId="{81037D0D-A5B9-4839-BAAB-84D35540D792}" destId="{160C6A96-1F63-4983-A405-4C3CFC94D388}" srcOrd="5" destOrd="0" parTransId="{B1C39911-E8C7-4CFF-A42E-066C04849D25}" sibTransId="{2491BF85-0C55-440C-8B66-6007069C9747}"/>
    <dgm:cxn modelId="{ED596BEC-4BAC-44A7-B2A2-CBA39E08E172}" srcId="{9261E925-B01B-420B-B6F8-F318B65F5EC2}" destId="{0455C704-E2BC-479A-AFEC-958F4B0970B2}" srcOrd="5" destOrd="0" parTransId="{FC6DFC35-7DBA-41D7-9C00-956A3056DF35}" sibTransId="{2BAFB3B9-81CD-4192-B774-8A8BA1BCB59C}"/>
    <dgm:cxn modelId="{1BDD9DED-01E4-43C9-BE9E-AE39F85674E6}" srcId="{0AE296DA-E94B-428A-84BF-A18CBA1C6979}" destId="{9261E925-B01B-420B-B6F8-F318B65F5EC2}" srcOrd="1" destOrd="0" parTransId="{6EE96F0D-ED51-4687-A573-5E17BAEACA29}" sibTransId="{C4EB5AB7-D2BD-46AB-93E9-8202D5BE3E6F}"/>
    <dgm:cxn modelId="{71E92CEE-4AC8-4857-9340-4317D5E960FB}" srcId="{81037D0D-A5B9-4839-BAAB-84D35540D792}" destId="{F3B13BDF-B5D6-453E-8B53-160470E2041A}" srcOrd="0" destOrd="0" parTransId="{24E4198B-0774-44B5-96BF-3302868D75AE}" sibTransId="{734DE47E-DAFD-4B37-93A2-DA94B863A659}"/>
    <dgm:cxn modelId="{F79D82EE-1BF4-4640-9B26-B3C30D88BDD7}" type="presOf" srcId="{A2C7BCC0-0ACB-49A9-9C66-4491F5E44425}" destId="{C16DE392-AFC2-4866-A0A0-962513EE9E63}" srcOrd="0" destOrd="2" presId="urn:microsoft.com/office/officeart/2005/8/layout/hList1"/>
    <dgm:cxn modelId="{660C6EF1-791C-4999-848B-DC173FBA8073}" type="presOf" srcId="{9576EA5E-9123-4520-BFC1-51763A8EA3E8}" destId="{E30FB844-E7EC-407D-AC3E-53C8F0DFB81A}" srcOrd="0" destOrd="3" presId="urn:microsoft.com/office/officeart/2005/8/layout/hList1"/>
    <dgm:cxn modelId="{AA8502F5-2288-46C0-8AEC-0CC7BA233D4A}" type="presOf" srcId="{9261E925-B01B-420B-B6F8-F318B65F5EC2}" destId="{746E9063-A5EE-45A2-BA17-EB501391A86B}" srcOrd="0" destOrd="0" presId="urn:microsoft.com/office/officeart/2005/8/layout/hList1"/>
    <dgm:cxn modelId="{9D3E3AFB-E6D1-45F5-92A9-D044A86E1E74}" type="presOf" srcId="{81037D0D-A5B9-4839-BAAB-84D35540D792}" destId="{074461DA-8946-4303-86B1-FA1092E0E617}" srcOrd="0" destOrd="0" presId="urn:microsoft.com/office/officeart/2005/8/layout/hList1"/>
    <dgm:cxn modelId="{57ED1F8B-2500-4858-9F0B-330D8651BA61}" type="presParOf" srcId="{CB6A429B-02B1-470F-AC54-093D9436A0BC}" destId="{820E1000-3F64-4D48-A498-460BEBE58AE4}" srcOrd="0" destOrd="0" presId="urn:microsoft.com/office/officeart/2005/8/layout/hList1"/>
    <dgm:cxn modelId="{727734B7-0B90-4682-820D-8856C76EB549}" type="presParOf" srcId="{820E1000-3F64-4D48-A498-460BEBE58AE4}" destId="{074461DA-8946-4303-86B1-FA1092E0E617}" srcOrd="0" destOrd="0" presId="urn:microsoft.com/office/officeart/2005/8/layout/hList1"/>
    <dgm:cxn modelId="{3A46E2EB-77EF-4D22-A4B5-C9398A3A0AD5}" type="presParOf" srcId="{820E1000-3F64-4D48-A498-460BEBE58AE4}" destId="{E30FB844-E7EC-407D-AC3E-53C8F0DFB81A}" srcOrd="1" destOrd="0" presId="urn:microsoft.com/office/officeart/2005/8/layout/hList1"/>
    <dgm:cxn modelId="{B3BAC9B9-DF54-4E87-AD46-F586398FBFE1}" type="presParOf" srcId="{CB6A429B-02B1-470F-AC54-093D9436A0BC}" destId="{A620A85F-E2F9-4E60-8FBA-01B3A8D40DCA}" srcOrd="1" destOrd="0" presId="urn:microsoft.com/office/officeart/2005/8/layout/hList1"/>
    <dgm:cxn modelId="{44DC644F-006F-45C4-9D2C-1A5D2E4A916F}" type="presParOf" srcId="{CB6A429B-02B1-470F-AC54-093D9436A0BC}" destId="{5B858A5A-EEE5-4DE9-B1A0-7DFC3AA8129B}" srcOrd="2" destOrd="0" presId="urn:microsoft.com/office/officeart/2005/8/layout/hList1"/>
    <dgm:cxn modelId="{7A92F971-903F-4377-ACA7-7C00CF8388D0}" type="presParOf" srcId="{5B858A5A-EEE5-4DE9-B1A0-7DFC3AA8129B}" destId="{746E9063-A5EE-45A2-BA17-EB501391A86B}" srcOrd="0" destOrd="0" presId="urn:microsoft.com/office/officeart/2005/8/layout/hList1"/>
    <dgm:cxn modelId="{8293394F-CF28-4EF9-9413-010EFE1E04C8}" type="presParOf" srcId="{5B858A5A-EEE5-4DE9-B1A0-7DFC3AA8129B}" destId="{C16DE392-AFC2-4866-A0A0-962513EE9E6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95DF929-135C-499B-9CF8-51E4C769B941}" type="doc">
      <dgm:prSet loTypeId="urn:microsoft.com/office/officeart/2005/8/layout/arrow3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84BE0FD6-169E-4E25-B668-27F704A5E44A}">
      <dgm:prSet phldrT="[Text]"/>
      <dgm:spPr/>
      <dgm:t>
        <a:bodyPr/>
        <a:lstStyle/>
        <a:p>
          <a:r>
            <a:rPr lang="en-US" dirty="0"/>
            <a:t>Agile</a:t>
          </a:r>
        </a:p>
      </dgm:t>
    </dgm:pt>
    <dgm:pt modelId="{4351A1B8-CDFD-4E5F-9F8B-E91108767810}" type="parTrans" cxnId="{A9F589A2-2046-4772-9233-432ADB93CF76}">
      <dgm:prSet/>
      <dgm:spPr/>
      <dgm:t>
        <a:bodyPr/>
        <a:lstStyle/>
        <a:p>
          <a:endParaRPr lang="en-US"/>
        </a:p>
      </dgm:t>
    </dgm:pt>
    <dgm:pt modelId="{2368C63A-0B02-4E3E-A684-E11803CDBC5A}" type="sibTrans" cxnId="{A9F589A2-2046-4772-9233-432ADB93CF76}">
      <dgm:prSet/>
      <dgm:spPr/>
      <dgm:t>
        <a:bodyPr/>
        <a:lstStyle/>
        <a:p>
          <a:endParaRPr lang="en-US"/>
        </a:p>
      </dgm:t>
    </dgm:pt>
    <dgm:pt modelId="{2A8DB8FE-8C13-4D82-8F1A-397188B150F3}">
      <dgm:prSet phldrT="[Text]"/>
      <dgm:spPr/>
      <dgm:t>
        <a:bodyPr/>
        <a:lstStyle/>
        <a:p>
          <a:r>
            <a:rPr lang="en-US" dirty="0"/>
            <a:t>SCRUM</a:t>
          </a:r>
        </a:p>
      </dgm:t>
    </dgm:pt>
    <dgm:pt modelId="{6DA94788-FDCE-495C-98CA-E1CF8F7E25F8}" type="parTrans" cxnId="{EBEC9776-4084-402A-B7C7-62EE203CCC0E}">
      <dgm:prSet/>
      <dgm:spPr/>
      <dgm:t>
        <a:bodyPr/>
        <a:lstStyle/>
        <a:p>
          <a:endParaRPr lang="en-US"/>
        </a:p>
      </dgm:t>
    </dgm:pt>
    <dgm:pt modelId="{3E193714-3B25-4204-9A70-2B7BCFF24007}" type="sibTrans" cxnId="{EBEC9776-4084-402A-B7C7-62EE203CCC0E}">
      <dgm:prSet/>
      <dgm:spPr/>
      <dgm:t>
        <a:bodyPr/>
        <a:lstStyle/>
        <a:p>
          <a:endParaRPr lang="en-US"/>
        </a:p>
      </dgm:t>
    </dgm:pt>
    <dgm:pt modelId="{7B3288A7-9A0B-4CFF-BBD3-12A5B74F81AC}">
      <dgm:prSet phldrT="[Text]"/>
      <dgm:spPr/>
      <dgm:t>
        <a:bodyPr/>
        <a:lstStyle/>
        <a:p>
          <a:r>
            <a:rPr lang="en-US" dirty="0"/>
            <a:t>Traditional</a:t>
          </a:r>
        </a:p>
      </dgm:t>
    </dgm:pt>
    <dgm:pt modelId="{F243DA8A-1B29-4AC9-AF80-A66CA8AA51E6}" type="parTrans" cxnId="{B50D9269-0354-4A0A-A1AF-4E6C47C902DA}">
      <dgm:prSet/>
      <dgm:spPr/>
      <dgm:t>
        <a:bodyPr/>
        <a:lstStyle/>
        <a:p>
          <a:endParaRPr lang="en-US"/>
        </a:p>
      </dgm:t>
    </dgm:pt>
    <dgm:pt modelId="{1E647848-3E6E-49F4-98E0-2400B5EE24BD}" type="sibTrans" cxnId="{B50D9269-0354-4A0A-A1AF-4E6C47C902DA}">
      <dgm:prSet/>
      <dgm:spPr/>
      <dgm:t>
        <a:bodyPr/>
        <a:lstStyle/>
        <a:p>
          <a:endParaRPr lang="en-US"/>
        </a:p>
      </dgm:t>
    </dgm:pt>
    <dgm:pt modelId="{17022378-E294-4DA9-8573-76425308C390}">
      <dgm:prSet phldrT="[Text]"/>
      <dgm:spPr/>
      <dgm:t>
        <a:bodyPr/>
        <a:lstStyle/>
        <a:p>
          <a:r>
            <a:rPr lang="en-US" dirty="0"/>
            <a:t>Waterfall</a:t>
          </a:r>
        </a:p>
      </dgm:t>
    </dgm:pt>
    <dgm:pt modelId="{F41C5F1F-3875-4DEA-9363-56670590A6FE}" type="parTrans" cxnId="{2C594D59-E805-4B7E-ADA2-B9260FAE1B36}">
      <dgm:prSet/>
      <dgm:spPr/>
      <dgm:t>
        <a:bodyPr/>
        <a:lstStyle/>
        <a:p>
          <a:endParaRPr lang="en-US"/>
        </a:p>
      </dgm:t>
    </dgm:pt>
    <dgm:pt modelId="{C979080E-A066-4CCD-AFCD-1B796BF1B033}" type="sibTrans" cxnId="{2C594D59-E805-4B7E-ADA2-B9260FAE1B36}">
      <dgm:prSet/>
      <dgm:spPr/>
      <dgm:t>
        <a:bodyPr/>
        <a:lstStyle/>
        <a:p>
          <a:endParaRPr lang="en-US"/>
        </a:p>
      </dgm:t>
    </dgm:pt>
    <dgm:pt modelId="{97615CD4-1C45-4FFC-99E8-1D209A751601}">
      <dgm:prSet phldrT="[Text]"/>
      <dgm:spPr/>
      <dgm:t>
        <a:bodyPr/>
        <a:lstStyle/>
        <a:p>
          <a:r>
            <a:rPr lang="en-US" dirty="0"/>
            <a:t>XP</a:t>
          </a:r>
        </a:p>
      </dgm:t>
    </dgm:pt>
    <dgm:pt modelId="{ADD4C4EA-45DF-442D-BE86-F03DD0DEA71A}" type="parTrans" cxnId="{63BB1965-806C-4621-8B11-3637736C53B9}">
      <dgm:prSet/>
      <dgm:spPr/>
      <dgm:t>
        <a:bodyPr/>
        <a:lstStyle/>
        <a:p>
          <a:endParaRPr lang="en-US"/>
        </a:p>
      </dgm:t>
    </dgm:pt>
    <dgm:pt modelId="{81D0BC95-F3BE-428D-8D47-4C0630BC5168}" type="sibTrans" cxnId="{63BB1965-806C-4621-8B11-3637736C53B9}">
      <dgm:prSet/>
      <dgm:spPr/>
      <dgm:t>
        <a:bodyPr/>
        <a:lstStyle/>
        <a:p>
          <a:endParaRPr lang="en-US"/>
        </a:p>
      </dgm:t>
    </dgm:pt>
    <dgm:pt modelId="{025B150D-314F-4680-9C63-EAC5C338F491}">
      <dgm:prSet phldrT="[Text]"/>
      <dgm:spPr/>
      <dgm:t>
        <a:bodyPr/>
        <a:lstStyle/>
        <a:p>
          <a:r>
            <a:rPr lang="en-US" dirty="0"/>
            <a:t>SSADM</a:t>
          </a:r>
        </a:p>
      </dgm:t>
    </dgm:pt>
    <dgm:pt modelId="{6C2C5B06-B305-400B-8610-81721CB6F1EB}" type="parTrans" cxnId="{32B9AED2-B6F3-47A9-9B30-21DD6E0668DC}">
      <dgm:prSet/>
      <dgm:spPr/>
      <dgm:t>
        <a:bodyPr/>
        <a:lstStyle/>
        <a:p>
          <a:endParaRPr lang="en-US"/>
        </a:p>
      </dgm:t>
    </dgm:pt>
    <dgm:pt modelId="{50910F1D-7FDE-49C5-9C91-F442AAD45F73}" type="sibTrans" cxnId="{32B9AED2-B6F3-47A9-9B30-21DD6E0668DC}">
      <dgm:prSet/>
      <dgm:spPr/>
      <dgm:t>
        <a:bodyPr/>
        <a:lstStyle/>
        <a:p>
          <a:endParaRPr lang="en-US"/>
        </a:p>
      </dgm:t>
    </dgm:pt>
    <dgm:pt modelId="{66034913-1AFB-41AD-B95D-338397C406A6}" type="pres">
      <dgm:prSet presAssocID="{495DF929-135C-499B-9CF8-51E4C769B941}" presName="compositeShape" presStyleCnt="0">
        <dgm:presLayoutVars>
          <dgm:chMax val="2"/>
          <dgm:dir/>
          <dgm:resizeHandles val="exact"/>
        </dgm:presLayoutVars>
      </dgm:prSet>
      <dgm:spPr/>
    </dgm:pt>
    <dgm:pt modelId="{5B03839F-EB00-4E49-BE87-856C5ECE6942}" type="pres">
      <dgm:prSet presAssocID="{495DF929-135C-499B-9CF8-51E4C769B941}" presName="divider" presStyleLbl="fgShp" presStyleIdx="0" presStyleCnt="1"/>
      <dgm:spPr/>
    </dgm:pt>
    <dgm:pt modelId="{1BC53CDC-1D1C-4FF8-A70C-01AF8A0C4F47}" type="pres">
      <dgm:prSet presAssocID="{84BE0FD6-169E-4E25-B668-27F704A5E44A}" presName="downArrow" presStyleLbl="node1" presStyleIdx="0" presStyleCnt="2"/>
      <dgm:spPr/>
    </dgm:pt>
    <dgm:pt modelId="{DC46E52E-FA52-401A-9851-2B24CF37976B}" type="pres">
      <dgm:prSet presAssocID="{84BE0FD6-169E-4E25-B668-27F704A5E44A}" presName="downArrowText" presStyleLbl="revTx" presStyleIdx="0" presStyleCnt="2">
        <dgm:presLayoutVars>
          <dgm:bulletEnabled val="1"/>
        </dgm:presLayoutVars>
      </dgm:prSet>
      <dgm:spPr/>
    </dgm:pt>
    <dgm:pt modelId="{A061C941-CF0D-49BD-9F84-6E993E9D3FFC}" type="pres">
      <dgm:prSet presAssocID="{7B3288A7-9A0B-4CFF-BBD3-12A5B74F81AC}" presName="upArrow" presStyleLbl="node1" presStyleIdx="1" presStyleCnt="2"/>
      <dgm:spPr/>
    </dgm:pt>
    <dgm:pt modelId="{160CFAEC-9128-47B8-9D2A-B047FC3E9BC8}" type="pres">
      <dgm:prSet presAssocID="{7B3288A7-9A0B-4CFF-BBD3-12A5B74F81AC}" presName="upArrowText" presStyleLbl="revTx" presStyleIdx="1" presStyleCnt="2">
        <dgm:presLayoutVars>
          <dgm:bulletEnabled val="1"/>
        </dgm:presLayoutVars>
      </dgm:prSet>
      <dgm:spPr/>
    </dgm:pt>
  </dgm:ptLst>
  <dgm:cxnLst>
    <dgm:cxn modelId="{F5307808-3F53-4111-B207-452B2631AFD6}" type="presOf" srcId="{495DF929-135C-499B-9CF8-51E4C769B941}" destId="{66034913-1AFB-41AD-B95D-338397C406A6}" srcOrd="0" destOrd="0" presId="urn:microsoft.com/office/officeart/2005/8/layout/arrow3"/>
    <dgm:cxn modelId="{8F358627-3144-493B-9144-41F24A8679AB}" type="presOf" srcId="{97615CD4-1C45-4FFC-99E8-1D209A751601}" destId="{DC46E52E-FA52-401A-9851-2B24CF37976B}" srcOrd="0" destOrd="2" presId="urn:microsoft.com/office/officeart/2005/8/layout/arrow3"/>
    <dgm:cxn modelId="{9258C32B-4559-43DE-B252-9F2D60F7651C}" type="presOf" srcId="{17022378-E294-4DA9-8573-76425308C390}" destId="{160CFAEC-9128-47B8-9D2A-B047FC3E9BC8}" srcOrd="0" destOrd="1" presId="urn:microsoft.com/office/officeart/2005/8/layout/arrow3"/>
    <dgm:cxn modelId="{EDF61B3A-AF25-42C6-A4E8-EB2B3640089B}" type="presOf" srcId="{7B3288A7-9A0B-4CFF-BBD3-12A5B74F81AC}" destId="{160CFAEC-9128-47B8-9D2A-B047FC3E9BC8}" srcOrd="0" destOrd="0" presId="urn:microsoft.com/office/officeart/2005/8/layout/arrow3"/>
    <dgm:cxn modelId="{2C594D59-E805-4B7E-ADA2-B9260FAE1B36}" srcId="{7B3288A7-9A0B-4CFF-BBD3-12A5B74F81AC}" destId="{17022378-E294-4DA9-8573-76425308C390}" srcOrd="0" destOrd="0" parTransId="{F41C5F1F-3875-4DEA-9363-56670590A6FE}" sibTransId="{C979080E-A066-4CCD-AFCD-1B796BF1B033}"/>
    <dgm:cxn modelId="{63BB1965-806C-4621-8B11-3637736C53B9}" srcId="{84BE0FD6-169E-4E25-B668-27F704A5E44A}" destId="{97615CD4-1C45-4FFC-99E8-1D209A751601}" srcOrd="1" destOrd="0" parTransId="{ADD4C4EA-45DF-442D-BE86-F03DD0DEA71A}" sibTransId="{81D0BC95-F3BE-428D-8D47-4C0630BC5168}"/>
    <dgm:cxn modelId="{B50D9269-0354-4A0A-A1AF-4E6C47C902DA}" srcId="{495DF929-135C-499B-9CF8-51E4C769B941}" destId="{7B3288A7-9A0B-4CFF-BBD3-12A5B74F81AC}" srcOrd="1" destOrd="0" parTransId="{F243DA8A-1B29-4AC9-AF80-A66CA8AA51E6}" sibTransId="{1E647848-3E6E-49F4-98E0-2400B5EE24BD}"/>
    <dgm:cxn modelId="{EBEC9776-4084-402A-B7C7-62EE203CCC0E}" srcId="{84BE0FD6-169E-4E25-B668-27F704A5E44A}" destId="{2A8DB8FE-8C13-4D82-8F1A-397188B150F3}" srcOrd="0" destOrd="0" parTransId="{6DA94788-FDCE-495C-98CA-E1CF8F7E25F8}" sibTransId="{3E193714-3B25-4204-9A70-2B7BCFF24007}"/>
    <dgm:cxn modelId="{3B4FBE9F-AD5C-46AC-BB67-88DDFC0ECDAB}" type="presOf" srcId="{2A8DB8FE-8C13-4D82-8F1A-397188B150F3}" destId="{DC46E52E-FA52-401A-9851-2B24CF37976B}" srcOrd="0" destOrd="1" presId="urn:microsoft.com/office/officeart/2005/8/layout/arrow3"/>
    <dgm:cxn modelId="{A9F589A2-2046-4772-9233-432ADB93CF76}" srcId="{495DF929-135C-499B-9CF8-51E4C769B941}" destId="{84BE0FD6-169E-4E25-B668-27F704A5E44A}" srcOrd="0" destOrd="0" parTransId="{4351A1B8-CDFD-4E5F-9F8B-E91108767810}" sibTransId="{2368C63A-0B02-4E3E-A684-E11803CDBC5A}"/>
    <dgm:cxn modelId="{EDE0ADAC-4D0E-4F68-857F-381551A6FB48}" type="presOf" srcId="{84BE0FD6-169E-4E25-B668-27F704A5E44A}" destId="{DC46E52E-FA52-401A-9851-2B24CF37976B}" srcOrd="0" destOrd="0" presId="urn:microsoft.com/office/officeart/2005/8/layout/arrow3"/>
    <dgm:cxn modelId="{32B9AED2-B6F3-47A9-9B30-21DD6E0668DC}" srcId="{7B3288A7-9A0B-4CFF-BBD3-12A5B74F81AC}" destId="{025B150D-314F-4680-9C63-EAC5C338F491}" srcOrd="1" destOrd="0" parTransId="{6C2C5B06-B305-400B-8610-81721CB6F1EB}" sibTransId="{50910F1D-7FDE-49C5-9C91-F442AAD45F73}"/>
    <dgm:cxn modelId="{CC5AA5D3-EEE0-4BBB-BAA1-DFDE681E3D8E}" type="presOf" srcId="{025B150D-314F-4680-9C63-EAC5C338F491}" destId="{160CFAEC-9128-47B8-9D2A-B047FC3E9BC8}" srcOrd="0" destOrd="2" presId="urn:microsoft.com/office/officeart/2005/8/layout/arrow3"/>
    <dgm:cxn modelId="{22C6586B-26CE-4C05-A360-47BE7C8FA4FB}" type="presParOf" srcId="{66034913-1AFB-41AD-B95D-338397C406A6}" destId="{5B03839F-EB00-4E49-BE87-856C5ECE6942}" srcOrd="0" destOrd="0" presId="urn:microsoft.com/office/officeart/2005/8/layout/arrow3"/>
    <dgm:cxn modelId="{8C795021-1A05-4687-80BC-9C79EA332FAF}" type="presParOf" srcId="{66034913-1AFB-41AD-B95D-338397C406A6}" destId="{1BC53CDC-1D1C-4FF8-A70C-01AF8A0C4F47}" srcOrd="1" destOrd="0" presId="urn:microsoft.com/office/officeart/2005/8/layout/arrow3"/>
    <dgm:cxn modelId="{607E6437-C27F-4297-9153-02C423D82C74}" type="presParOf" srcId="{66034913-1AFB-41AD-B95D-338397C406A6}" destId="{DC46E52E-FA52-401A-9851-2B24CF37976B}" srcOrd="2" destOrd="0" presId="urn:microsoft.com/office/officeart/2005/8/layout/arrow3"/>
    <dgm:cxn modelId="{24C06CC3-4C13-4C55-A741-1F51EBC38B2A}" type="presParOf" srcId="{66034913-1AFB-41AD-B95D-338397C406A6}" destId="{A061C941-CF0D-49BD-9F84-6E993E9D3FFC}" srcOrd="3" destOrd="0" presId="urn:microsoft.com/office/officeart/2005/8/layout/arrow3"/>
    <dgm:cxn modelId="{A178AA41-54CC-404E-BB70-4BA0C61A1106}" type="presParOf" srcId="{66034913-1AFB-41AD-B95D-338397C406A6}" destId="{160CFAEC-9128-47B8-9D2A-B047FC3E9BC8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95DF929-135C-499B-9CF8-51E4C769B941}" type="doc">
      <dgm:prSet loTypeId="urn:microsoft.com/office/officeart/2009/3/layout/PlusandMinus" loCatId="relationship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84BE0FD6-169E-4E25-B668-27F704A5E44A}">
      <dgm:prSet phldrT="[Text]"/>
      <dgm:spPr/>
      <dgm:t>
        <a:bodyPr/>
        <a:lstStyle/>
        <a:p>
          <a:r>
            <a:rPr lang="en-US" dirty="0"/>
            <a:t>Agile</a:t>
          </a:r>
        </a:p>
      </dgm:t>
    </dgm:pt>
    <dgm:pt modelId="{4351A1B8-CDFD-4E5F-9F8B-E91108767810}" type="parTrans" cxnId="{A9F589A2-2046-4772-9233-432ADB93CF76}">
      <dgm:prSet/>
      <dgm:spPr/>
      <dgm:t>
        <a:bodyPr/>
        <a:lstStyle/>
        <a:p>
          <a:endParaRPr lang="en-US"/>
        </a:p>
      </dgm:t>
    </dgm:pt>
    <dgm:pt modelId="{2368C63A-0B02-4E3E-A684-E11803CDBC5A}" type="sibTrans" cxnId="{A9F589A2-2046-4772-9233-432ADB93CF76}">
      <dgm:prSet/>
      <dgm:spPr/>
      <dgm:t>
        <a:bodyPr/>
        <a:lstStyle/>
        <a:p>
          <a:endParaRPr lang="en-US"/>
        </a:p>
      </dgm:t>
    </dgm:pt>
    <dgm:pt modelId="{2A8DB8FE-8C13-4D82-8F1A-397188B150F3}">
      <dgm:prSet phldrT="[Text]"/>
      <dgm:spPr/>
      <dgm:t>
        <a:bodyPr/>
        <a:lstStyle/>
        <a:p>
          <a:r>
            <a:rPr lang="en-US" dirty="0"/>
            <a:t>Customer Interaction</a:t>
          </a:r>
        </a:p>
      </dgm:t>
    </dgm:pt>
    <dgm:pt modelId="{6DA94788-FDCE-495C-98CA-E1CF8F7E25F8}" type="parTrans" cxnId="{EBEC9776-4084-402A-B7C7-62EE203CCC0E}">
      <dgm:prSet/>
      <dgm:spPr/>
      <dgm:t>
        <a:bodyPr/>
        <a:lstStyle/>
        <a:p>
          <a:endParaRPr lang="en-US"/>
        </a:p>
      </dgm:t>
    </dgm:pt>
    <dgm:pt modelId="{3E193714-3B25-4204-9A70-2B7BCFF24007}" type="sibTrans" cxnId="{EBEC9776-4084-402A-B7C7-62EE203CCC0E}">
      <dgm:prSet/>
      <dgm:spPr/>
      <dgm:t>
        <a:bodyPr/>
        <a:lstStyle/>
        <a:p>
          <a:endParaRPr lang="en-US"/>
        </a:p>
      </dgm:t>
    </dgm:pt>
    <dgm:pt modelId="{7B3288A7-9A0B-4CFF-BBD3-12A5B74F81AC}">
      <dgm:prSet phldrT="[Text]"/>
      <dgm:spPr/>
      <dgm:t>
        <a:bodyPr/>
        <a:lstStyle/>
        <a:p>
          <a:r>
            <a:rPr lang="en-US" dirty="0"/>
            <a:t>Traditional</a:t>
          </a:r>
        </a:p>
      </dgm:t>
    </dgm:pt>
    <dgm:pt modelId="{F243DA8A-1B29-4AC9-AF80-A66CA8AA51E6}" type="parTrans" cxnId="{B50D9269-0354-4A0A-A1AF-4E6C47C902DA}">
      <dgm:prSet/>
      <dgm:spPr/>
      <dgm:t>
        <a:bodyPr/>
        <a:lstStyle/>
        <a:p>
          <a:endParaRPr lang="en-US"/>
        </a:p>
      </dgm:t>
    </dgm:pt>
    <dgm:pt modelId="{1E647848-3E6E-49F4-98E0-2400B5EE24BD}" type="sibTrans" cxnId="{B50D9269-0354-4A0A-A1AF-4E6C47C902DA}">
      <dgm:prSet/>
      <dgm:spPr/>
      <dgm:t>
        <a:bodyPr/>
        <a:lstStyle/>
        <a:p>
          <a:endParaRPr lang="en-US"/>
        </a:p>
      </dgm:t>
    </dgm:pt>
    <dgm:pt modelId="{17022378-E294-4DA9-8573-76425308C390}">
      <dgm:prSet phldrT="[Text]"/>
      <dgm:spPr/>
      <dgm:t>
        <a:bodyPr/>
        <a:lstStyle/>
        <a:p>
          <a:r>
            <a:rPr lang="en-US" dirty="0"/>
            <a:t>Contracts</a:t>
          </a:r>
        </a:p>
      </dgm:t>
    </dgm:pt>
    <dgm:pt modelId="{F41C5F1F-3875-4DEA-9363-56670590A6FE}" type="parTrans" cxnId="{2C594D59-E805-4B7E-ADA2-B9260FAE1B36}">
      <dgm:prSet/>
      <dgm:spPr/>
      <dgm:t>
        <a:bodyPr/>
        <a:lstStyle/>
        <a:p>
          <a:endParaRPr lang="en-US"/>
        </a:p>
      </dgm:t>
    </dgm:pt>
    <dgm:pt modelId="{C979080E-A066-4CCD-AFCD-1B796BF1B033}" type="sibTrans" cxnId="{2C594D59-E805-4B7E-ADA2-B9260FAE1B36}">
      <dgm:prSet/>
      <dgm:spPr/>
      <dgm:t>
        <a:bodyPr/>
        <a:lstStyle/>
        <a:p>
          <a:endParaRPr lang="en-US"/>
        </a:p>
      </dgm:t>
    </dgm:pt>
    <dgm:pt modelId="{C312954A-A4E6-463F-AA0D-47C5854655BF}">
      <dgm:prSet phldrT="[Text]"/>
      <dgm:spPr/>
      <dgm:t>
        <a:bodyPr/>
        <a:lstStyle/>
        <a:p>
          <a:r>
            <a:rPr lang="en-US" dirty="0"/>
            <a:t>High Performance Teams</a:t>
          </a:r>
        </a:p>
      </dgm:t>
    </dgm:pt>
    <dgm:pt modelId="{B7545FA3-C4D9-4CA1-AD3D-C0002C94E0A4}" type="parTrans" cxnId="{3D996C74-E0DA-4507-BAD6-9D6B708168E1}">
      <dgm:prSet/>
      <dgm:spPr/>
      <dgm:t>
        <a:bodyPr/>
        <a:lstStyle/>
        <a:p>
          <a:endParaRPr lang="en-US"/>
        </a:p>
      </dgm:t>
    </dgm:pt>
    <dgm:pt modelId="{306983E7-226B-4F0B-81EA-CFE55375809C}" type="sibTrans" cxnId="{3D996C74-E0DA-4507-BAD6-9D6B708168E1}">
      <dgm:prSet/>
      <dgm:spPr/>
      <dgm:t>
        <a:bodyPr/>
        <a:lstStyle/>
        <a:p>
          <a:endParaRPr lang="en-US"/>
        </a:p>
      </dgm:t>
    </dgm:pt>
    <dgm:pt modelId="{67F2DED0-BE83-4F08-B205-685FBCD5E8DA}">
      <dgm:prSet phldrT="[Text]"/>
      <dgm:spPr/>
      <dgm:t>
        <a:bodyPr/>
        <a:lstStyle/>
        <a:p>
          <a:r>
            <a:rPr lang="en-US" dirty="0"/>
            <a:t>Processes</a:t>
          </a:r>
        </a:p>
      </dgm:t>
    </dgm:pt>
    <dgm:pt modelId="{DC51C0A6-C3F5-4C23-89D6-E3F8E09AC6A7}" type="parTrans" cxnId="{00DB473C-C9E7-4B9B-AE98-FD721259A889}">
      <dgm:prSet/>
      <dgm:spPr/>
      <dgm:t>
        <a:bodyPr/>
        <a:lstStyle/>
        <a:p>
          <a:endParaRPr lang="en-US"/>
        </a:p>
      </dgm:t>
    </dgm:pt>
    <dgm:pt modelId="{AA348B7D-8D89-4506-A0D8-7EBC3A0A6F9A}" type="sibTrans" cxnId="{00DB473C-C9E7-4B9B-AE98-FD721259A889}">
      <dgm:prSet/>
      <dgm:spPr/>
      <dgm:t>
        <a:bodyPr/>
        <a:lstStyle/>
        <a:p>
          <a:endParaRPr lang="en-US"/>
        </a:p>
      </dgm:t>
    </dgm:pt>
    <dgm:pt modelId="{34D01372-C770-4566-AE76-AE0264192870}">
      <dgm:prSet phldrT="[Text]"/>
      <dgm:spPr/>
      <dgm:t>
        <a:bodyPr/>
        <a:lstStyle/>
        <a:p>
          <a:r>
            <a:rPr lang="en-US" dirty="0"/>
            <a:t>Documentation</a:t>
          </a:r>
        </a:p>
      </dgm:t>
    </dgm:pt>
    <dgm:pt modelId="{3F7EBBA4-3060-4C7D-B388-8EAFFFE49EBF}" type="parTrans" cxnId="{4F0FD15B-8099-49B8-B63D-F7683861C918}">
      <dgm:prSet/>
      <dgm:spPr/>
      <dgm:t>
        <a:bodyPr/>
        <a:lstStyle/>
        <a:p>
          <a:endParaRPr lang="en-US"/>
        </a:p>
      </dgm:t>
    </dgm:pt>
    <dgm:pt modelId="{3B86FC41-3CA1-473A-9ACE-A638FAB32E19}" type="sibTrans" cxnId="{4F0FD15B-8099-49B8-B63D-F7683861C918}">
      <dgm:prSet/>
      <dgm:spPr/>
      <dgm:t>
        <a:bodyPr/>
        <a:lstStyle/>
        <a:p>
          <a:endParaRPr lang="en-US"/>
        </a:p>
      </dgm:t>
    </dgm:pt>
    <dgm:pt modelId="{8F89114D-D21D-456C-8F9C-0902F2E59112}">
      <dgm:prSet phldrT="[Text]"/>
      <dgm:spPr/>
      <dgm:t>
        <a:bodyPr/>
        <a:lstStyle/>
        <a:p>
          <a:r>
            <a:rPr lang="en-US" dirty="0"/>
            <a:t>Project Plans</a:t>
          </a:r>
        </a:p>
      </dgm:t>
    </dgm:pt>
    <dgm:pt modelId="{D0CF6BC4-F344-4F88-9B00-BDD762115713}" type="parTrans" cxnId="{B8412F0E-BCF2-477B-BBD2-98CB0C926CB4}">
      <dgm:prSet/>
      <dgm:spPr/>
      <dgm:t>
        <a:bodyPr/>
        <a:lstStyle/>
        <a:p>
          <a:endParaRPr lang="en-US"/>
        </a:p>
      </dgm:t>
    </dgm:pt>
    <dgm:pt modelId="{D50A898C-34FE-405D-A901-5329825830E3}" type="sibTrans" cxnId="{B8412F0E-BCF2-477B-BBD2-98CB0C926CB4}">
      <dgm:prSet/>
      <dgm:spPr/>
      <dgm:t>
        <a:bodyPr/>
        <a:lstStyle/>
        <a:p>
          <a:endParaRPr lang="en-US"/>
        </a:p>
      </dgm:t>
    </dgm:pt>
    <dgm:pt modelId="{94F0F938-595E-42DC-9BC8-D82B80B60E5E}">
      <dgm:prSet phldrT="[Text]"/>
      <dgm:spPr/>
      <dgm:t>
        <a:bodyPr/>
        <a:lstStyle/>
        <a:p>
          <a:r>
            <a:rPr lang="en-US" dirty="0"/>
            <a:t>Iterative Development</a:t>
          </a:r>
        </a:p>
      </dgm:t>
    </dgm:pt>
    <dgm:pt modelId="{AF704200-4D01-4C5F-AD10-3375A636BDB3}" type="parTrans" cxnId="{CA78C0D8-E0B1-41C5-B4CA-D436EC251355}">
      <dgm:prSet/>
      <dgm:spPr/>
      <dgm:t>
        <a:bodyPr/>
        <a:lstStyle/>
        <a:p>
          <a:endParaRPr lang="en-US"/>
        </a:p>
      </dgm:t>
    </dgm:pt>
    <dgm:pt modelId="{D644CBBE-60EB-4B50-98B2-69A18B83B7A0}" type="sibTrans" cxnId="{CA78C0D8-E0B1-41C5-B4CA-D436EC251355}">
      <dgm:prSet/>
      <dgm:spPr/>
      <dgm:t>
        <a:bodyPr/>
        <a:lstStyle/>
        <a:p>
          <a:endParaRPr lang="en-US"/>
        </a:p>
      </dgm:t>
    </dgm:pt>
    <dgm:pt modelId="{D482FC05-4D68-40A2-9C24-A20B7EE58C0F}">
      <dgm:prSet phldrT="[Text]"/>
      <dgm:spPr/>
      <dgm:t>
        <a:bodyPr/>
        <a:lstStyle/>
        <a:p>
          <a:r>
            <a:rPr lang="en-US" dirty="0"/>
            <a:t>Adaptability/Flexibility</a:t>
          </a:r>
        </a:p>
      </dgm:t>
    </dgm:pt>
    <dgm:pt modelId="{39068C19-172C-488C-A6E7-FD00D52CDECA}" type="parTrans" cxnId="{72C51E4B-F5DD-48E3-BCBB-EA84546BC88B}">
      <dgm:prSet/>
      <dgm:spPr/>
      <dgm:t>
        <a:bodyPr/>
        <a:lstStyle/>
        <a:p>
          <a:endParaRPr lang="en-US"/>
        </a:p>
      </dgm:t>
    </dgm:pt>
    <dgm:pt modelId="{3F44BD1A-B677-400A-A257-07BD0EF3088B}" type="sibTrans" cxnId="{72C51E4B-F5DD-48E3-BCBB-EA84546BC88B}">
      <dgm:prSet/>
      <dgm:spPr/>
      <dgm:t>
        <a:bodyPr/>
        <a:lstStyle/>
        <a:p>
          <a:endParaRPr lang="en-US"/>
        </a:p>
      </dgm:t>
    </dgm:pt>
    <dgm:pt modelId="{6FE1994F-3E6F-44AF-9F1E-728368CF2E7F}" type="pres">
      <dgm:prSet presAssocID="{495DF929-135C-499B-9CF8-51E4C769B941}" presName="Name0" presStyleCnt="0">
        <dgm:presLayoutVars>
          <dgm:chMax val="2"/>
          <dgm:chPref val="2"/>
          <dgm:dir/>
          <dgm:animOne/>
          <dgm:resizeHandles val="exact"/>
        </dgm:presLayoutVars>
      </dgm:prSet>
      <dgm:spPr/>
    </dgm:pt>
    <dgm:pt modelId="{8AAA1453-34FA-41B3-B19B-8B875F98667B}" type="pres">
      <dgm:prSet presAssocID="{495DF929-135C-499B-9CF8-51E4C769B941}" presName="Background" presStyleLbl="bgImgPlace1" presStyleIdx="0" presStyleCnt="1"/>
      <dgm:spPr/>
    </dgm:pt>
    <dgm:pt modelId="{0E3E2CA5-6C52-4D52-84F1-699E51877FE2}" type="pres">
      <dgm:prSet presAssocID="{495DF929-135C-499B-9CF8-51E4C769B941}" presName="Parent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A00D1592-E81D-4FB1-9064-B4A08658D0B2}" type="pres">
      <dgm:prSet presAssocID="{495DF929-135C-499B-9CF8-51E4C769B941}" presName="ParentText2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DA07E160-6086-4562-9F24-094EFB2C977F}" type="pres">
      <dgm:prSet presAssocID="{495DF929-135C-499B-9CF8-51E4C769B941}" presName="Plus" presStyleLbl="alignNode1" presStyleIdx="0" presStyleCnt="2"/>
      <dgm:spPr/>
    </dgm:pt>
    <dgm:pt modelId="{F16BC8C1-0844-4272-982D-82DEAE6E8F59}" type="pres">
      <dgm:prSet presAssocID="{495DF929-135C-499B-9CF8-51E4C769B941}" presName="Minus" presStyleLbl="alignNode1" presStyleIdx="1" presStyleCnt="2"/>
      <dgm:spPr/>
    </dgm:pt>
    <dgm:pt modelId="{0993D063-BA2A-4DF2-8F4C-5975D427B7A8}" type="pres">
      <dgm:prSet presAssocID="{495DF929-135C-499B-9CF8-51E4C769B941}" presName="Divider" presStyleLbl="parChTrans1D1" presStyleIdx="0" presStyleCnt="1"/>
      <dgm:spPr/>
    </dgm:pt>
  </dgm:ptLst>
  <dgm:cxnLst>
    <dgm:cxn modelId="{B8412F0E-BCF2-477B-BBD2-98CB0C926CB4}" srcId="{7B3288A7-9A0B-4CFF-BBD3-12A5B74F81AC}" destId="{8F89114D-D21D-456C-8F9C-0902F2E59112}" srcOrd="3" destOrd="0" parTransId="{D0CF6BC4-F344-4F88-9B00-BDD762115713}" sibTransId="{D50A898C-34FE-405D-A901-5329825830E3}"/>
    <dgm:cxn modelId="{4CA5BD15-1988-4F01-A4B5-3BE2CB25771C}" type="presOf" srcId="{C312954A-A4E6-463F-AA0D-47C5854655BF}" destId="{0E3E2CA5-6C52-4D52-84F1-699E51877FE2}" srcOrd="0" destOrd="2" presId="urn:microsoft.com/office/officeart/2009/3/layout/PlusandMinus"/>
    <dgm:cxn modelId="{00DB473C-C9E7-4B9B-AE98-FD721259A889}" srcId="{7B3288A7-9A0B-4CFF-BBD3-12A5B74F81AC}" destId="{67F2DED0-BE83-4F08-B205-685FBCD5E8DA}" srcOrd="1" destOrd="0" parTransId="{DC51C0A6-C3F5-4C23-89D6-E3F8E09AC6A7}" sibTransId="{AA348B7D-8D89-4506-A0D8-7EBC3A0A6F9A}"/>
    <dgm:cxn modelId="{138A0849-A863-46CA-8C25-60D52F2DC44D}" type="presOf" srcId="{D482FC05-4D68-40A2-9C24-A20B7EE58C0F}" destId="{0E3E2CA5-6C52-4D52-84F1-699E51877FE2}" srcOrd="0" destOrd="4" presId="urn:microsoft.com/office/officeart/2009/3/layout/PlusandMinus"/>
    <dgm:cxn modelId="{72C51E4B-F5DD-48E3-BCBB-EA84546BC88B}" srcId="{84BE0FD6-169E-4E25-B668-27F704A5E44A}" destId="{D482FC05-4D68-40A2-9C24-A20B7EE58C0F}" srcOrd="3" destOrd="0" parTransId="{39068C19-172C-488C-A6E7-FD00D52CDECA}" sibTransId="{3F44BD1A-B677-400A-A257-07BD0EF3088B}"/>
    <dgm:cxn modelId="{2C594D59-E805-4B7E-ADA2-B9260FAE1B36}" srcId="{7B3288A7-9A0B-4CFF-BBD3-12A5B74F81AC}" destId="{17022378-E294-4DA9-8573-76425308C390}" srcOrd="0" destOrd="0" parTransId="{F41C5F1F-3875-4DEA-9363-56670590A6FE}" sibTransId="{C979080E-A066-4CCD-AFCD-1B796BF1B033}"/>
    <dgm:cxn modelId="{4F0FD15B-8099-49B8-B63D-F7683861C918}" srcId="{7B3288A7-9A0B-4CFF-BBD3-12A5B74F81AC}" destId="{34D01372-C770-4566-AE76-AE0264192870}" srcOrd="2" destOrd="0" parTransId="{3F7EBBA4-3060-4C7D-B388-8EAFFFE49EBF}" sibTransId="{3B86FC41-3CA1-473A-9ACE-A638FAB32E19}"/>
    <dgm:cxn modelId="{B50D9269-0354-4A0A-A1AF-4E6C47C902DA}" srcId="{495DF929-135C-499B-9CF8-51E4C769B941}" destId="{7B3288A7-9A0B-4CFF-BBD3-12A5B74F81AC}" srcOrd="1" destOrd="0" parTransId="{F243DA8A-1B29-4AC9-AF80-A66CA8AA51E6}" sibTransId="{1E647848-3E6E-49F4-98E0-2400B5EE24BD}"/>
    <dgm:cxn modelId="{3D996C74-E0DA-4507-BAD6-9D6B708168E1}" srcId="{84BE0FD6-169E-4E25-B668-27F704A5E44A}" destId="{C312954A-A4E6-463F-AA0D-47C5854655BF}" srcOrd="1" destOrd="0" parTransId="{B7545FA3-C4D9-4CA1-AD3D-C0002C94E0A4}" sibTransId="{306983E7-226B-4F0B-81EA-CFE55375809C}"/>
    <dgm:cxn modelId="{EBEC9776-4084-402A-B7C7-62EE203CCC0E}" srcId="{84BE0FD6-169E-4E25-B668-27F704A5E44A}" destId="{2A8DB8FE-8C13-4D82-8F1A-397188B150F3}" srcOrd="0" destOrd="0" parTransId="{6DA94788-FDCE-495C-98CA-E1CF8F7E25F8}" sibTransId="{3E193714-3B25-4204-9A70-2B7BCFF24007}"/>
    <dgm:cxn modelId="{C6397A81-5333-4E6B-B26D-851300875BCA}" type="presOf" srcId="{84BE0FD6-169E-4E25-B668-27F704A5E44A}" destId="{0E3E2CA5-6C52-4D52-84F1-699E51877FE2}" srcOrd="0" destOrd="0" presId="urn:microsoft.com/office/officeart/2009/3/layout/PlusandMinus"/>
    <dgm:cxn modelId="{8CB28588-93B6-4C66-9195-0F5737999236}" type="presOf" srcId="{495DF929-135C-499B-9CF8-51E4C769B941}" destId="{6FE1994F-3E6F-44AF-9F1E-728368CF2E7F}" srcOrd="0" destOrd="0" presId="urn:microsoft.com/office/officeart/2009/3/layout/PlusandMinus"/>
    <dgm:cxn modelId="{26B14A96-9C36-45B7-8CC5-190C22248DAB}" type="presOf" srcId="{8F89114D-D21D-456C-8F9C-0902F2E59112}" destId="{A00D1592-E81D-4FB1-9064-B4A08658D0B2}" srcOrd="0" destOrd="4" presId="urn:microsoft.com/office/officeart/2009/3/layout/PlusandMinus"/>
    <dgm:cxn modelId="{A9F589A2-2046-4772-9233-432ADB93CF76}" srcId="{495DF929-135C-499B-9CF8-51E4C769B941}" destId="{84BE0FD6-169E-4E25-B668-27F704A5E44A}" srcOrd="0" destOrd="0" parTransId="{4351A1B8-CDFD-4E5F-9F8B-E91108767810}" sibTransId="{2368C63A-0B02-4E3E-A684-E11803CDBC5A}"/>
    <dgm:cxn modelId="{7B0AE7A5-5927-4208-AB10-63EC71680C9E}" type="presOf" srcId="{17022378-E294-4DA9-8573-76425308C390}" destId="{A00D1592-E81D-4FB1-9064-B4A08658D0B2}" srcOrd="0" destOrd="1" presId="urn:microsoft.com/office/officeart/2009/3/layout/PlusandMinus"/>
    <dgm:cxn modelId="{57F586A6-91B1-49AE-8A2E-2F0EBE0F50A2}" type="presOf" srcId="{2A8DB8FE-8C13-4D82-8F1A-397188B150F3}" destId="{0E3E2CA5-6C52-4D52-84F1-699E51877FE2}" srcOrd="0" destOrd="1" presId="urn:microsoft.com/office/officeart/2009/3/layout/PlusandMinus"/>
    <dgm:cxn modelId="{68215FBD-FE28-4B6D-ABD1-8EF0063E3326}" type="presOf" srcId="{67F2DED0-BE83-4F08-B205-685FBCD5E8DA}" destId="{A00D1592-E81D-4FB1-9064-B4A08658D0B2}" srcOrd="0" destOrd="2" presId="urn:microsoft.com/office/officeart/2009/3/layout/PlusandMinus"/>
    <dgm:cxn modelId="{DD4DFEC0-235F-43FE-A56B-CC2B7E98E637}" type="presOf" srcId="{34D01372-C770-4566-AE76-AE0264192870}" destId="{A00D1592-E81D-4FB1-9064-B4A08658D0B2}" srcOrd="0" destOrd="3" presId="urn:microsoft.com/office/officeart/2009/3/layout/PlusandMinus"/>
    <dgm:cxn modelId="{1915D9CE-C441-439F-8EC9-5DD000521F92}" type="presOf" srcId="{94F0F938-595E-42DC-9BC8-D82B80B60E5E}" destId="{0E3E2CA5-6C52-4D52-84F1-699E51877FE2}" srcOrd="0" destOrd="3" presId="urn:microsoft.com/office/officeart/2009/3/layout/PlusandMinus"/>
    <dgm:cxn modelId="{CA78C0D8-E0B1-41C5-B4CA-D436EC251355}" srcId="{84BE0FD6-169E-4E25-B668-27F704A5E44A}" destId="{94F0F938-595E-42DC-9BC8-D82B80B60E5E}" srcOrd="2" destOrd="0" parTransId="{AF704200-4D01-4C5F-AD10-3375A636BDB3}" sibTransId="{D644CBBE-60EB-4B50-98B2-69A18B83B7A0}"/>
    <dgm:cxn modelId="{DC225AFD-2A97-4B03-9CBE-4DE83853B610}" type="presOf" srcId="{7B3288A7-9A0B-4CFF-BBD3-12A5B74F81AC}" destId="{A00D1592-E81D-4FB1-9064-B4A08658D0B2}" srcOrd="0" destOrd="0" presId="urn:microsoft.com/office/officeart/2009/3/layout/PlusandMinus"/>
    <dgm:cxn modelId="{438A5C22-2A15-46A0-9390-84FE0B833C7A}" type="presParOf" srcId="{6FE1994F-3E6F-44AF-9F1E-728368CF2E7F}" destId="{8AAA1453-34FA-41B3-B19B-8B875F98667B}" srcOrd="0" destOrd="0" presId="urn:microsoft.com/office/officeart/2009/3/layout/PlusandMinus"/>
    <dgm:cxn modelId="{1E7C6939-D66C-49A0-A47D-54BCC2B0D9C8}" type="presParOf" srcId="{6FE1994F-3E6F-44AF-9F1E-728368CF2E7F}" destId="{0E3E2CA5-6C52-4D52-84F1-699E51877FE2}" srcOrd="1" destOrd="0" presId="urn:microsoft.com/office/officeart/2009/3/layout/PlusandMinus"/>
    <dgm:cxn modelId="{92C157E9-C5D0-4C7E-93EF-84CDAE9CDA40}" type="presParOf" srcId="{6FE1994F-3E6F-44AF-9F1E-728368CF2E7F}" destId="{A00D1592-E81D-4FB1-9064-B4A08658D0B2}" srcOrd="2" destOrd="0" presId="urn:microsoft.com/office/officeart/2009/3/layout/PlusandMinus"/>
    <dgm:cxn modelId="{4F030EE4-A966-4D33-BFCD-44CF71B1AF17}" type="presParOf" srcId="{6FE1994F-3E6F-44AF-9F1E-728368CF2E7F}" destId="{DA07E160-6086-4562-9F24-094EFB2C977F}" srcOrd="3" destOrd="0" presId="urn:microsoft.com/office/officeart/2009/3/layout/PlusandMinus"/>
    <dgm:cxn modelId="{887674F5-02AE-4FBD-9867-C1732499A2E0}" type="presParOf" srcId="{6FE1994F-3E6F-44AF-9F1E-728368CF2E7F}" destId="{F16BC8C1-0844-4272-982D-82DEAE6E8F59}" srcOrd="4" destOrd="0" presId="urn:microsoft.com/office/officeart/2009/3/layout/PlusandMinus"/>
    <dgm:cxn modelId="{4DDF0CC0-E7B3-4AC1-B196-0204D1AED275}" type="presParOf" srcId="{6FE1994F-3E6F-44AF-9F1E-728368CF2E7F}" destId="{0993D063-BA2A-4DF2-8F4C-5975D427B7A8}" srcOrd="5" destOrd="0" presId="urn:microsoft.com/office/officeart/2009/3/layout/PlusandMinu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E9C822A-B5B8-4AF9-AD46-4052271AE8EB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ED2B2806-6A26-4941-B02B-53BD25F76C55}">
      <dgm:prSet phldrT="[Text]"/>
      <dgm:spPr/>
      <dgm:t>
        <a:bodyPr/>
        <a:lstStyle/>
        <a:p>
          <a:r>
            <a:rPr lang="en-US" dirty="0"/>
            <a:t>IaaS</a:t>
          </a:r>
        </a:p>
      </dgm:t>
    </dgm:pt>
    <dgm:pt modelId="{3A6C7F6F-E319-4CE9-B726-46962485D8C2}" type="parTrans" cxnId="{64B87464-A850-4BF6-BF8D-7B64BE288EDE}">
      <dgm:prSet/>
      <dgm:spPr/>
      <dgm:t>
        <a:bodyPr/>
        <a:lstStyle/>
        <a:p>
          <a:endParaRPr lang="en-US"/>
        </a:p>
      </dgm:t>
    </dgm:pt>
    <dgm:pt modelId="{204E81EC-4A54-439A-9BE6-F3AA0987875E}" type="sibTrans" cxnId="{64B87464-A850-4BF6-BF8D-7B64BE288EDE}">
      <dgm:prSet/>
      <dgm:spPr/>
      <dgm:t>
        <a:bodyPr/>
        <a:lstStyle/>
        <a:p>
          <a:endParaRPr lang="en-US"/>
        </a:p>
      </dgm:t>
    </dgm:pt>
    <dgm:pt modelId="{BC4FEB58-323D-4DEB-B03A-E38DB2841545}">
      <dgm:prSet phldrT="[Text]"/>
      <dgm:spPr/>
      <dgm:t>
        <a:bodyPr/>
        <a:lstStyle/>
        <a:p>
          <a:r>
            <a:rPr lang="en-US" dirty="0"/>
            <a:t>Infrastructure as a Service</a:t>
          </a:r>
        </a:p>
      </dgm:t>
    </dgm:pt>
    <dgm:pt modelId="{AB785E4B-3CC9-44BB-B888-17D5BC64A7E6}" type="parTrans" cxnId="{91D5A14B-BC16-4AE3-9888-EE362A687F1C}">
      <dgm:prSet/>
      <dgm:spPr/>
      <dgm:t>
        <a:bodyPr/>
        <a:lstStyle/>
        <a:p>
          <a:endParaRPr lang="en-US"/>
        </a:p>
      </dgm:t>
    </dgm:pt>
    <dgm:pt modelId="{29CFB1D7-F872-4204-9A77-0A2B2DA5BA97}" type="sibTrans" cxnId="{91D5A14B-BC16-4AE3-9888-EE362A687F1C}">
      <dgm:prSet/>
      <dgm:spPr/>
      <dgm:t>
        <a:bodyPr/>
        <a:lstStyle/>
        <a:p>
          <a:endParaRPr lang="en-US"/>
        </a:p>
      </dgm:t>
    </dgm:pt>
    <dgm:pt modelId="{0A11E7E8-2FD6-4A9C-AC1A-6CA3FE1A7FED}">
      <dgm:prSet phldrT="[Text]"/>
      <dgm:spPr/>
      <dgm:t>
        <a:bodyPr/>
        <a:lstStyle/>
        <a:p>
          <a:r>
            <a:rPr lang="en-US" b="0" i="0" dirty="0"/>
            <a:t>You rent IT infrastructure—</a:t>
          </a:r>
          <a:r>
            <a:rPr lang="en-US" b="1" i="0" dirty="0"/>
            <a:t>servers</a:t>
          </a:r>
          <a:r>
            <a:rPr lang="en-US" b="0" i="0" dirty="0"/>
            <a:t> and virtual machines (VMs), </a:t>
          </a:r>
          <a:r>
            <a:rPr lang="en-US" b="1" i="0" dirty="0"/>
            <a:t>storage</a:t>
          </a:r>
          <a:r>
            <a:rPr lang="en-US" b="0" i="0" dirty="0"/>
            <a:t>, networks, operating systems—from a cloud provider on a pay-as-you-go basis</a:t>
          </a:r>
          <a:endParaRPr lang="en-US" dirty="0"/>
        </a:p>
      </dgm:t>
    </dgm:pt>
    <dgm:pt modelId="{4A2558C7-6FCE-437A-8707-F2C0368706AB}" type="parTrans" cxnId="{2DD15B92-F892-44AC-B28D-3734B60C252A}">
      <dgm:prSet/>
      <dgm:spPr/>
      <dgm:t>
        <a:bodyPr/>
        <a:lstStyle/>
        <a:p>
          <a:endParaRPr lang="en-US"/>
        </a:p>
      </dgm:t>
    </dgm:pt>
    <dgm:pt modelId="{F712DC9F-4492-41FD-AC1A-994EF5C86F1E}" type="sibTrans" cxnId="{2DD15B92-F892-44AC-B28D-3734B60C252A}">
      <dgm:prSet/>
      <dgm:spPr/>
      <dgm:t>
        <a:bodyPr/>
        <a:lstStyle/>
        <a:p>
          <a:endParaRPr lang="en-US"/>
        </a:p>
      </dgm:t>
    </dgm:pt>
    <dgm:pt modelId="{ABB33939-45D4-4E9E-B02D-DA33AF6CF410}">
      <dgm:prSet phldrT="[Text]"/>
      <dgm:spPr/>
      <dgm:t>
        <a:bodyPr/>
        <a:lstStyle/>
        <a:p>
          <a:r>
            <a:rPr lang="en-US" dirty="0"/>
            <a:t>PaaS</a:t>
          </a:r>
        </a:p>
      </dgm:t>
    </dgm:pt>
    <dgm:pt modelId="{8B76D947-66DE-439D-8687-295E15D07A29}" type="parTrans" cxnId="{294819D0-81FD-4E0D-BFA3-DBF6860B97C6}">
      <dgm:prSet/>
      <dgm:spPr/>
      <dgm:t>
        <a:bodyPr/>
        <a:lstStyle/>
        <a:p>
          <a:endParaRPr lang="en-US"/>
        </a:p>
      </dgm:t>
    </dgm:pt>
    <dgm:pt modelId="{B7EA6DFB-1CD5-41FB-A4FD-5BC65A456B56}" type="sibTrans" cxnId="{294819D0-81FD-4E0D-BFA3-DBF6860B97C6}">
      <dgm:prSet/>
      <dgm:spPr/>
      <dgm:t>
        <a:bodyPr/>
        <a:lstStyle/>
        <a:p>
          <a:endParaRPr lang="en-US"/>
        </a:p>
      </dgm:t>
    </dgm:pt>
    <dgm:pt modelId="{E6F7C71F-BD4F-44C9-8024-DE49ABD3A297}">
      <dgm:prSet phldrT="[Text]"/>
      <dgm:spPr/>
      <dgm:t>
        <a:bodyPr/>
        <a:lstStyle/>
        <a:p>
          <a:r>
            <a:rPr lang="en-US" dirty="0"/>
            <a:t>Platform as a Service</a:t>
          </a:r>
        </a:p>
      </dgm:t>
    </dgm:pt>
    <dgm:pt modelId="{DE8C975D-3B72-44FD-B033-E2B65F6EBFE4}" type="parTrans" cxnId="{F68678D1-E8A1-4303-A065-DE1179251680}">
      <dgm:prSet/>
      <dgm:spPr/>
      <dgm:t>
        <a:bodyPr/>
        <a:lstStyle/>
        <a:p>
          <a:endParaRPr lang="en-US"/>
        </a:p>
      </dgm:t>
    </dgm:pt>
    <dgm:pt modelId="{61DF657B-A7AC-429A-ADBB-60BB4E6F9C5C}" type="sibTrans" cxnId="{F68678D1-E8A1-4303-A065-DE1179251680}">
      <dgm:prSet/>
      <dgm:spPr/>
      <dgm:t>
        <a:bodyPr/>
        <a:lstStyle/>
        <a:p>
          <a:endParaRPr lang="en-US"/>
        </a:p>
      </dgm:t>
    </dgm:pt>
    <dgm:pt modelId="{8C63A7C4-2BE4-4710-BF92-E1605E12DBC9}">
      <dgm:prSet phldrT="[Text]"/>
      <dgm:spPr/>
      <dgm:t>
        <a:bodyPr/>
        <a:lstStyle/>
        <a:p>
          <a:r>
            <a:rPr lang="en-US" b="0" i="0" dirty="0"/>
            <a:t>Supply an </a:t>
          </a:r>
          <a:r>
            <a:rPr lang="en-US" b="1" i="0" dirty="0"/>
            <a:t>on-demand environment for developing, testing, delivering and managing software applications</a:t>
          </a:r>
          <a:endParaRPr lang="en-US" b="1" dirty="0"/>
        </a:p>
      </dgm:t>
    </dgm:pt>
    <dgm:pt modelId="{34F187D5-6829-4247-AC2B-D8DAAAC0C8E3}" type="parTrans" cxnId="{0F6BE851-CB9E-4521-81C4-0F2D83341693}">
      <dgm:prSet/>
      <dgm:spPr/>
      <dgm:t>
        <a:bodyPr/>
        <a:lstStyle/>
        <a:p>
          <a:endParaRPr lang="en-US"/>
        </a:p>
      </dgm:t>
    </dgm:pt>
    <dgm:pt modelId="{AE129BC4-8B8D-4C4A-8B31-8319FE2E8DCE}" type="sibTrans" cxnId="{0F6BE851-CB9E-4521-81C4-0F2D83341693}">
      <dgm:prSet/>
      <dgm:spPr/>
      <dgm:t>
        <a:bodyPr/>
        <a:lstStyle/>
        <a:p>
          <a:endParaRPr lang="en-US"/>
        </a:p>
      </dgm:t>
    </dgm:pt>
    <dgm:pt modelId="{635726F7-55A1-48B7-A23A-A8FBAC4F45C7}">
      <dgm:prSet phldrT="[Text]"/>
      <dgm:spPr/>
      <dgm:t>
        <a:bodyPr/>
        <a:lstStyle/>
        <a:p>
          <a:r>
            <a:rPr lang="en-US" dirty="0"/>
            <a:t>SaaS</a:t>
          </a:r>
        </a:p>
      </dgm:t>
    </dgm:pt>
    <dgm:pt modelId="{E36296F2-8274-48F3-AF24-A9BE523AB544}" type="parTrans" cxnId="{A1DA9B60-93B2-447F-974E-E061FF5F9211}">
      <dgm:prSet/>
      <dgm:spPr/>
      <dgm:t>
        <a:bodyPr/>
        <a:lstStyle/>
        <a:p>
          <a:endParaRPr lang="en-US"/>
        </a:p>
      </dgm:t>
    </dgm:pt>
    <dgm:pt modelId="{0A1032B0-27E3-4779-B59C-92E8532FB6A6}" type="sibTrans" cxnId="{A1DA9B60-93B2-447F-974E-E061FF5F9211}">
      <dgm:prSet/>
      <dgm:spPr/>
      <dgm:t>
        <a:bodyPr/>
        <a:lstStyle/>
        <a:p>
          <a:endParaRPr lang="en-US"/>
        </a:p>
      </dgm:t>
    </dgm:pt>
    <dgm:pt modelId="{9235E071-8204-4E49-BC04-EC46A74EF557}">
      <dgm:prSet phldrT="[Text]"/>
      <dgm:spPr/>
      <dgm:t>
        <a:bodyPr/>
        <a:lstStyle/>
        <a:p>
          <a:r>
            <a:rPr lang="en-US" dirty="0"/>
            <a:t>Software as a Service</a:t>
          </a:r>
        </a:p>
      </dgm:t>
    </dgm:pt>
    <dgm:pt modelId="{29092A74-D18C-44C8-B334-30EB99600845}" type="parTrans" cxnId="{CFC77B41-70E5-49F3-B2D1-70C8D8B40E68}">
      <dgm:prSet/>
      <dgm:spPr/>
      <dgm:t>
        <a:bodyPr/>
        <a:lstStyle/>
        <a:p>
          <a:endParaRPr lang="en-US"/>
        </a:p>
      </dgm:t>
    </dgm:pt>
    <dgm:pt modelId="{947D52D0-C610-4C74-A7E3-A861A73AD868}" type="sibTrans" cxnId="{CFC77B41-70E5-49F3-B2D1-70C8D8B40E68}">
      <dgm:prSet/>
      <dgm:spPr/>
      <dgm:t>
        <a:bodyPr/>
        <a:lstStyle/>
        <a:p>
          <a:endParaRPr lang="en-US"/>
        </a:p>
      </dgm:t>
    </dgm:pt>
    <dgm:pt modelId="{F3FEC115-4451-4106-AEA1-D40A1B328C9F}">
      <dgm:prSet phldrT="[Text]"/>
      <dgm:spPr/>
      <dgm:t>
        <a:bodyPr/>
        <a:lstStyle/>
        <a:p>
          <a:r>
            <a:rPr lang="en-US" b="0" i="0" dirty="0"/>
            <a:t>Method for </a:t>
          </a:r>
          <a:r>
            <a:rPr lang="en-US" b="1" i="0" dirty="0"/>
            <a:t>delivering software applications over the Internet</a:t>
          </a:r>
          <a:r>
            <a:rPr lang="en-US" b="0" i="0" dirty="0"/>
            <a:t>, on demand and typically on a subscription basis</a:t>
          </a:r>
          <a:endParaRPr lang="en-US" dirty="0"/>
        </a:p>
      </dgm:t>
    </dgm:pt>
    <dgm:pt modelId="{EC767B90-0E49-4B24-9E09-5279FC957018}" type="parTrans" cxnId="{DBBA64B5-3DD6-4ADF-B832-435C991F4C66}">
      <dgm:prSet/>
      <dgm:spPr/>
      <dgm:t>
        <a:bodyPr/>
        <a:lstStyle/>
        <a:p>
          <a:endParaRPr lang="en-US"/>
        </a:p>
      </dgm:t>
    </dgm:pt>
    <dgm:pt modelId="{A7067523-7684-4F7D-93BA-1F2E6547CB69}" type="sibTrans" cxnId="{DBBA64B5-3DD6-4ADF-B832-435C991F4C66}">
      <dgm:prSet/>
      <dgm:spPr/>
      <dgm:t>
        <a:bodyPr/>
        <a:lstStyle/>
        <a:p>
          <a:endParaRPr lang="en-US"/>
        </a:p>
      </dgm:t>
    </dgm:pt>
    <dgm:pt modelId="{A7F21454-8B99-4524-99B5-456E43EB8614}" type="pres">
      <dgm:prSet presAssocID="{8E9C822A-B5B8-4AF9-AD46-4052271AE8EB}" presName="Name0" presStyleCnt="0">
        <dgm:presLayoutVars>
          <dgm:dir/>
          <dgm:animLvl val="lvl"/>
          <dgm:resizeHandles val="exact"/>
        </dgm:presLayoutVars>
      </dgm:prSet>
      <dgm:spPr/>
    </dgm:pt>
    <dgm:pt modelId="{AE84869D-CB3C-4B5A-8AE1-EBEE09B92D6F}" type="pres">
      <dgm:prSet presAssocID="{ED2B2806-6A26-4941-B02B-53BD25F76C55}" presName="composite" presStyleCnt="0"/>
      <dgm:spPr/>
    </dgm:pt>
    <dgm:pt modelId="{B056E767-04F2-476F-8189-1E0D9D808E26}" type="pres">
      <dgm:prSet presAssocID="{ED2B2806-6A26-4941-B02B-53BD25F76C5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2BEFEBB-C4E8-4F3E-8BD7-5FDD387749C5}" type="pres">
      <dgm:prSet presAssocID="{ED2B2806-6A26-4941-B02B-53BD25F76C55}" presName="desTx" presStyleLbl="alignAccFollowNode1" presStyleIdx="0" presStyleCnt="3">
        <dgm:presLayoutVars>
          <dgm:bulletEnabled val="1"/>
        </dgm:presLayoutVars>
      </dgm:prSet>
      <dgm:spPr/>
    </dgm:pt>
    <dgm:pt modelId="{37302A56-8816-4FD1-A0A6-5706D08EE026}" type="pres">
      <dgm:prSet presAssocID="{204E81EC-4A54-439A-9BE6-F3AA0987875E}" presName="space" presStyleCnt="0"/>
      <dgm:spPr/>
    </dgm:pt>
    <dgm:pt modelId="{1EB7D306-75B2-495C-AF29-6C742F8BF542}" type="pres">
      <dgm:prSet presAssocID="{ABB33939-45D4-4E9E-B02D-DA33AF6CF410}" presName="composite" presStyleCnt="0"/>
      <dgm:spPr/>
    </dgm:pt>
    <dgm:pt modelId="{0DE2B120-9852-48A3-BB7E-34E03B4D8897}" type="pres">
      <dgm:prSet presAssocID="{ABB33939-45D4-4E9E-B02D-DA33AF6CF41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70F5901-02BD-4E50-8B74-E359A991555C}" type="pres">
      <dgm:prSet presAssocID="{ABB33939-45D4-4E9E-B02D-DA33AF6CF410}" presName="desTx" presStyleLbl="alignAccFollowNode1" presStyleIdx="1" presStyleCnt="3">
        <dgm:presLayoutVars>
          <dgm:bulletEnabled val="1"/>
        </dgm:presLayoutVars>
      </dgm:prSet>
      <dgm:spPr/>
    </dgm:pt>
    <dgm:pt modelId="{02728B85-DD60-49D7-ACA1-D9885F706C87}" type="pres">
      <dgm:prSet presAssocID="{B7EA6DFB-1CD5-41FB-A4FD-5BC65A456B56}" presName="space" presStyleCnt="0"/>
      <dgm:spPr/>
    </dgm:pt>
    <dgm:pt modelId="{3E8317BB-EBE6-4CE3-AF9F-DE116FCEFF82}" type="pres">
      <dgm:prSet presAssocID="{635726F7-55A1-48B7-A23A-A8FBAC4F45C7}" presName="composite" presStyleCnt="0"/>
      <dgm:spPr/>
    </dgm:pt>
    <dgm:pt modelId="{6F968584-2790-4629-BCED-565F70B4975F}" type="pres">
      <dgm:prSet presAssocID="{635726F7-55A1-48B7-A23A-A8FBAC4F45C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C122214-AF71-4712-A4BD-F7A39C3408F7}" type="pres">
      <dgm:prSet presAssocID="{635726F7-55A1-48B7-A23A-A8FBAC4F45C7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7D57B05-F3FE-446A-8523-58E7242C9BDF}" type="presOf" srcId="{ABB33939-45D4-4E9E-B02D-DA33AF6CF410}" destId="{0DE2B120-9852-48A3-BB7E-34E03B4D8897}" srcOrd="0" destOrd="0" presId="urn:microsoft.com/office/officeart/2005/8/layout/hList1"/>
    <dgm:cxn modelId="{612B1520-7F8D-457B-BE70-506E7EF11A37}" type="presOf" srcId="{8C63A7C4-2BE4-4710-BF92-E1605E12DBC9}" destId="{D70F5901-02BD-4E50-8B74-E359A991555C}" srcOrd="0" destOrd="1" presId="urn:microsoft.com/office/officeart/2005/8/layout/hList1"/>
    <dgm:cxn modelId="{10CE1722-CC63-4EFB-B457-C2852C14CE11}" type="presOf" srcId="{F3FEC115-4451-4106-AEA1-D40A1B328C9F}" destId="{CC122214-AF71-4712-A4BD-F7A39C3408F7}" srcOrd="0" destOrd="1" presId="urn:microsoft.com/office/officeart/2005/8/layout/hList1"/>
    <dgm:cxn modelId="{EBC6C137-E3A3-47E7-8438-5499D2B426C6}" type="presOf" srcId="{635726F7-55A1-48B7-A23A-A8FBAC4F45C7}" destId="{6F968584-2790-4629-BCED-565F70B4975F}" srcOrd="0" destOrd="0" presId="urn:microsoft.com/office/officeart/2005/8/layout/hList1"/>
    <dgm:cxn modelId="{CFC77B41-70E5-49F3-B2D1-70C8D8B40E68}" srcId="{635726F7-55A1-48B7-A23A-A8FBAC4F45C7}" destId="{9235E071-8204-4E49-BC04-EC46A74EF557}" srcOrd="0" destOrd="0" parTransId="{29092A74-D18C-44C8-B334-30EB99600845}" sibTransId="{947D52D0-C610-4C74-A7E3-A861A73AD868}"/>
    <dgm:cxn modelId="{91D5A14B-BC16-4AE3-9888-EE362A687F1C}" srcId="{ED2B2806-6A26-4941-B02B-53BD25F76C55}" destId="{BC4FEB58-323D-4DEB-B03A-E38DB2841545}" srcOrd="0" destOrd="0" parTransId="{AB785E4B-3CC9-44BB-B888-17D5BC64A7E6}" sibTransId="{29CFB1D7-F872-4204-9A77-0A2B2DA5BA97}"/>
    <dgm:cxn modelId="{0F6BE851-CB9E-4521-81C4-0F2D83341693}" srcId="{ABB33939-45D4-4E9E-B02D-DA33AF6CF410}" destId="{8C63A7C4-2BE4-4710-BF92-E1605E12DBC9}" srcOrd="1" destOrd="0" parTransId="{34F187D5-6829-4247-AC2B-D8DAAAC0C8E3}" sibTransId="{AE129BC4-8B8D-4C4A-8B31-8319FE2E8DCE}"/>
    <dgm:cxn modelId="{A1DA9B60-93B2-447F-974E-E061FF5F9211}" srcId="{8E9C822A-B5B8-4AF9-AD46-4052271AE8EB}" destId="{635726F7-55A1-48B7-A23A-A8FBAC4F45C7}" srcOrd="2" destOrd="0" parTransId="{E36296F2-8274-48F3-AF24-A9BE523AB544}" sibTransId="{0A1032B0-27E3-4779-B59C-92E8532FB6A6}"/>
    <dgm:cxn modelId="{64B87464-A850-4BF6-BF8D-7B64BE288EDE}" srcId="{8E9C822A-B5B8-4AF9-AD46-4052271AE8EB}" destId="{ED2B2806-6A26-4941-B02B-53BD25F76C55}" srcOrd="0" destOrd="0" parTransId="{3A6C7F6F-E319-4CE9-B726-46962485D8C2}" sibTransId="{204E81EC-4A54-439A-9BE6-F3AA0987875E}"/>
    <dgm:cxn modelId="{FC3BB866-3529-4FA3-B3BB-D73AC29C678C}" type="presOf" srcId="{E6F7C71F-BD4F-44C9-8024-DE49ABD3A297}" destId="{D70F5901-02BD-4E50-8B74-E359A991555C}" srcOrd="0" destOrd="0" presId="urn:microsoft.com/office/officeart/2005/8/layout/hList1"/>
    <dgm:cxn modelId="{20ED7D7C-E196-4736-BE24-7BEE487E5FF0}" type="presOf" srcId="{BC4FEB58-323D-4DEB-B03A-E38DB2841545}" destId="{12BEFEBB-C4E8-4F3E-8BD7-5FDD387749C5}" srcOrd="0" destOrd="0" presId="urn:microsoft.com/office/officeart/2005/8/layout/hList1"/>
    <dgm:cxn modelId="{AEA28B88-6A0D-4160-83D0-B74B497713F8}" type="presOf" srcId="{0A11E7E8-2FD6-4A9C-AC1A-6CA3FE1A7FED}" destId="{12BEFEBB-C4E8-4F3E-8BD7-5FDD387749C5}" srcOrd="0" destOrd="1" presId="urn:microsoft.com/office/officeart/2005/8/layout/hList1"/>
    <dgm:cxn modelId="{2DD15B92-F892-44AC-B28D-3734B60C252A}" srcId="{ED2B2806-6A26-4941-B02B-53BD25F76C55}" destId="{0A11E7E8-2FD6-4A9C-AC1A-6CA3FE1A7FED}" srcOrd="1" destOrd="0" parTransId="{4A2558C7-6FCE-437A-8707-F2C0368706AB}" sibTransId="{F712DC9F-4492-41FD-AC1A-994EF5C86F1E}"/>
    <dgm:cxn modelId="{3D1335AF-0247-4E26-AEAD-B390705C63BF}" type="presOf" srcId="{ED2B2806-6A26-4941-B02B-53BD25F76C55}" destId="{B056E767-04F2-476F-8189-1E0D9D808E26}" srcOrd="0" destOrd="0" presId="urn:microsoft.com/office/officeart/2005/8/layout/hList1"/>
    <dgm:cxn modelId="{DBBA64B5-3DD6-4ADF-B832-435C991F4C66}" srcId="{635726F7-55A1-48B7-A23A-A8FBAC4F45C7}" destId="{F3FEC115-4451-4106-AEA1-D40A1B328C9F}" srcOrd="1" destOrd="0" parTransId="{EC767B90-0E49-4B24-9E09-5279FC957018}" sibTransId="{A7067523-7684-4F7D-93BA-1F2E6547CB69}"/>
    <dgm:cxn modelId="{5D997EC2-A8D6-4440-93FF-CFA23C4D05A4}" type="presOf" srcId="{9235E071-8204-4E49-BC04-EC46A74EF557}" destId="{CC122214-AF71-4712-A4BD-F7A39C3408F7}" srcOrd="0" destOrd="0" presId="urn:microsoft.com/office/officeart/2005/8/layout/hList1"/>
    <dgm:cxn modelId="{798710CC-09FB-4B7E-AA37-3EF03CA559F6}" type="presOf" srcId="{8E9C822A-B5B8-4AF9-AD46-4052271AE8EB}" destId="{A7F21454-8B99-4524-99B5-456E43EB8614}" srcOrd="0" destOrd="0" presId="urn:microsoft.com/office/officeart/2005/8/layout/hList1"/>
    <dgm:cxn modelId="{294819D0-81FD-4E0D-BFA3-DBF6860B97C6}" srcId="{8E9C822A-B5B8-4AF9-AD46-4052271AE8EB}" destId="{ABB33939-45D4-4E9E-B02D-DA33AF6CF410}" srcOrd="1" destOrd="0" parTransId="{8B76D947-66DE-439D-8687-295E15D07A29}" sibTransId="{B7EA6DFB-1CD5-41FB-A4FD-5BC65A456B56}"/>
    <dgm:cxn modelId="{F68678D1-E8A1-4303-A065-DE1179251680}" srcId="{ABB33939-45D4-4E9E-B02D-DA33AF6CF410}" destId="{E6F7C71F-BD4F-44C9-8024-DE49ABD3A297}" srcOrd="0" destOrd="0" parTransId="{DE8C975D-3B72-44FD-B033-E2B65F6EBFE4}" sibTransId="{61DF657B-A7AC-429A-ADBB-60BB4E6F9C5C}"/>
    <dgm:cxn modelId="{8C6D47C7-7237-4FDF-A042-7F3226D603FF}" type="presParOf" srcId="{A7F21454-8B99-4524-99B5-456E43EB8614}" destId="{AE84869D-CB3C-4B5A-8AE1-EBEE09B92D6F}" srcOrd="0" destOrd="0" presId="urn:microsoft.com/office/officeart/2005/8/layout/hList1"/>
    <dgm:cxn modelId="{411078F8-5B40-4D4E-8AD5-A6A44EBB4368}" type="presParOf" srcId="{AE84869D-CB3C-4B5A-8AE1-EBEE09B92D6F}" destId="{B056E767-04F2-476F-8189-1E0D9D808E26}" srcOrd="0" destOrd="0" presId="urn:microsoft.com/office/officeart/2005/8/layout/hList1"/>
    <dgm:cxn modelId="{5416453C-589C-4739-A3BA-8537E2382AF5}" type="presParOf" srcId="{AE84869D-CB3C-4B5A-8AE1-EBEE09B92D6F}" destId="{12BEFEBB-C4E8-4F3E-8BD7-5FDD387749C5}" srcOrd="1" destOrd="0" presId="urn:microsoft.com/office/officeart/2005/8/layout/hList1"/>
    <dgm:cxn modelId="{9FB9EB72-D046-4228-AB28-3CBF7186CF9A}" type="presParOf" srcId="{A7F21454-8B99-4524-99B5-456E43EB8614}" destId="{37302A56-8816-4FD1-A0A6-5706D08EE026}" srcOrd="1" destOrd="0" presId="urn:microsoft.com/office/officeart/2005/8/layout/hList1"/>
    <dgm:cxn modelId="{B2D1E248-3817-43BD-A883-E573865F09CF}" type="presParOf" srcId="{A7F21454-8B99-4524-99B5-456E43EB8614}" destId="{1EB7D306-75B2-495C-AF29-6C742F8BF542}" srcOrd="2" destOrd="0" presId="urn:microsoft.com/office/officeart/2005/8/layout/hList1"/>
    <dgm:cxn modelId="{81797040-AC4E-4D0C-BF93-A0EFD18C17E8}" type="presParOf" srcId="{1EB7D306-75B2-495C-AF29-6C742F8BF542}" destId="{0DE2B120-9852-48A3-BB7E-34E03B4D8897}" srcOrd="0" destOrd="0" presId="urn:microsoft.com/office/officeart/2005/8/layout/hList1"/>
    <dgm:cxn modelId="{2B1E241F-3041-4831-808D-9DE93EE93129}" type="presParOf" srcId="{1EB7D306-75B2-495C-AF29-6C742F8BF542}" destId="{D70F5901-02BD-4E50-8B74-E359A991555C}" srcOrd="1" destOrd="0" presId="urn:microsoft.com/office/officeart/2005/8/layout/hList1"/>
    <dgm:cxn modelId="{5CC78E6C-736A-4962-A3EB-6B587BF5A63A}" type="presParOf" srcId="{A7F21454-8B99-4524-99B5-456E43EB8614}" destId="{02728B85-DD60-49D7-ACA1-D9885F706C87}" srcOrd="3" destOrd="0" presId="urn:microsoft.com/office/officeart/2005/8/layout/hList1"/>
    <dgm:cxn modelId="{D9614F7B-FC39-4C1E-8C1B-F5D99AF3C4C4}" type="presParOf" srcId="{A7F21454-8B99-4524-99B5-456E43EB8614}" destId="{3E8317BB-EBE6-4CE3-AF9F-DE116FCEFF82}" srcOrd="4" destOrd="0" presId="urn:microsoft.com/office/officeart/2005/8/layout/hList1"/>
    <dgm:cxn modelId="{D88B5BBC-297F-4618-9D76-567D9764625C}" type="presParOf" srcId="{3E8317BB-EBE6-4CE3-AF9F-DE116FCEFF82}" destId="{6F968584-2790-4629-BCED-565F70B4975F}" srcOrd="0" destOrd="0" presId="urn:microsoft.com/office/officeart/2005/8/layout/hList1"/>
    <dgm:cxn modelId="{0B100C16-75CC-4EAA-B072-47F1F1264FB0}" type="presParOf" srcId="{3E8317BB-EBE6-4CE3-AF9F-DE116FCEFF82}" destId="{CC122214-AF71-4712-A4BD-F7A39C3408F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7271C6B-A9AA-43C7-AB36-2BC7981EAFB0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3073AE-B63B-4E0F-BB9E-B7A8790E794E}">
      <dgm:prSet phldrT="[Text]"/>
      <dgm:spPr/>
      <dgm:t>
        <a:bodyPr/>
        <a:lstStyle/>
        <a:p>
          <a:r>
            <a:rPr lang="en-US" dirty="0"/>
            <a:t>BIG DATA</a:t>
          </a:r>
        </a:p>
      </dgm:t>
    </dgm:pt>
    <dgm:pt modelId="{1B105535-4D4A-4626-A6F9-F9BD4A87FE54}" type="parTrans" cxnId="{B2EC9440-22D6-428E-BA3D-10E1D304D0B3}">
      <dgm:prSet/>
      <dgm:spPr/>
      <dgm:t>
        <a:bodyPr/>
        <a:lstStyle/>
        <a:p>
          <a:endParaRPr lang="en-US"/>
        </a:p>
      </dgm:t>
    </dgm:pt>
    <dgm:pt modelId="{FAE16A4D-0963-48F3-A2BA-2BD0B7B19D6C}" type="sibTrans" cxnId="{B2EC9440-22D6-428E-BA3D-10E1D304D0B3}">
      <dgm:prSet/>
      <dgm:spPr/>
      <dgm:t>
        <a:bodyPr/>
        <a:lstStyle/>
        <a:p>
          <a:endParaRPr lang="en-US"/>
        </a:p>
      </dgm:t>
    </dgm:pt>
    <dgm:pt modelId="{1EC02387-98EF-412E-9F7F-F51B0A086C81}">
      <dgm:prSet phldrT="[Text]"/>
      <dgm:spPr/>
      <dgm:t>
        <a:bodyPr/>
        <a:lstStyle/>
        <a:p>
          <a:r>
            <a:rPr lang="en-US" dirty="0"/>
            <a:t>ANALYSIS</a:t>
          </a:r>
        </a:p>
      </dgm:t>
    </dgm:pt>
    <dgm:pt modelId="{C2319478-C7C2-4F9C-B922-99AFF44E5BBC}" type="parTrans" cxnId="{B502CCC9-1E4C-40BC-8D1C-5CE265435564}">
      <dgm:prSet/>
      <dgm:spPr/>
      <dgm:t>
        <a:bodyPr/>
        <a:lstStyle/>
        <a:p>
          <a:endParaRPr lang="en-US"/>
        </a:p>
      </dgm:t>
    </dgm:pt>
    <dgm:pt modelId="{00B0ED8E-E5B3-4867-8DD9-1115A0935C9C}" type="sibTrans" cxnId="{B502CCC9-1E4C-40BC-8D1C-5CE265435564}">
      <dgm:prSet/>
      <dgm:spPr/>
      <dgm:t>
        <a:bodyPr/>
        <a:lstStyle/>
        <a:p>
          <a:endParaRPr lang="en-US"/>
        </a:p>
      </dgm:t>
    </dgm:pt>
    <dgm:pt modelId="{DF17F942-B0BE-4E9D-ABFA-82BAC1392C72}">
      <dgm:prSet phldrT="[Text]"/>
      <dgm:spPr/>
      <dgm:t>
        <a:bodyPr/>
        <a:lstStyle/>
        <a:p>
          <a:r>
            <a:rPr lang="en-US" dirty="0"/>
            <a:t>INSIGHTS</a:t>
          </a:r>
        </a:p>
      </dgm:t>
    </dgm:pt>
    <dgm:pt modelId="{C7983302-C218-4BB6-A0C5-7FE3C7EF0502}" type="parTrans" cxnId="{59E983D1-6CED-4A22-B91F-4DC35F200263}">
      <dgm:prSet/>
      <dgm:spPr/>
      <dgm:t>
        <a:bodyPr/>
        <a:lstStyle/>
        <a:p>
          <a:endParaRPr lang="en-US"/>
        </a:p>
      </dgm:t>
    </dgm:pt>
    <dgm:pt modelId="{A0227E76-2665-4120-B562-4E2CD927E991}" type="sibTrans" cxnId="{59E983D1-6CED-4A22-B91F-4DC35F200263}">
      <dgm:prSet/>
      <dgm:spPr/>
      <dgm:t>
        <a:bodyPr/>
        <a:lstStyle/>
        <a:p>
          <a:endParaRPr lang="en-US"/>
        </a:p>
      </dgm:t>
    </dgm:pt>
    <dgm:pt modelId="{FE863607-3504-437F-9CD5-AE6AC8FA16ED}" type="pres">
      <dgm:prSet presAssocID="{07271C6B-A9AA-43C7-AB36-2BC7981EAFB0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3687511C-3F1D-4174-8D41-B3F54CA7F8CD}" type="pres">
      <dgm:prSet presAssocID="{DF17F942-B0BE-4E9D-ABFA-82BAC1392C72}" presName="Accent3" presStyleCnt="0"/>
      <dgm:spPr/>
    </dgm:pt>
    <dgm:pt modelId="{260D91ED-1C04-423A-AEB6-F9B19426F8E9}" type="pres">
      <dgm:prSet presAssocID="{DF17F942-B0BE-4E9D-ABFA-82BAC1392C72}" presName="Accent" presStyleLbl="node1" presStyleIdx="0" presStyleCnt="3" custLinFactX="89562" custLinFactNeighborX="100000" custLinFactNeighborY="-2619"/>
      <dgm:spPr/>
    </dgm:pt>
    <dgm:pt modelId="{081BBB86-8AAD-482B-B9BC-D0E354BF5EA7}" type="pres">
      <dgm:prSet presAssocID="{DF17F942-B0BE-4E9D-ABFA-82BAC1392C72}" presName="ParentBackground3" presStyleCnt="0"/>
      <dgm:spPr/>
    </dgm:pt>
    <dgm:pt modelId="{133206EF-D4A4-42E1-8756-43BBBCF3EC3B}" type="pres">
      <dgm:prSet presAssocID="{DF17F942-B0BE-4E9D-ABFA-82BAC1392C72}" presName="ParentBackground" presStyleLbl="fgAcc1" presStyleIdx="0" presStyleCnt="3" custLinFactX="100000" custLinFactNeighborX="103046" custLinFactNeighborY="-2806"/>
      <dgm:spPr/>
    </dgm:pt>
    <dgm:pt modelId="{8209BB24-67EB-4B45-AD60-4DA2918D117F}" type="pres">
      <dgm:prSet presAssocID="{DF17F942-B0BE-4E9D-ABFA-82BAC1392C72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B781FD9C-2C6B-4069-9DE0-675A9C733752}" type="pres">
      <dgm:prSet presAssocID="{1EC02387-98EF-412E-9F7F-F51B0A086C81}" presName="Accent2" presStyleCnt="0"/>
      <dgm:spPr/>
    </dgm:pt>
    <dgm:pt modelId="{C6F5E637-6C13-444D-883E-F3CD7FE83294}" type="pres">
      <dgm:prSet presAssocID="{1EC02387-98EF-412E-9F7F-F51B0A086C81}" presName="Accent" presStyleLbl="node1" presStyleIdx="1" presStyleCnt="3" custLinFactNeighborX="-13926" custLinFactNeighborY="0"/>
      <dgm:spPr/>
    </dgm:pt>
    <dgm:pt modelId="{3BE8BAD1-8D07-4087-9EC2-9289FD45D373}" type="pres">
      <dgm:prSet presAssocID="{1EC02387-98EF-412E-9F7F-F51B0A086C81}" presName="ParentBackground2" presStyleCnt="0"/>
      <dgm:spPr/>
    </dgm:pt>
    <dgm:pt modelId="{6052BD16-3555-43BF-89A2-638256E28DDF}" type="pres">
      <dgm:prSet presAssocID="{1EC02387-98EF-412E-9F7F-F51B0A086C81}" presName="ParentBackground" presStyleLbl="fgAcc1" presStyleIdx="1" presStyleCnt="3" custLinFactNeighborX="-21043" custLinFactNeighborY="-1403"/>
      <dgm:spPr/>
    </dgm:pt>
    <dgm:pt modelId="{74E8A788-E6C9-4617-952E-05B69B985686}" type="pres">
      <dgm:prSet presAssocID="{1EC02387-98EF-412E-9F7F-F51B0A086C81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8492D935-78DF-4425-A8AE-704C65461F02}" type="pres">
      <dgm:prSet presAssocID="{8E3073AE-B63B-4E0F-BB9E-B7A8790E794E}" presName="Accent1" presStyleCnt="0"/>
      <dgm:spPr/>
    </dgm:pt>
    <dgm:pt modelId="{A3C02356-D3DD-4302-839D-DB0D914BAAFC}" type="pres">
      <dgm:prSet presAssocID="{8E3073AE-B63B-4E0F-BB9E-B7A8790E794E}" presName="Accent" presStyleLbl="node1" presStyleIdx="2" presStyleCnt="3" custLinFactX="-47207" custLinFactNeighborX="-100000" custLinFactNeighborY="2334"/>
      <dgm:spPr/>
    </dgm:pt>
    <dgm:pt modelId="{0DCEA681-BE56-40AC-8758-06B1DEDCA390}" type="pres">
      <dgm:prSet presAssocID="{8E3073AE-B63B-4E0F-BB9E-B7A8790E794E}" presName="ParentBackground1" presStyleCnt="0"/>
      <dgm:spPr/>
    </dgm:pt>
    <dgm:pt modelId="{EF1081FF-3B21-499E-AA67-1270B8A7E835}" type="pres">
      <dgm:prSet presAssocID="{8E3073AE-B63B-4E0F-BB9E-B7A8790E794E}" presName="ParentBackground" presStyleLbl="fgAcc1" presStyleIdx="2" presStyleCnt="3" custLinFactX="-100000" custLinFactNeighborX="-122453" custLinFactNeighborY="2806"/>
      <dgm:spPr/>
    </dgm:pt>
    <dgm:pt modelId="{CC745EE9-C7C9-4C9D-A384-FAD7EB3086E5}" type="pres">
      <dgm:prSet presAssocID="{8E3073AE-B63B-4E0F-BB9E-B7A8790E794E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3A340B06-59AF-4723-9403-AEB296F0DCE3}" type="presOf" srcId="{DF17F942-B0BE-4E9D-ABFA-82BAC1392C72}" destId="{133206EF-D4A4-42E1-8756-43BBBCF3EC3B}" srcOrd="0" destOrd="0" presId="urn:microsoft.com/office/officeart/2011/layout/CircleProcess"/>
    <dgm:cxn modelId="{DFA4B42F-E96F-4B45-A1F1-E00D43D4B2A1}" type="presOf" srcId="{1EC02387-98EF-412E-9F7F-F51B0A086C81}" destId="{74E8A788-E6C9-4617-952E-05B69B985686}" srcOrd="1" destOrd="0" presId="urn:microsoft.com/office/officeart/2011/layout/CircleProcess"/>
    <dgm:cxn modelId="{B2EC9440-22D6-428E-BA3D-10E1D304D0B3}" srcId="{07271C6B-A9AA-43C7-AB36-2BC7981EAFB0}" destId="{8E3073AE-B63B-4E0F-BB9E-B7A8790E794E}" srcOrd="0" destOrd="0" parTransId="{1B105535-4D4A-4626-A6F9-F9BD4A87FE54}" sibTransId="{FAE16A4D-0963-48F3-A2BA-2BD0B7B19D6C}"/>
    <dgm:cxn modelId="{867C3084-930E-4CFD-863C-A8863225C1CC}" type="presOf" srcId="{8E3073AE-B63B-4E0F-BB9E-B7A8790E794E}" destId="{EF1081FF-3B21-499E-AA67-1270B8A7E835}" srcOrd="0" destOrd="0" presId="urn:microsoft.com/office/officeart/2011/layout/CircleProcess"/>
    <dgm:cxn modelId="{46C21C9E-1F29-47A6-B4E9-27565C3382ED}" type="presOf" srcId="{DF17F942-B0BE-4E9D-ABFA-82BAC1392C72}" destId="{8209BB24-67EB-4B45-AD60-4DA2918D117F}" srcOrd="1" destOrd="0" presId="urn:microsoft.com/office/officeart/2011/layout/CircleProcess"/>
    <dgm:cxn modelId="{01A7F3AB-A954-43E8-B730-A1C4D95E5308}" type="presOf" srcId="{07271C6B-A9AA-43C7-AB36-2BC7981EAFB0}" destId="{FE863607-3504-437F-9CD5-AE6AC8FA16ED}" srcOrd="0" destOrd="0" presId="urn:microsoft.com/office/officeart/2011/layout/CircleProcess"/>
    <dgm:cxn modelId="{B502CCC9-1E4C-40BC-8D1C-5CE265435564}" srcId="{07271C6B-A9AA-43C7-AB36-2BC7981EAFB0}" destId="{1EC02387-98EF-412E-9F7F-F51B0A086C81}" srcOrd="1" destOrd="0" parTransId="{C2319478-C7C2-4F9C-B922-99AFF44E5BBC}" sibTransId="{00B0ED8E-E5B3-4867-8DD9-1115A0935C9C}"/>
    <dgm:cxn modelId="{59E983D1-6CED-4A22-B91F-4DC35F200263}" srcId="{07271C6B-A9AA-43C7-AB36-2BC7981EAFB0}" destId="{DF17F942-B0BE-4E9D-ABFA-82BAC1392C72}" srcOrd="2" destOrd="0" parTransId="{C7983302-C218-4BB6-A0C5-7FE3C7EF0502}" sibTransId="{A0227E76-2665-4120-B562-4E2CD927E991}"/>
    <dgm:cxn modelId="{DE6A74DF-93CC-4B92-A6E9-3D73FDB348E0}" type="presOf" srcId="{8E3073AE-B63B-4E0F-BB9E-B7A8790E794E}" destId="{CC745EE9-C7C9-4C9D-A384-FAD7EB3086E5}" srcOrd="1" destOrd="0" presId="urn:microsoft.com/office/officeart/2011/layout/CircleProcess"/>
    <dgm:cxn modelId="{5DA123ED-AB55-4198-813B-44C7D4A615FE}" type="presOf" srcId="{1EC02387-98EF-412E-9F7F-F51B0A086C81}" destId="{6052BD16-3555-43BF-89A2-638256E28DDF}" srcOrd="0" destOrd="0" presId="urn:microsoft.com/office/officeart/2011/layout/CircleProcess"/>
    <dgm:cxn modelId="{5D652CEB-9760-42DE-B5CD-51D3B9142C54}" type="presParOf" srcId="{FE863607-3504-437F-9CD5-AE6AC8FA16ED}" destId="{3687511C-3F1D-4174-8D41-B3F54CA7F8CD}" srcOrd="0" destOrd="0" presId="urn:microsoft.com/office/officeart/2011/layout/CircleProcess"/>
    <dgm:cxn modelId="{3456F6F2-B536-4EF2-B513-000EC69996E4}" type="presParOf" srcId="{3687511C-3F1D-4174-8D41-B3F54CA7F8CD}" destId="{260D91ED-1C04-423A-AEB6-F9B19426F8E9}" srcOrd="0" destOrd="0" presId="urn:microsoft.com/office/officeart/2011/layout/CircleProcess"/>
    <dgm:cxn modelId="{F9E5601C-F328-4D67-9DB5-1477DF0F0991}" type="presParOf" srcId="{FE863607-3504-437F-9CD5-AE6AC8FA16ED}" destId="{081BBB86-8AAD-482B-B9BC-D0E354BF5EA7}" srcOrd="1" destOrd="0" presId="urn:microsoft.com/office/officeart/2011/layout/CircleProcess"/>
    <dgm:cxn modelId="{1F271C8C-61F9-4235-B4D9-B307E68A8353}" type="presParOf" srcId="{081BBB86-8AAD-482B-B9BC-D0E354BF5EA7}" destId="{133206EF-D4A4-42E1-8756-43BBBCF3EC3B}" srcOrd="0" destOrd="0" presId="urn:microsoft.com/office/officeart/2011/layout/CircleProcess"/>
    <dgm:cxn modelId="{5D84AB15-D35B-4334-A7F6-14CBC031E658}" type="presParOf" srcId="{FE863607-3504-437F-9CD5-AE6AC8FA16ED}" destId="{8209BB24-67EB-4B45-AD60-4DA2918D117F}" srcOrd="2" destOrd="0" presId="urn:microsoft.com/office/officeart/2011/layout/CircleProcess"/>
    <dgm:cxn modelId="{C39F66F7-7A3F-4694-929D-592D96897DAC}" type="presParOf" srcId="{FE863607-3504-437F-9CD5-AE6AC8FA16ED}" destId="{B781FD9C-2C6B-4069-9DE0-675A9C733752}" srcOrd="3" destOrd="0" presId="urn:microsoft.com/office/officeart/2011/layout/CircleProcess"/>
    <dgm:cxn modelId="{0C7DBA0A-B86F-4B1D-9740-459D8758DC19}" type="presParOf" srcId="{B781FD9C-2C6B-4069-9DE0-675A9C733752}" destId="{C6F5E637-6C13-444D-883E-F3CD7FE83294}" srcOrd="0" destOrd="0" presId="urn:microsoft.com/office/officeart/2011/layout/CircleProcess"/>
    <dgm:cxn modelId="{D70F6FF2-A996-4213-ACAB-B3A46E0C851E}" type="presParOf" srcId="{FE863607-3504-437F-9CD5-AE6AC8FA16ED}" destId="{3BE8BAD1-8D07-4087-9EC2-9289FD45D373}" srcOrd="4" destOrd="0" presId="urn:microsoft.com/office/officeart/2011/layout/CircleProcess"/>
    <dgm:cxn modelId="{6DC47EA2-BD1E-456E-986E-8177D9B916A5}" type="presParOf" srcId="{3BE8BAD1-8D07-4087-9EC2-9289FD45D373}" destId="{6052BD16-3555-43BF-89A2-638256E28DDF}" srcOrd="0" destOrd="0" presId="urn:microsoft.com/office/officeart/2011/layout/CircleProcess"/>
    <dgm:cxn modelId="{C9495F41-E009-402A-8924-939C13519249}" type="presParOf" srcId="{FE863607-3504-437F-9CD5-AE6AC8FA16ED}" destId="{74E8A788-E6C9-4617-952E-05B69B985686}" srcOrd="5" destOrd="0" presId="urn:microsoft.com/office/officeart/2011/layout/CircleProcess"/>
    <dgm:cxn modelId="{2FEB6007-37F9-4A37-B40E-99FBE3E9A8C7}" type="presParOf" srcId="{FE863607-3504-437F-9CD5-AE6AC8FA16ED}" destId="{8492D935-78DF-4425-A8AE-704C65461F02}" srcOrd="6" destOrd="0" presId="urn:microsoft.com/office/officeart/2011/layout/CircleProcess"/>
    <dgm:cxn modelId="{43CD2234-4387-415F-9464-FF7DF48BB779}" type="presParOf" srcId="{8492D935-78DF-4425-A8AE-704C65461F02}" destId="{A3C02356-D3DD-4302-839D-DB0D914BAAFC}" srcOrd="0" destOrd="0" presId="urn:microsoft.com/office/officeart/2011/layout/CircleProcess"/>
    <dgm:cxn modelId="{34BDA991-B4D3-40A3-AA62-ABCB2671673C}" type="presParOf" srcId="{FE863607-3504-437F-9CD5-AE6AC8FA16ED}" destId="{0DCEA681-BE56-40AC-8758-06B1DEDCA390}" srcOrd="7" destOrd="0" presId="urn:microsoft.com/office/officeart/2011/layout/CircleProcess"/>
    <dgm:cxn modelId="{A1E53226-B58C-4E76-A2E3-537B2043AB8B}" type="presParOf" srcId="{0DCEA681-BE56-40AC-8758-06B1DEDCA390}" destId="{EF1081FF-3B21-499E-AA67-1270B8A7E835}" srcOrd="0" destOrd="0" presId="urn:microsoft.com/office/officeart/2011/layout/CircleProcess"/>
    <dgm:cxn modelId="{B9327198-0629-433A-8A9D-9EB759F940AB}" type="presParOf" srcId="{FE863607-3504-437F-9CD5-AE6AC8FA16ED}" destId="{CC745EE9-C7C9-4C9D-A384-FAD7EB3086E5}" srcOrd="8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123809-E67C-48EB-BDB3-7C1BC9E7D1F8}">
      <dsp:nvSpPr>
        <dsp:cNvPr id="0" name=""/>
        <dsp:cNvSpPr/>
      </dsp:nvSpPr>
      <dsp:spPr>
        <a:xfrm>
          <a:off x="50" y="41759"/>
          <a:ext cx="4838186" cy="5472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Traditional Approach</a:t>
          </a:r>
        </a:p>
      </dsp:txBody>
      <dsp:txXfrm>
        <a:off x="50" y="41759"/>
        <a:ext cx="4838186" cy="547200"/>
      </dsp:txXfrm>
    </dsp:sp>
    <dsp:sp modelId="{CF176A1E-D887-4E92-AA7C-3A9B87F3C526}">
      <dsp:nvSpPr>
        <dsp:cNvPr id="0" name=""/>
        <dsp:cNvSpPr/>
      </dsp:nvSpPr>
      <dsp:spPr>
        <a:xfrm>
          <a:off x="50" y="588959"/>
          <a:ext cx="4838186" cy="4100686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/>
            <a:t>Systems design is influenced by </a:t>
          </a:r>
          <a:r>
            <a:rPr lang="en-US" sz="1900" kern="1200" dirty="0"/>
            <a:t>compatibility issues, including existing hardware and software platforms and legacy system requirements.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/>
            <a:t>Systems are designed to run on</a:t>
          </a:r>
          <a:r>
            <a:rPr lang="en-US" sz="1900" kern="1200" dirty="0"/>
            <a:t> intranet and extranet.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Systems often utilize Internet links and resources, but </a:t>
          </a:r>
          <a:r>
            <a:rPr lang="en-US" sz="1900" b="1" kern="1200" dirty="0"/>
            <a:t>Web-based features are treated as enhancements</a:t>
          </a:r>
          <a:r>
            <a:rPr lang="en-US" sz="1900" kern="1200" dirty="0"/>
            <a:t> rather than core elements of the design.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Development typically follows one of three main paths: </a:t>
          </a:r>
          <a:r>
            <a:rPr lang="en-US" sz="1900" b="1" kern="1200" dirty="0"/>
            <a:t>in-house development</a:t>
          </a:r>
          <a:r>
            <a:rPr lang="en-US" sz="1900" kern="1200" dirty="0"/>
            <a:t>, </a:t>
          </a:r>
          <a:r>
            <a:rPr lang="en-US" sz="1900" b="1" kern="1200" dirty="0"/>
            <a:t>purchase of a software </a:t>
          </a:r>
          <a:r>
            <a:rPr lang="en-US" sz="1900" kern="1200" dirty="0"/>
            <a:t>package.</a:t>
          </a:r>
        </a:p>
      </dsp:txBody>
      <dsp:txXfrm>
        <a:off x="50" y="588959"/>
        <a:ext cx="4838186" cy="4100686"/>
      </dsp:txXfrm>
    </dsp:sp>
    <dsp:sp modelId="{07E45B99-0884-4F93-942B-42741C6A3EB8}">
      <dsp:nvSpPr>
        <dsp:cNvPr id="0" name=""/>
        <dsp:cNvSpPr/>
      </dsp:nvSpPr>
      <dsp:spPr>
        <a:xfrm>
          <a:off x="5515583" y="41759"/>
          <a:ext cx="4838186" cy="547200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Modern Approach</a:t>
          </a:r>
        </a:p>
      </dsp:txBody>
      <dsp:txXfrm>
        <a:off x="5515583" y="41759"/>
        <a:ext cx="4838186" cy="547200"/>
      </dsp:txXfrm>
    </dsp:sp>
    <dsp:sp modelId="{C1E1053A-D029-47EB-B894-AEC791C1561C}">
      <dsp:nvSpPr>
        <dsp:cNvPr id="0" name=""/>
        <dsp:cNvSpPr/>
      </dsp:nvSpPr>
      <dsp:spPr>
        <a:xfrm>
          <a:off x="5515583" y="588959"/>
          <a:ext cx="4838186" cy="4100686"/>
        </a:xfrm>
        <a:prstGeom prst="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Internet-based development treats the </a:t>
          </a:r>
          <a:r>
            <a:rPr lang="en-US" sz="1900" b="1" kern="1200" dirty="0"/>
            <a:t>Web as the platform</a:t>
          </a:r>
          <a:r>
            <a:rPr lang="en-US" sz="1900" kern="1200" dirty="0"/>
            <a:t>, rather than just a communication channel.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/>
            <a:t>Web-based systems are easily scalable</a:t>
          </a:r>
          <a:r>
            <a:rPr lang="en-US" sz="1900" kern="1200" dirty="0"/>
            <a:t>, and can run on multiple hardware environments.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/>
            <a:t>Large firms tend to deploy Web-based systems as enterprise-wide software </a:t>
          </a:r>
          <a:r>
            <a:rPr lang="en-US" sz="1900" kern="1200" dirty="0"/>
            <a:t>solutions for applications such as customer relationship management, order processing, and materials management.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Web-based </a:t>
          </a:r>
          <a:r>
            <a:rPr lang="en-US" sz="1900" b="1" kern="1200" dirty="0"/>
            <a:t>software treats the software application as a service (SAAS) </a:t>
          </a:r>
          <a:r>
            <a:rPr lang="en-US" sz="1900" kern="1200" dirty="0"/>
            <a:t>that is less dependent on desktop computing power and resources.</a:t>
          </a:r>
        </a:p>
      </dsp:txBody>
      <dsp:txXfrm>
        <a:off x="5515583" y="588959"/>
        <a:ext cx="4838186" cy="41006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6650C3-AAD0-486B-A70B-A6311DFC0412}">
      <dsp:nvSpPr>
        <dsp:cNvPr id="0" name=""/>
        <dsp:cNvSpPr/>
      </dsp:nvSpPr>
      <dsp:spPr>
        <a:xfrm rot="5400000">
          <a:off x="6193522" y="-2625224"/>
          <a:ext cx="737548" cy="6176279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/>
            <a:t>SaaS makes even sophisticated enterprise applications, such as ERP and CRM, affordable for organizations</a:t>
          </a:r>
          <a:endParaRPr lang="en-US" sz="1800" b="0" kern="1200" dirty="0"/>
        </a:p>
      </dsp:txBody>
      <dsp:txXfrm rot="-5400000">
        <a:off x="3474157" y="130145"/>
        <a:ext cx="6140275" cy="665540"/>
      </dsp:txXfrm>
    </dsp:sp>
    <dsp:sp modelId="{A4042A50-FC9A-44AD-BB66-C5F10B721A13}">
      <dsp:nvSpPr>
        <dsp:cNvPr id="0" name=""/>
        <dsp:cNvSpPr/>
      </dsp:nvSpPr>
      <dsp:spPr>
        <a:xfrm>
          <a:off x="0" y="1947"/>
          <a:ext cx="3474156" cy="92193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Gain access to sophisticated applications</a:t>
          </a:r>
          <a:endParaRPr lang="en-US" sz="2400" b="0" kern="1200" dirty="0"/>
        </a:p>
      </dsp:txBody>
      <dsp:txXfrm>
        <a:off x="45005" y="46952"/>
        <a:ext cx="3384146" cy="831925"/>
      </dsp:txXfrm>
    </dsp:sp>
    <dsp:sp modelId="{76DAF7CA-0A80-402B-9365-FE84D543473C}">
      <dsp:nvSpPr>
        <dsp:cNvPr id="0" name=""/>
        <dsp:cNvSpPr/>
      </dsp:nvSpPr>
      <dsp:spPr>
        <a:xfrm rot="5400000">
          <a:off x="6193522" y="-1657192"/>
          <a:ext cx="737548" cy="6176279"/>
        </a:xfrm>
        <a:prstGeom prst="round2SameRect">
          <a:avLst/>
        </a:prstGeom>
        <a:solidFill>
          <a:schemeClr val="accent4">
            <a:tint val="40000"/>
            <a:alpha val="90000"/>
            <a:hueOff val="2715481"/>
            <a:satOff val="-12811"/>
            <a:lumOff val="-463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2715481"/>
              <a:satOff val="-12811"/>
              <a:lumOff val="-46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/>
            <a:t>You also save money because the SaaS service automatically scales up and down according to the level of usage.</a:t>
          </a:r>
        </a:p>
      </dsp:txBody>
      <dsp:txXfrm rot="-5400000">
        <a:off x="3474157" y="1098177"/>
        <a:ext cx="6140275" cy="665540"/>
      </dsp:txXfrm>
    </dsp:sp>
    <dsp:sp modelId="{2224CECB-8C08-47FB-9AD3-F000A282CC95}">
      <dsp:nvSpPr>
        <dsp:cNvPr id="0" name=""/>
        <dsp:cNvSpPr/>
      </dsp:nvSpPr>
      <dsp:spPr>
        <a:xfrm>
          <a:off x="0" y="969979"/>
          <a:ext cx="3474156" cy="921935"/>
        </a:xfrm>
        <a:prstGeom prst="roundRect">
          <a:avLst/>
        </a:prstGeom>
        <a:gradFill rotWithShape="0">
          <a:gsLst>
            <a:gs pos="0">
              <a:schemeClr val="accent4">
                <a:hueOff val="2450223"/>
                <a:satOff val="-10194"/>
                <a:lumOff val="240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2450223"/>
                <a:satOff val="-10194"/>
                <a:lumOff val="240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2450223"/>
                <a:satOff val="-10194"/>
                <a:lumOff val="240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Pay only for what you use</a:t>
          </a:r>
          <a:endParaRPr lang="en-US" sz="2400" b="0" kern="1200" dirty="0"/>
        </a:p>
      </dsp:txBody>
      <dsp:txXfrm>
        <a:off x="45005" y="1014984"/>
        <a:ext cx="3384146" cy="831925"/>
      </dsp:txXfrm>
    </dsp:sp>
    <dsp:sp modelId="{D442D78F-E0FB-45D9-B8BF-1298FF610DC4}">
      <dsp:nvSpPr>
        <dsp:cNvPr id="0" name=""/>
        <dsp:cNvSpPr/>
      </dsp:nvSpPr>
      <dsp:spPr>
        <a:xfrm rot="5400000">
          <a:off x="5962902" y="-554127"/>
          <a:ext cx="1185970" cy="6170247"/>
        </a:xfrm>
        <a:prstGeom prst="round2SameRect">
          <a:avLst/>
        </a:prstGeom>
        <a:solidFill>
          <a:schemeClr val="accent4">
            <a:tint val="40000"/>
            <a:alpha val="90000"/>
            <a:hueOff val="5430963"/>
            <a:satOff val="-25622"/>
            <a:lumOff val="-925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5430963"/>
              <a:satOff val="-25622"/>
              <a:lumOff val="-92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/>
            <a:t>Users can run most SaaS apps directly from their web browser (which is free client software) without needing to download and install any software, although some apps require plugins</a:t>
          </a:r>
        </a:p>
      </dsp:txBody>
      <dsp:txXfrm rot="-5400000">
        <a:off x="3470764" y="1995905"/>
        <a:ext cx="6112353" cy="1070182"/>
      </dsp:txXfrm>
    </dsp:sp>
    <dsp:sp modelId="{5D4556FF-E1DC-4D83-A4EC-602B38725448}">
      <dsp:nvSpPr>
        <dsp:cNvPr id="0" name=""/>
        <dsp:cNvSpPr/>
      </dsp:nvSpPr>
      <dsp:spPr>
        <a:xfrm>
          <a:off x="0" y="2070028"/>
          <a:ext cx="3470764" cy="921935"/>
        </a:xfrm>
        <a:prstGeom prst="roundRect">
          <a:avLst/>
        </a:prstGeom>
        <a:gradFill rotWithShape="0">
          <a:gsLst>
            <a:gs pos="0">
              <a:schemeClr val="accent4">
                <a:hueOff val="4900445"/>
                <a:satOff val="-20388"/>
                <a:lumOff val="480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Use free client software</a:t>
          </a:r>
          <a:endParaRPr lang="en-US" sz="2400" b="0" kern="1200" dirty="0"/>
        </a:p>
      </dsp:txBody>
      <dsp:txXfrm>
        <a:off x="45005" y="2115033"/>
        <a:ext cx="3380754" cy="831925"/>
      </dsp:txXfrm>
    </dsp:sp>
    <dsp:sp modelId="{0AF00DD9-1C3E-49C2-8611-0B8CAD7767F1}">
      <dsp:nvSpPr>
        <dsp:cNvPr id="0" name=""/>
        <dsp:cNvSpPr/>
      </dsp:nvSpPr>
      <dsp:spPr>
        <a:xfrm rot="5400000">
          <a:off x="6193522" y="542906"/>
          <a:ext cx="737548" cy="6176279"/>
        </a:xfrm>
        <a:prstGeom prst="round2SameRect">
          <a:avLst/>
        </a:prstGeom>
        <a:solidFill>
          <a:schemeClr val="accent4">
            <a:tint val="40000"/>
            <a:alpha val="90000"/>
            <a:hueOff val="8146444"/>
            <a:satOff val="-38434"/>
            <a:lumOff val="-1388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8146444"/>
              <a:satOff val="-38434"/>
              <a:lumOff val="-138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/>
            <a:t>SaaS makes it easy to “mobilize” your workforce because users can access SaaS apps and data from any Internet-connected computer or mobile device</a:t>
          </a:r>
        </a:p>
      </dsp:txBody>
      <dsp:txXfrm rot="-5400000">
        <a:off x="3474157" y="3298275"/>
        <a:ext cx="6140275" cy="665540"/>
      </dsp:txXfrm>
    </dsp:sp>
    <dsp:sp modelId="{3C32F72A-5178-4A03-B61D-11EECDCDFC66}">
      <dsp:nvSpPr>
        <dsp:cNvPr id="0" name=""/>
        <dsp:cNvSpPr/>
      </dsp:nvSpPr>
      <dsp:spPr>
        <a:xfrm>
          <a:off x="0" y="3170078"/>
          <a:ext cx="3474156" cy="921935"/>
        </a:xfrm>
        <a:prstGeom prst="roundRect">
          <a:avLst/>
        </a:prstGeom>
        <a:gradFill rotWithShape="0">
          <a:gsLst>
            <a:gs pos="0">
              <a:schemeClr val="accent4">
                <a:hueOff val="7350668"/>
                <a:satOff val="-30583"/>
                <a:lumOff val="720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7350668"/>
                <a:satOff val="-30583"/>
                <a:lumOff val="720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7350668"/>
                <a:satOff val="-30583"/>
                <a:lumOff val="720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Mobilize your workforce easily</a:t>
          </a:r>
          <a:endParaRPr lang="en-US" sz="2400" b="0" kern="1200" dirty="0"/>
        </a:p>
      </dsp:txBody>
      <dsp:txXfrm>
        <a:off x="45005" y="3215083"/>
        <a:ext cx="3384146" cy="831925"/>
      </dsp:txXfrm>
    </dsp:sp>
    <dsp:sp modelId="{C1A53D05-6CA5-4534-BFB6-7D6F028C30C8}">
      <dsp:nvSpPr>
        <dsp:cNvPr id="0" name=""/>
        <dsp:cNvSpPr/>
      </dsp:nvSpPr>
      <dsp:spPr>
        <a:xfrm rot="5400000">
          <a:off x="6193522" y="1510938"/>
          <a:ext cx="737548" cy="6176279"/>
        </a:xfrm>
        <a:prstGeom prst="round2SameRect">
          <a:avLst/>
        </a:prstGeom>
        <a:solidFill>
          <a:schemeClr val="accent4">
            <a:tint val="40000"/>
            <a:alpha val="90000"/>
            <a:hueOff val="10861925"/>
            <a:satOff val="-51245"/>
            <a:lumOff val="-1851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10861925"/>
              <a:satOff val="-51245"/>
              <a:lumOff val="-185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/>
            <a:t>With data stored in the cloud, users can access their information from any Internet-connected computer or mobile device</a:t>
          </a:r>
        </a:p>
      </dsp:txBody>
      <dsp:txXfrm rot="-5400000">
        <a:off x="3474157" y="4266307"/>
        <a:ext cx="6140275" cy="665540"/>
      </dsp:txXfrm>
    </dsp:sp>
    <dsp:sp modelId="{7EBBE097-A412-45E5-AABA-B02CFF66002E}">
      <dsp:nvSpPr>
        <dsp:cNvPr id="0" name=""/>
        <dsp:cNvSpPr/>
      </dsp:nvSpPr>
      <dsp:spPr>
        <a:xfrm>
          <a:off x="0" y="4138110"/>
          <a:ext cx="3474156" cy="921935"/>
        </a:xfrm>
        <a:prstGeom prst="roundRect">
          <a:avLst/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Access app data from anywhere</a:t>
          </a:r>
          <a:endParaRPr lang="en-US" sz="2400" b="0" kern="1200" dirty="0"/>
        </a:p>
      </dsp:txBody>
      <dsp:txXfrm>
        <a:off x="45005" y="4183115"/>
        <a:ext cx="3384146" cy="8319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61B543-B5C6-4A3A-AF79-A39FFB579AAF}">
      <dsp:nvSpPr>
        <dsp:cNvPr id="0" name=""/>
        <dsp:cNvSpPr/>
      </dsp:nvSpPr>
      <dsp:spPr>
        <a:xfrm>
          <a:off x="1635474" y="0"/>
          <a:ext cx="1463040" cy="81280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Make</a:t>
          </a:r>
        </a:p>
      </dsp:txBody>
      <dsp:txXfrm>
        <a:off x="1659280" y="23806"/>
        <a:ext cx="1415428" cy="765188"/>
      </dsp:txXfrm>
    </dsp:sp>
    <dsp:sp modelId="{D4C2D391-BC6D-49E6-BD39-2CE530213506}">
      <dsp:nvSpPr>
        <dsp:cNvPr id="0" name=""/>
        <dsp:cNvSpPr/>
      </dsp:nvSpPr>
      <dsp:spPr>
        <a:xfrm>
          <a:off x="3748754" y="0"/>
          <a:ext cx="1463040" cy="81280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3620642"/>
            <a:satOff val="-17082"/>
            <a:lumOff val="-617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3620642"/>
              <a:satOff val="-17082"/>
              <a:lumOff val="-6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Buy</a:t>
          </a:r>
        </a:p>
      </dsp:txBody>
      <dsp:txXfrm>
        <a:off x="3772560" y="23806"/>
        <a:ext cx="1415428" cy="765188"/>
      </dsp:txXfrm>
    </dsp:sp>
    <dsp:sp modelId="{45023C97-D98F-4147-88AE-7B43F1FC1333}">
      <dsp:nvSpPr>
        <dsp:cNvPr id="0" name=""/>
        <dsp:cNvSpPr/>
      </dsp:nvSpPr>
      <dsp:spPr>
        <a:xfrm>
          <a:off x="3118834" y="3454400"/>
          <a:ext cx="609600" cy="609600"/>
        </a:xfrm>
        <a:prstGeom prst="triangle">
          <a:avLst/>
        </a:prstGeom>
        <a:solidFill>
          <a:schemeClr val="accent4">
            <a:tint val="40000"/>
            <a:alpha val="90000"/>
            <a:hueOff val="7241284"/>
            <a:satOff val="-34163"/>
            <a:lumOff val="-1234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7241284"/>
              <a:satOff val="-34163"/>
              <a:lumOff val="-12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D218ED-C0D3-44A6-9CA9-AA43B852FB39}">
      <dsp:nvSpPr>
        <dsp:cNvPr id="0" name=""/>
        <dsp:cNvSpPr/>
      </dsp:nvSpPr>
      <dsp:spPr>
        <a:xfrm>
          <a:off x="1594834" y="3199180"/>
          <a:ext cx="3657600" cy="247091"/>
        </a:xfrm>
        <a:prstGeom prst="rect">
          <a:avLst/>
        </a:prstGeom>
        <a:solidFill>
          <a:schemeClr val="accent4">
            <a:tint val="40000"/>
            <a:alpha val="90000"/>
            <a:hueOff val="10861925"/>
            <a:satOff val="-51245"/>
            <a:lumOff val="-1851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0861925"/>
              <a:satOff val="-51245"/>
              <a:lumOff val="-18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5F9B59-C721-4558-B2F0-C86A103E8308}">
      <dsp:nvSpPr>
        <dsp:cNvPr id="0" name=""/>
        <dsp:cNvSpPr/>
      </dsp:nvSpPr>
      <dsp:spPr>
        <a:xfrm>
          <a:off x="3748754" y="2487168"/>
          <a:ext cx="1463040" cy="68275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Legal Issues</a:t>
          </a:r>
        </a:p>
      </dsp:txBody>
      <dsp:txXfrm>
        <a:off x="3782083" y="2520497"/>
        <a:ext cx="1396382" cy="616094"/>
      </dsp:txXfrm>
    </dsp:sp>
    <dsp:sp modelId="{99E04440-8925-4A7B-B48D-1BAD4E03BADD}">
      <dsp:nvSpPr>
        <dsp:cNvPr id="0" name=""/>
        <dsp:cNvSpPr/>
      </dsp:nvSpPr>
      <dsp:spPr>
        <a:xfrm>
          <a:off x="3748754" y="1755647"/>
          <a:ext cx="1463040" cy="682752"/>
        </a:xfrm>
        <a:prstGeom prst="roundRect">
          <a:avLst/>
        </a:prstGeom>
        <a:solidFill>
          <a:schemeClr val="accent4">
            <a:hueOff val="1960178"/>
            <a:satOff val="-8155"/>
            <a:lumOff val="1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Risk</a:t>
          </a:r>
        </a:p>
      </dsp:txBody>
      <dsp:txXfrm>
        <a:off x="3782083" y="1788976"/>
        <a:ext cx="1396382" cy="616094"/>
      </dsp:txXfrm>
    </dsp:sp>
    <dsp:sp modelId="{930926C6-12D3-4EA3-ADE7-2CAB9FF3FA12}">
      <dsp:nvSpPr>
        <dsp:cNvPr id="0" name=""/>
        <dsp:cNvSpPr/>
      </dsp:nvSpPr>
      <dsp:spPr>
        <a:xfrm>
          <a:off x="3748754" y="1024127"/>
          <a:ext cx="1463040" cy="682752"/>
        </a:xfrm>
        <a:prstGeom prst="roundRect">
          <a:avLst/>
        </a:prstGeom>
        <a:solidFill>
          <a:schemeClr val="accent4">
            <a:hueOff val="3920356"/>
            <a:satOff val="-16311"/>
            <a:lumOff val="3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Costs</a:t>
          </a:r>
        </a:p>
      </dsp:txBody>
      <dsp:txXfrm>
        <a:off x="3782083" y="1057456"/>
        <a:ext cx="1396382" cy="616094"/>
      </dsp:txXfrm>
    </dsp:sp>
    <dsp:sp modelId="{8F1C01D1-D144-4038-99E7-00C608802FEC}">
      <dsp:nvSpPr>
        <dsp:cNvPr id="0" name=""/>
        <dsp:cNvSpPr/>
      </dsp:nvSpPr>
      <dsp:spPr>
        <a:xfrm>
          <a:off x="1635474" y="2487168"/>
          <a:ext cx="1463040" cy="682752"/>
        </a:xfrm>
        <a:prstGeom prst="roundRect">
          <a:avLst/>
        </a:prstGeom>
        <a:solidFill>
          <a:schemeClr val="accent4">
            <a:hueOff val="5880535"/>
            <a:satOff val="-24466"/>
            <a:lumOff val="5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Availability</a:t>
          </a:r>
        </a:p>
      </dsp:txBody>
      <dsp:txXfrm>
        <a:off x="1668803" y="2520497"/>
        <a:ext cx="1396382" cy="616094"/>
      </dsp:txXfrm>
    </dsp:sp>
    <dsp:sp modelId="{8C1E0F1C-A736-40E7-9B81-176BAF0552D4}">
      <dsp:nvSpPr>
        <dsp:cNvPr id="0" name=""/>
        <dsp:cNvSpPr/>
      </dsp:nvSpPr>
      <dsp:spPr>
        <a:xfrm>
          <a:off x="1635474" y="1755647"/>
          <a:ext cx="1463040" cy="682752"/>
        </a:xfrm>
        <a:prstGeom prst="roundRect">
          <a:avLst/>
        </a:prstGeom>
        <a:solidFill>
          <a:schemeClr val="accent4">
            <a:hueOff val="7840713"/>
            <a:satOff val="-32622"/>
            <a:lumOff val="76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 House Experience</a:t>
          </a:r>
        </a:p>
      </dsp:txBody>
      <dsp:txXfrm>
        <a:off x="1668803" y="1788976"/>
        <a:ext cx="1396382" cy="616094"/>
      </dsp:txXfrm>
    </dsp:sp>
    <dsp:sp modelId="{017716D3-9111-4BE3-B78C-012FA58A0AD0}">
      <dsp:nvSpPr>
        <dsp:cNvPr id="0" name=""/>
        <dsp:cNvSpPr/>
      </dsp:nvSpPr>
      <dsp:spPr>
        <a:xfrm>
          <a:off x="1635474" y="1024127"/>
          <a:ext cx="1463040" cy="682752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Strategic</a:t>
          </a:r>
        </a:p>
      </dsp:txBody>
      <dsp:txXfrm>
        <a:off x="1668803" y="1057456"/>
        <a:ext cx="1396382" cy="6160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4461DA-8946-4303-86B1-FA1092E0E617}">
      <dsp:nvSpPr>
        <dsp:cNvPr id="0" name=""/>
        <dsp:cNvSpPr/>
      </dsp:nvSpPr>
      <dsp:spPr>
        <a:xfrm>
          <a:off x="46" y="42813"/>
          <a:ext cx="4404328" cy="6336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Make</a:t>
          </a:r>
        </a:p>
      </dsp:txBody>
      <dsp:txXfrm>
        <a:off x="46" y="42813"/>
        <a:ext cx="4404328" cy="633600"/>
      </dsp:txXfrm>
    </dsp:sp>
    <dsp:sp modelId="{E30FB844-E7EC-407D-AC3E-53C8F0DFB81A}">
      <dsp:nvSpPr>
        <dsp:cNvPr id="0" name=""/>
        <dsp:cNvSpPr/>
      </dsp:nvSpPr>
      <dsp:spPr>
        <a:xfrm>
          <a:off x="46" y="676413"/>
          <a:ext cx="4404328" cy="434807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kern="1200" dirty="0"/>
            <a:t>Satisfy unique business requirements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kern="1200" dirty="0"/>
            <a:t>Minimize changes in business procedures. Requires less time to implement and policies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kern="1200" dirty="0"/>
            <a:t>Meet constraints of existing systems/technology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kern="1200" dirty="0"/>
            <a:t>Develop internal resources and capabilities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kern="1200" dirty="0"/>
            <a:t>Satisfy unique security requirements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200" kern="1200" dirty="0"/>
        </a:p>
      </dsp:txBody>
      <dsp:txXfrm>
        <a:off x="46" y="676413"/>
        <a:ext cx="4404328" cy="4348079"/>
      </dsp:txXfrm>
    </dsp:sp>
    <dsp:sp modelId="{746E9063-A5EE-45A2-BA17-EB501391A86B}">
      <dsp:nvSpPr>
        <dsp:cNvPr id="0" name=""/>
        <dsp:cNvSpPr/>
      </dsp:nvSpPr>
      <dsp:spPr>
        <a:xfrm>
          <a:off x="5020979" y="42813"/>
          <a:ext cx="4404328" cy="633600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Buy</a:t>
          </a:r>
        </a:p>
      </dsp:txBody>
      <dsp:txXfrm>
        <a:off x="5020979" y="42813"/>
        <a:ext cx="4404328" cy="633600"/>
      </dsp:txXfrm>
    </dsp:sp>
    <dsp:sp modelId="{C16DE392-AFC2-4866-A0A0-962513EE9E63}">
      <dsp:nvSpPr>
        <dsp:cNvPr id="0" name=""/>
        <dsp:cNvSpPr/>
      </dsp:nvSpPr>
      <dsp:spPr>
        <a:xfrm>
          <a:off x="5020979" y="676413"/>
          <a:ext cx="4404328" cy="4348079"/>
        </a:xfrm>
        <a:prstGeom prst="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Lower costs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Requires less time to implement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Proven reliability and performance benchmarks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Requires less technical development staff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Future upgrades provided by the vendor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Obtain input from other companies</a:t>
          </a:r>
        </a:p>
      </dsp:txBody>
      <dsp:txXfrm>
        <a:off x="5020979" y="676413"/>
        <a:ext cx="4404328" cy="43480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03839F-EB00-4E49-BE87-856C5ECE6942}">
      <dsp:nvSpPr>
        <dsp:cNvPr id="0" name=""/>
        <dsp:cNvSpPr/>
      </dsp:nvSpPr>
      <dsp:spPr>
        <a:xfrm rot="21300000">
          <a:off x="20967" y="1468480"/>
          <a:ext cx="7844764" cy="823670"/>
        </a:xfrm>
        <a:prstGeom prst="mathMinus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C53CDC-1D1C-4FF8-A70C-01AF8A0C4F47}">
      <dsp:nvSpPr>
        <dsp:cNvPr id="0" name=""/>
        <dsp:cNvSpPr/>
      </dsp:nvSpPr>
      <dsp:spPr>
        <a:xfrm>
          <a:off x="946404" y="188031"/>
          <a:ext cx="2366010" cy="1504252"/>
        </a:xfrm>
        <a:prstGeom prst="downArrow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46E52E-FA52-401A-9851-2B24CF37976B}">
      <dsp:nvSpPr>
        <dsp:cNvPr id="0" name=""/>
        <dsp:cNvSpPr/>
      </dsp:nvSpPr>
      <dsp:spPr>
        <a:xfrm>
          <a:off x="4179951" y="0"/>
          <a:ext cx="2523744" cy="1579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Agile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SCRUM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XP</a:t>
          </a:r>
        </a:p>
      </dsp:txBody>
      <dsp:txXfrm>
        <a:off x="4179951" y="0"/>
        <a:ext cx="2523744" cy="1579465"/>
      </dsp:txXfrm>
    </dsp:sp>
    <dsp:sp modelId="{A061C941-CF0D-49BD-9F84-6E993E9D3FFC}">
      <dsp:nvSpPr>
        <dsp:cNvPr id="0" name=""/>
        <dsp:cNvSpPr/>
      </dsp:nvSpPr>
      <dsp:spPr>
        <a:xfrm>
          <a:off x="4574286" y="2068347"/>
          <a:ext cx="2366010" cy="1504252"/>
        </a:xfrm>
        <a:prstGeom prst="upArrow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CFAEC-9128-47B8-9D2A-B047FC3E9BC8}">
      <dsp:nvSpPr>
        <dsp:cNvPr id="0" name=""/>
        <dsp:cNvSpPr/>
      </dsp:nvSpPr>
      <dsp:spPr>
        <a:xfrm>
          <a:off x="1183005" y="2181166"/>
          <a:ext cx="2523744" cy="1579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Traditional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Waterfall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SSADM</a:t>
          </a:r>
        </a:p>
      </dsp:txBody>
      <dsp:txXfrm>
        <a:off x="1183005" y="2181166"/>
        <a:ext cx="2523744" cy="157946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AA1453-34FA-41B3-B19B-8B875F98667B}">
      <dsp:nvSpPr>
        <dsp:cNvPr id="0" name=""/>
        <dsp:cNvSpPr/>
      </dsp:nvSpPr>
      <dsp:spPr>
        <a:xfrm>
          <a:off x="1131307" y="647016"/>
          <a:ext cx="5967017" cy="3083718"/>
        </a:xfrm>
        <a:prstGeom prst="rect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3E2CA5-6C52-4D52-84F1-699E51877FE2}">
      <dsp:nvSpPr>
        <dsp:cNvPr id="0" name=""/>
        <dsp:cNvSpPr/>
      </dsp:nvSpPr>
      <dsp:spPr>
        <a:xfrm>
          <a:off x="1309631" y="1007661"/>
          <a:ext cx="2770890" cy="26380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435" tIns="51435" rIns="51435" bIns="51435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Agile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Customer Interaction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High Performance Teams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Iterative Development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Adaptability/Flexibility</a:t>
          </a:r>
        </a:p>
      </dsp:txBody>
      <dsp:txXfrm>
        <a:off x="1309631" y="1007661"/>
        <a:ext cx="2770890" cy="2638083"/>
      </dsp:txXfrm>
    </dsp:sp>
    <dsp:sp modelId="{A00D1592-E81D-4FB1-9064-B4A08658D0B2}">
      <dsp:nvSpPr>
        <dsp:cNvPr id="0" name=""/>
        <dsp:cNvSpPr/>
      </dsp:nvSpPr>
      <dsp:spPr>
        <a:xfrm>
          <a:off x="4142250" y="1007661"/>
          <a:ext cx="2770890" cy="26380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435" tIns="51435" rIns="51435" bIns="51435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Traditional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Contracts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Processes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Documentation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Project Plans</a:t>
          </a:r>
        </a:p>
      </dsp:txBody>
      <dsp:txXfrm>
        <a:off x="4142250" y="1007661"/>
        <a:ext cx="2770890" cy="2638083"/>
      </dsp:txXfrm>
    </dsp:sp>
    <dsp:sp modelId="{DA07E160-6086-4562-9F24-094EFB2C977F}">
      <dsp:nvSpPr>
        <dsp:cNvPr id="0" name=""/>
        <dsp:cNvSpPr/>
      </dsp:nvSpPr>
      <dsp:spPr>
        <a:xfrm>
          <a:off x="514029" y="29897"/>
          <a:ext cx="1165968" cy="1165968"/>
        </a:xfrm>
        <a:prstGeom prst="plus">
          <a:avLst>
            <a:gd name="adj" fmla="val 3281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6BC8C1-0844-4272-982D-82DEAE6E8F59}">
      <dsp:nvSpPr>
        <dsp:cNvPr id="0" name=""/>
        <dsp:cNvSpPr/>
      </dsp:nvSpPr>
      <dsp:spPr>
        <a:xfrm>
          <a:off x="6275287" y="449207"/>
          <a:ext cx="1097382" cy="37606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93D063-BA2A-4DF2-8F4C-5975D427B7A8}">
      <dsp:nvSpPr>
        <dsp:cNvPr id="0" name=""/>
        <dsp:cNvSpPr/>
      </dsp:nvSpPr>
      <dsp:spPr>
        <a:xfrm>
          <a:off x="4114816" y="1013302"/>
          <a:ext cx="685" cy="2519623"/>
        </a:xfrm>
        <a:prstGeom prst="line">
          <a:avLst/>
        </a:pr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56E767-04F2-476F-8189-1E0D9D808E26}">
      <dsp:nvSpPr>
        <dsp:cNvPr id="0" name=""/>
        <dsp:cNvSpPr/>
      </dsp:nvSpPr>
      <dsp:spPr>
        <a:xfrm>
          <a:off x="3261" y="195910"/>
          <a:ext cx="3180397" cy="6336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IaaS</a:t>
          </a:r>
        </a:p>
      </dsp:txBody>
      <dsp:txXfrm>
        <a:off x="3261" y="195910"/>
        <a:ext cx="3180397" cy="633600"/>
      </dsp:txXfrm>
    </dsp:sp>
    <dsp:sp modelId="{12BEFEBB-C4E8-4F3E-8BD7-5FDD387749C5}">
      <dsp:nvSpPr>
        <dsp:cNvPr id="0" name=""/>
        <dsp:cNvSpPr/>
      </dsp:nvSpPr>
      <dsp:spPr>
        <a:xfrm>
          <a:off x="3261" y="829510"/>
          <a:ext cx="3180397" cy="344223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Infrastructure as a Service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dirty="0"/>
            <a:t>You rent IT infrastructure—</a:t>
          </a:r>
          <a:r>
            <a:rPr lang="en-US" sz="2200" b="1" i="0" kern="1200" dirty="0"/>
            <a:t>servers</a:t>
          </a:r>
          <a:r>
            <a:rPr lang="en-US" sz="2200" b="0" i="0" kern="1200" dirty="0"/>
            <a:t> and virtual machines (VMs), </a:t>
          </a:r>
          <a:r>
            <a:rPr lang="en-US" sz="2200" b="1" i="0" kern="1200" dirty="0"/>
            <a:t>storage</a:t>
          </a:r>
          <a:r>
            <a:rPr lang="en-US" sz="2200" b="0" i="0" kern="1200" dirty="0"/>
            <a:t>, networks, operating systems—from a cloud provider on a pay-as-you-go basis</a:t>
          </a:r>
          <a:endParaRPr lang="en-US" sz="2200" kern="1200" dirty="0"/>
        </a:p>
      </dsp:txBody>
      <dsp:txXfrm>
        <a:off x="3261" y="829510"/>
        <a:ext cx="3180397" cy="3442230"/>
      </dsp:txXfrm>
    </dsp:sp>
    <dsp:sp modelId="{0DE2B120-9852-48A3-BB7E-34E03B4D8897}">
      <dsp:nvSpPr>
        <dsp:cNvPr id="0" name=""/>
        <dsp:cNvSpPr/>
      </dsp:nvSpPr>
      <dsp:spPr>
        <a:xfrm>
          <a:off x="3628914" y="195910"/>
          <a:ext cx="3180397" cy="633600"/>
        </a:xfrm>
        <a:prstGeom prst="rec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accent4">
              <a:hueOff val="4900445"/>
              <a:satOff val="-20388"/>
              <a:lumOff val="48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PaaS</a:t>
          </a:r>
        </a:p>
      </dsp:txBody>
      <dsp:txXfrm>
        <a:off x="3628914" y="195910"/>
        <a:ext cx="3180397" cy="633600"/>
      </dsp:txXfrm>
    </dsp:sp>
    <dsp:sp modelId="{D70F5901-02BD-4E50-8B74-E359A991555C}">
      <dsp:nvSpPr>
        <dsp:cNvPr id="0" name=""/>
        <dsp:cNvSpPr/>
      </dsp:nvSpPr>
      <dsp:spPr>
        <a:xfrm>
          <a:off x="3628914" y="829510"/>
          <a:ext cx="3180397" cy="3442230"/>
        </a:xfrm>
        <a:prstGeom prst="rect">
          <a:avLst/>
        </a:prstGeom>
        <a:solidFill>
          <a:schemeClr val="accent4">
            <a:tint val="40000"/>
            <a:alpha val="90000"/>
            <a:hueOff val="5430963"/>
            <a:satOff val="-25622"/>
            <a:lumOff val="-925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5430963"/>
              <a:satOff val="-25622"/>
              <a:lumOff val="-9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Platform as a Service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dirty="0"/>
            <a:t>Supply an </a:t>
          </a:r>
          <a:r>
            <a:rPr lang="en-US" sz="2200" b="1" i="0" kern="1200" dirty="0"/>
            <a:t>on-demand environment for developing, testing, delivering and managing software applications</a:t>
          </a:r>
          <a:endParaRPr lang="en-US" sz="2200" b="1" kern="1200" dirty="0"/>
        </a:p>
      </dsp:txBody>
      <dsp:txXfrm>
        <a:off x="3628914" y="829510"/>
        <a:ext cx="3180397" cy="3442230"/>
      </dsp:txXfrm>
    </dsp:sp>
    <dsp:sp modelId="{6F968584-2790-4629-BCED-565F70B4975F}">
      <dsp:nvSpPr>
        <dsp:cNvPr id="0" name=""/>
        <dsp:cNvSpPr/>
      </dsp:nvSpPr>
      <dsp:spPr>
        <a:xfrm>
          <a:off x="7254567" y="195910"/>
          <a:ext cx="3180397" cy="633600"/>
        </a:xfrm>
        <a:prstGeom prst="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SaaS</a:t>
          </a:r>
        </a:p>
      </dsp:txBody>
      <dsp:txXfrm>
        <a:off x="7254567" y="195910"/>
        <a:ext cx="3180397" cy="633600"/>
      </dsp:txXfrm>
    </dsp:sp>
    <dsp:sp modelId="{CC122214-AF71-4712-A4BD-F7A39C3408F7}">
      <dsp:nvSpPr>
        <dsp:cNvPr id="0" name=""/>
        <dsp:cNvSpPr/>
      </dsp:nvSpPr>
      <dsp:spPr>
        <a:xfrm>
          <a:off x="7254567" y="829510"/>
          <a:ext cx="3180397" cy="3442230"/>
        </a:xfrm>
        <a:prstGeom prst="rect">
          <a:avLst/>
        </a:prstGeom>
        <a:solidFill>
          <a:schemeClr val="accent4">
            <a:tint val="40000"/>
            <a:alpha val="90000"/>
            <a:hueOff val="10861925"/>
            <a:satOff val="-51245"/>
            <a:lumOff val="-1851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0861925"/>
              <a:satOff val="-51245"/>
              <a:lumOff val="-18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Software as a Service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dirty="0"/>
            <a:t>Method for </a:t>
          </a:r>
          <a:r>
            <a:rPr lang="en-US" sz="2200" b="1" i="0" kern="1200" dirty="0"/>
            <a:t>delivering software applications over the Internet</a:t>
          </a:r>
          <a:r>
            <a:rPr lang="en-US" sz="2200" b="0" i="0" kern="1200" dirty="0"/>
            <a:t>, on demand and typically on a subscription basis</a:t>
          </a:r>
          <a:endParaRPr lang="en-US" sz="2200" kern="1200" dirty="0"/>
        </a:p>
      </dsp:txBody>
      <dsp:txXfrm>
        <a:off x="7254567" y="829510"/>
        <a:ext cx="3180397" cy="344223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0D91ED-1C04-423A-AEB6-F9B19426F8E9}">
      <dsp:nvSpPr>
        <dsp:cNvPr id="0" name=""/>
        <dsp:cNvSpPr/>
      </dsp:nvSpPr>
      <dsp:spPr>
        <a:xfrm>
          <a:off x="6433005" y="345454"/>
          <a:ext cx="983334" cy="98351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206EF-D4A4-42E1-8756-43BBBCF3EC3B}">
      <dsp:nvSpPr>
        <dsp:cNvPr id="0" name=""/>
        <dsp:cNvSpPr/>
      </dsp:nvSpPr>
      <dsp:spPr>
        <a:xfrm>
          <a:off x="6465660" y="378245"/>
          <a:ext cx="918034" cy="91793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INSIGHTS</a:t>
          </a:r>
        </a:p>
      </dsp:txBody>
      <dsp:txXfrm>
        <a:off x="6596899" y="509403"/>
        <a:ext cx="655556" cy="655620"/>
      </dsp:txXfrm>
    </dsp:sp>
    <dsp:sp modelId="{C6F5E637-6C13-444D-883E-F3CD7FE83294}">
      <dsp:nvSpPr>
        <dsp:cNvPr id="0" name=""/>
        <dsp:cNvSpPr/>
      </dsp:nvSpPr>
      <dsp:spPr>
        <a:xfrm rot="2700000">
          <a:off x="3360662" y="372402"/>
          <a:ext cx="980965" cy="980965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52BD16-3555-43BF-89A2-638256E28DDF}">
      <dsp:nvSpPr>
        <dsp:cNvPr id="0" name=""/>
        <dsp:cNvSpPr/>
      </dsp:nvSpPr>
      <dsp:spPr>
        <a:xfrm>
          <a:off x="3392140" y="391124"/>
          <a:ext cx="918034" cy="91793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ANALYSIS</a:t>
          </a:r>
        </a:p>
      </dsp:txBody>
      <dsp:txXfrm>
        <a:off x="3523380" y="522282"/>
        <a:ext cx="655556" cy="655620"/>
      </dsp:txXfrm>
    </dsp:sp>
    <dsp:sp modelId="{A3C02356-D3DD-4302-839D-DB0D914BAAFC}">
      <dsp:nvSpPr>
        <dsp:cNvPr id="0" name=""/>
        <dsp:cNvSpPr/>
      </dsp:nvSpPr>
      <dsp:spPr>
        <a:xfrm rot="2700000">
          <a:off x="495357" y="404867"/>
          <a:ext cx="980965" cy="980965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1081FF-3B21-499E-AA67-1270B8A7E835}">
      <dsp:nvSpPr>
        <dsp:cNvPr id="0" name=""/>
        <dsp:cNvSpPr/>
      </dsp:nvSpPr>
      <dsp:spPr>
        <a:xfrm>
          <a:off x="526822" y="429760"/>
          <a:ext cx="918034" cy="91793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BIG DATA</a:t>
          </a:r>
        </a:p>
      </dsp:txBody>
      <dsp:txXfrm>
        <a:off x="658061" y="560918"/>
        <a:ext cx="655556" cy="6556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PlusandMinus">
  <dgm:title val=""/>
  <dgm:desc val=""/>
  <dgm:catLst>
    <dgm:cat type="relationship" pri="36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2"/>
      <dgm:chPref val="2"/>
      <dgm:dir/>
      <dgm:animOne/>
      <dgm:resizeHandles val="exact"/>
    </dgm:varLst>
    <dgm:alg type="composite">
      <dgm:param type="ar" val="1.8238"/>
    </dgm:alg>
    <dgm:shape xmlns:r="http://schemas.openxmlformats.org/officeDocument/2006/relationships" r:blip="">
      <dgm:adjLst/>
    </dgm:shape>
    <dgm:choose name="Name1">
      <dgm:if name="Name2" func="var" arg="dir" op="equ" val="norm">
        <dgm:constrLst>
          <dgm:constr type="primFontSz" for="des" ptType="node" op="equ" val="65"/>
          <dgm:constr type="l" for="ch" forName="Background" refType="w" fact="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l" for="ch" forName="ParentText1" refType="w" fact="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l" for="ch" forName="ParentText2" refType="w" fact="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l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l" for="ch" forName="Minus" refType="w" fact="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l" for="ch" forName="Divider" refType="w" fact="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if>
      <dgm:else name="Name3">
        <dgm:constrLst>
          <dgm:constr type="primFontSz" for="des" ptType="node" op="equ" val="65"/>
          <dgm:constr type="r" for="ch" forName="Background" refType="w" fact="-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r" for="ch" forName="ParentText1" refType="w" fact="-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r" for="ch" forName="ParentText2" refType="w" fact="-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r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r" for="ch" forName="Minus" refType="w" fact="-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r" for="ch" forName="Divider" refType="w" fact="-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else>
    </dgm:choose>
    <dgm:layoutNode name="Background" styleLbl="bgImgPlace1">
      <dgm:alg type="sp"/>
      <dgm:shape xmlns:r="http://schemas.openxmlformats.org/officeDocument/2006/relationships" type="rect" r:blip="">
        <dgm:adjLst/>
      </dgm:shape>
      <dgm:presOf/>
    </dgm:layoutNode>
    <dgm:layoutNode name="ParentText1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1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arentText2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2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lus" styleLbl="alignNode1">
      <dgm:alg type="sp"/>
      <dgm:shape xmlns:r="http://schemas.openxmlformats.org/officeDocument/2006/relationships" type="plus" r:blip="">
        <dgm:adjLst>
          <dgm:adj idx="1" val="0.3281"/>
        </dgm:adjLst>
      </dgm:shape>
      <dgm:presOf/>
    </dgm:layoutNode>
    <dgm:layoutNode name="Minus" styleLbl="alignNode1">
      <dgm:alg type="sp"/>
      <dgm:shape xmlns:r="http://schemas.openxmlformats.org/officeDocument/2006/relationships" type="rect" r:blip="">
        <dgm:adjLst/>
      </dgm:shape>
      <dgm:presOf/>
    </dgm:layoutNode>
    <dgm:layoutNode name="Divider" styleLbl="parChTrans1D1">
      <dgm:alg type="sp"/>
      <dgm:shape xmlns:r="http://schemas.openxmlformats.org/officeDocument/2006/relationships" type="line" r:blip="">
        <dgm:adjLst/>
      </dgm:shape>
      <dgm:presOf/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CF587-81F2-8446-AF54-23A4D5F808CF}" type="datetimeFigureOut">
              <a:rPr lang="en-US" smtClean="0"/>
              <a:t>1/18/20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8758E4-1579-9641-A02C-379017984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07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8758E4-1579-9641-A02C-379017984F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54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Cannot process with traditional techniques / Traditional</a:t>
            </a:r>
            <a:r>
              <a:rPr lang="en-US" baseline="0" dirty="0"/>
              <a:t> approach</a:t>
            </a:r>
            <a:r>
              <a:rPr lang="en-US" dirty="0"/>
              <a:t> (computer resource)</a:t>
            </a:r>
          </a:p>
          <a:p>
            <a:pPr marL="171450" indent="-171450">
              <a:buFontTx/>
              <a:buChar char="-"/>
            </a:pPr>
            <a:r>
              <a:rPr lang="en-US" dirty="0"/>
              <a:t>Size of 100mb is big data for email (depending on context)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 does</a:t>
            </a:r>
            <a:r>
              <a:rPr lang="en-US" baseline="0" dirty="0"/>
              <a:t> </a:t>
            </a:r>
            <a:r>
              <a:rPr lang="en-US" baseline="0" dirty="0" err="1"/>
              <a:t>fb</a:t>
            </a:r>
            <a:r>
              <a:rPr lang="en-US" baseline="0" dirty="0"/>
              <a:t>, twitter like things process data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Storing and processing becomes difficult</a:t>
            </a:r>
          </a:p>
          <a:p>
            <a:pPr marL="171450" indent="-171450">
              <a:buFontTx/>
              <a:buChar char="-"/>
            </a:pPr>
            <a:r>
              <a:rPr lang="en-US" baseline="0" dirty="0" err="1"/>
              <a:t>Hadoop</a:t>
            </a:r>
            <a:r>
              <a:rPr lang="en-US" baseline="0" dirty="0"/>
              <a:t> comes into 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B336-E5AD-4CF4-BC19-DD0F5FB4984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1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Tesla car, data collection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Sensor</a:t>
            </a:r>
            <a:r>
              <a:rPr lang="en-US" baseline="0" dirty="0"/>
              <a:t> is main things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B336-E5AD-4CF4-BC19-DD0F5FB4984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0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515BE-398C-BA4D-853A-A121C5420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255B7-CC62-3F43-95ED-B325B83D9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BDA6B-DF03-6C4C-A719-520672D01F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43F24-5922-7B46-80CB-74C2771F495D}" type="datetimeFigureOut">
              <a:rPr lang="en-US" smtClean="0"/>
              <a:t>1/18/20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17DA2-A4BD-C84E-A156-7A7052235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7455F-7A41-7642-979D-A34E6EE28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C4DED-7494-CD40-85FD-1FF8A240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42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8C9F9-825D-7A4F-97D4-CFB9FDD49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DECDF-9858-B349-9877-3E8912D52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063" y="1290918"/>
            <a:ext cx="11349317" cy="5267660"/>
          </a:xfrm>
        </p:spPr>
        <p:txBody>
          <a:bodyPr/>
          <a:lstStyle>
            <a:lvl1pPr algn="l">
              <a:defRPr sz="2400"/>
            </a:lvl1pPr>
            <a:lvl2pPr algn="l">
              <a:defRPr sz="2400"/>
            </a:lvl2pPr>
            <a:lvl3pPr algn="l">
              <a:defRPr sz="2000"/>
            </a:lvl3pPr>
            <a:lvl4pPr algn="l">
              <a:defRPr sz="1800"/>
            </a:lvl4pPr>
            <a:lvl5pPr algn="l"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6432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DA737-2C92-6A45-A6E7-009634DD1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59445-E212-D04A-AB6C-D57DB2B91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B3AB0-B882-4E4B-BB0B-4C285617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43F24-5922-7B46-80CB-74C2771F495D}" type="datetimeFigureOut">
              <a:rPr lang="en-US" smtClean="0"/>
              <a:t>1/18/20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71977-45F2-C444-B877-DC2C25D94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4FF3D-F612-DB47-89AE-62D1E4C8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C4DED-7494-CD40-85FD-1FF8A240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2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487A8-EB5B-0F4A-93AF-4047750E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3D4E5-AAA1-3E43-8768-6DDA7EA38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9180E-4075-E042-A985-30B8CBADE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4CCC1-6BE0-0B4F-BA43-2B981B8337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43F24-5922-7B46-80CB-74C2771F495D}" type="datetimeFigureOut">
              <a:rPr lang="en-US" smtClean="0"/>
              <a:t>1/18/20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AF58D-40DB-4B4B-B9E8-5BA8B4100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E1B99-17D9-3F44-B5D4-510F30D45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C4DED-7494-CD40-85FD-1FF8A240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94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B7085-4CF2-5348-8344-29E56B9DA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3EF9C-65C9-8E44-9666-0E801C9AC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42CCC-F824-CD4D-877E-B7A230D79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2AD39A-AD14-7845-8E7F-6E21A3CA41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5500B5-0685-DD40-A694-D092F94566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DED746-43E9-3F40-BC1B-3F989A3E76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43F24-5922-7B46-80CB-74C2771F495D}" type="datetimeFigureOut">
              <a:rPr lang="en-US" smtClean="0"/>
              <a:t>1/18/20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1F7D94-F7C3-FC46-B6CC-4195D8480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BE6084-B3C1-A948-9E5E-080971670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C4DED-7494-CD40-85FD-1FF8A240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495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79407-05A5-9F48-B68B-30A6775BA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164586-7E37-7645-A05C-F8F13E0781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43F24-5922-7B46-80CB-74C2771F495D}" type="datetimeFigureOut">
              <a:rPr lang="en-US" smtClean="0"/>
              <a:t>1/18/20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BCD36D-4B3B-4D4F-A918-1BAC9E0F6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C158A3-38D2-8944-B626-FB1F988A4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C4DED-7494-CD40-85FD-1FF8A240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1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B0DCEF-3CF5-F248-9BF5-370DA80567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43F24-5922-7B46-80CB-74C2771F495D}" type="datetimeFigureOut">
              <a:rPr lang="en-US" smtClean="0"/>
              <a:t>1/18/20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F6F16-7E82-6049-9E86-820ECE799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4E8AB-FF68-A041-9A1F-25FE64DF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C4DED-7494-CD40-85FD-1FF8A240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8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DB8BF-2B46-C040-8F8A-2B9946878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EC27E-8BEA-A04F-AEC2-90FA0FB27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1EC2E2-32F8-D242-A21F-20F3FBDA3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5A457-B2DC-6746-9827-681C938205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43F24-5922-7B46-80CB-74C2771F495D}" type="datetimeFigureOut">
              <a:rPr lang="en-US" smtClean="0"/>
              <a:t>1/18/20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83F0C-0AF5-5F45-ABAB-905DC4A1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1DF96-EDE3-9242-8814-E8559746D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C4DED-7494-CD40-85FD-1FF8A240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113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D3FF5-9E02-6F4B-B4FA-07543BD64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43E204-E044-4B4B-9955-1221307488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38CA4-7595-9145-A618-6308D2ACD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92942-D1A0-A24F-A7A9-085DA0F1E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43F24-5922-7B46-80CB-74C2771F495D}" type="datetimeFigureOut">
              <a:rPr lang="en-US" smtClean="0"/>
              <a:t>1/18/20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7AB78-2AB0-F546-A74B-D3499D4B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AEAA5-B986-DC41-B4B5-915126A0C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C4DED-7494-CD40-85FD-1FF8A240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181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B87C-EB9B-634D-8E1C-C1B94BDC7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6E84BA-164D-7147-8032-66CDC3932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4213F-9B41-AC40-A5EB-187F7280C1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43F24-5922-7B46-80CB-74C2771F495D}" type="datetimeFigureOut">
              <a:rPr lang="en-US" smtClean="0"/>
              <a:t>1/18/20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E6C5C-6580-9A4C-9C84-292BC4F8F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5AB93-6821-1247-A0DB-17CC1238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C4DED-7494-CD40-85FD-1FF8A240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55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A594F2-2CDA-0F4A-A0CF-8F039A331D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493965-462C-8242-B466-A5589E0B9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100EE-1169-8840-B316-8F82BB0591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43F24-5922-7B46-80CB-74C2771F495D}" type="datetimeFigureOut">
              <a:rPr lang="en-US" smtClean="0"/>
              <a:t>1/18/20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12DFE-9E69-8F4F-ADDE-6F4744E68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ED782-32E8-5D4A-BF7D-FACFDF1B1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C4DED-7494-CD40-85FD-1FF8A240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3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D484FC-7802-CE44-A670-C47B6F9A7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64" y="365126"/>
            <a:ext cx="11349316" cy="7751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6C5F5-A356-9249-8CDE-80E924BBC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1063" y="1290918"/>
            <a:ext cx="11349317" cy="526766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A1823F-3D94-BE4C-9525-9B05D34C7EA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276854" y="91987"/>
            <a:ext cx="760954" cy="3161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5F5A82-6F30-CE48-A619-C2A62B573CA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793944" y="111793"/>
            <a:ext cx="1404770" cy="29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087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accent1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8.xml"/><Relationship Id="rId7" Type="http://schemas.openxmlformats.org/officeDocument/2006/relationships/image" Target="../media/image8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Relationship Id="rId9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lhmzVL5bm8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QSIPNhOiMoE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1E89A-2B7B-BA41-A0C8-505D6B7044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E6356-AAB9-CF4B-BE8E-C10B707BED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6"/>
                </a:solidFill>
              </a:rPr>
              <a:t>Lecture 10</a:t>
            </a:r>
          </a:p>
        </p:txBody>
      </p:sp>
    </p:spTree>
    <p:extLst>
      <p:ext uri="{BB962C8B-B14F-4D97-AF65-F5344CB8AC3E}">
        <p14:creationId xmlns:p14="http://schemas.microsoft.com/office/powerpoint/2010/main" val="2405278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70FDE5-E0A7-C14D-950A-E322101FE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744204"/>
              </p:ext>
            </p:extLst>
          </p:nvPr>
        </p:nvGraphicFramePr>
        <p:xfrm>
          <a:off x="1305447" y="490429"/>
          <a:ext cx="8437643" cy="55865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23240">
                  <a:extLst>
                    <a:ext uri="{9D8B030D-6E8A-4147-A177-3AD203B41FA5}">
                      <a16:colId xmlns:a16="http://schemas.microsoft.com/office/drawing/2014/main" val="3516870150"/>
                    </a:ext>
                  </a:extLst>
                </a:gridCol>
                <a:gridCol w="7114403">
                  <a:extLst>
                    <a:ext uri="{9D8B030D-6E8A-4147-A177-3AD203B41FA5}">
                      <a16:colId xmlns:a16="http://schemas.microsoft.com/office/drawing/2014/main" val="2996684165"/>
                    </a:ext>
                  </a:extLst>
                </a:gridCol>
              </a:tblGrid>
              <a:tr h="3137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Lectures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extLst>
                  <a:ext uri="{0D108BD9-81ED-4DB2-BD59-A6C34878D82A}">
                    <a16:rowId xmlns:a16="http://schemas.microsoft.com/office/drawing/2014/main" val="2729004283"/>
                  </a:ext>
                </a:extLst>
              </a:tr>
              <a:tr h="3137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Introduction to Software Engineering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extLst>
                  <a:ext uri="{0D108BD9-81ED-4DB2-BD59-A6C34878D82A}">
                    <a16:rowId xmlns:a16="http://schemas.microsoft.com/office/drawing/2014/main" val="41968321"/>
                  </a:ext>
                </a:extLst>
              </a:tr>
              <a:tr h="17953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Software Development Process (SDLC Activities)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dirty="0">
                          <a:effectLst/>
                        </a:rPr>
                        <a:t>SDLC Activity: Specification or Requirement Engineering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dirty="0">
                          <a:effectLst/>
                        </a:rPr>
                        <a:t>SDLC Activity: System Modeling/Design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dirty="0">
                          <a:effectLst/>
                        </a:rPr>
                        <a:t>SDLC Activity: Implementation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dirty="0">
                          <a:effectLst/>
                        </a:rPr>
                        <a:t>SDLC Activity: Testing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dirty="0">
                          <a:effectLst/>
                        </a:rPr>
                        <a:t>SDLC Activity: Evolution (-)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dirty="0">
                          <a:effectLst/>
                        </a:rPr>
                        <a:t>SDLC Activity: Deployment/Installation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dirty="0">
                          <a:effectLst/>
                        </a:rPr>
                        <a:t>SDLC Activity: Maintenance (-)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extLst>
                  <a:ext uri="{0D108BD9-81ED-4DB2-BD59-A6C34878D82A}">
                    <a16:rowId xmlns:a16="http://schemas.microsoft.com/office/drawing/2014/main" val="1694033546"/>
                  </a:ext>
                </a:extLst>
              </a:tr>
              <a:tr h="9487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SDLC Activity: Requirement Engineering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dirty="0">
                          <a:effectLst/>
                        </a:rPr>
                        <a:t>Requirement Elicitation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dirty="0">
                          <a:effectLst/>
                        </a:rPr>
                        <a:t>Requirement Analysis and Management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dirty="0">
                          <a:effectLst/>
                        </a:rPr>
                        <a:t>Requirement Validation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extLst>
                  <a:ext uri="{0D108BD9-81ED-4DB2-BD59-A6C34878D82A}">
                    <a16:rowId xmlns:a16="http://schemas.microsoft.com/office/drawing/2014/main" val="4040860490"/>
                  </a:ext>
                </a:extLst>
              </a:tr>
              <a:tr h="4437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4, 5, 6,7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SDLC Activity: System Modeling/Design </a:t>
                      </a:r>
                    </a:p>
                  </a:txBody>
                  <a:tcPr marL="67100" marR="67100" marT="35414" marB="52810" anchor="ctr"/>
                </a:tc>
                <a:extLst>
                  <a:ext uri="{0D108BD9-81ED-4DB2-BD59-A6C34878D82A}">
                    <a16:rowId xmlns:a16="http://schemas.microsoft.com/office/drawing/2014/main" val="2113652106"/>
                  </a:ext>
                </a:extLst>
              </a:tr>
              <a:tr h="51627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7100" marR="67100" marT="35414" marB="5281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SDLC Activity: Testing (White Box Testing – Focus)</a:t>
                      </a:r>
                    </a:p>
                  </a:txBody>
                  <a:tcPr marL="67100" marR="67100" marT="35414" marB="52810" anchor="ctr"/>
                </a:tc>
                <a:extLst>
                  <a:ext uri="{0D108BD9-81ED-4DB2-BD59-A6C34878D82A}">
                    <a16:rowId xmlns:a16="http://schemas.microsoft.com/office/drawing/2014/main" val="539733612"/>
                  </a:ext>
                </a:extLst>
              </a:tr>
              <a:tr h="3137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9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SDLC Activity: Testing (Black Box Testing – Focus)</a:t>
                      </a:r>
                    </a:p>
                  </a:txBody>
                  <a:tcPr marL="67100" marR="67100" marT="35414" marB="52810" anchor="ctr"/>
                </a:tc>
                <a:extLst>
                  <a:ext uri="{0D108BD9-81ED-4DB2-BD59-A6C34878D82A}">
                    <a16:rowId xmlns:a16="http://schemas.microsoft.com/office/drawing/2014/main" val="2838411904"/>
                  </a:ext>
                </a:extLst>
              </a:tr>
              <a:tr h="3137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7100" marR="67100" marT="35414" marB="5281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System Development Strategy</a:t>
                      </a:r>
                    </a:p>
                  </a:txBody>
                  <a:tcPr marL="67100" marR="67100" marT="35414" marB="52810" anchor="ctr"/>
                </a:tc>
                <a:extLst>
                  <a:ext uri="{0D108BD9-81ED-4DB2-BD59-A6C34878D82A}">
                    <a16:rowId xmlns:a16="http://schemas.microsoft.com/office/drawing/2014/main" val="975288023"/>
                  </a:ext>
                </a:extLst>
              </a:tr>
              <a:tr h="3137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extLst>
                  <a:ext uri="{0D108BD9-81ED-4DB2-BD59-A6C34878D82A}">
                    <a16:rowId xmlns:a16="http://schemas.microsoft.com/office/drawing/2014/main" val="325840821"/>
                  </a:ext>
                </a:extLst>
              </a:tr>
              <a:tr h="3137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extLst>
                  <a:ext uri="{0D108BD9-81ED-4DB2-BD59-A6C34878D82A}">
                    <a16:rowId xmlns:a16="http://schemas.microsoft.com/office/drawing/2014/main" val="763160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088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Development Strategy - Overview</a:t>
            </a:r>
          </a:p>
        </p:txBody>
      </p:sp>
      <p:sp>
        <p:nvSpPr>
          <p:cNvPr id="5" name="Content Placeholder 5"/>
          <p:cNvSpPr txBox="1">
            <a:spLocks/>
          </p:cNvSpPr>
          <p:nvPr/>
        </p:nvSpPr>
        <p:spPr bwMode="auto">
          <a:xfrm>
            <a:off x="1286933" y="1820864"/>
            <a:ext cx="10001956" cy="4386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100" dirty="0"/>
              <a:t>Previously:</a:t>
            </a:r>
            <a:br>
              <a:rPr lang="en-US" sz="2100" dirty="0"/>
            </a:br>
            <a:r>
              <a:rPr lang="en-US" sz="2100" dirty="0"/>
              <a:t>Just a few years ago, a typical company either developed software itself, purchased a software package (which might need some modification), or hired consultants or outside resources to perform the work. </a:t>
            </a:r>
          </a:p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100" dirty="0"/>
              <a:t>Now:</a:t>
            </a:r>
            <a:br>
              <a:rPr lang="en-US" sz="2100" dirty="0"/>
            </a:br>
            <a:r>
              <a:rPr lang="en-US" sz="2100" dirty="0"/>
              <a:t>Today, a company has many more choices, including application service providers, Web-hosted software options, and third party firms that offer a variety of enterprise-wide software solutions.</a:t>
            </a:r>
          </a:p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100" dirty="0"/>
              <a:t>Things to consider for choosing system development:</a:t>
            </a:r>
            <a:br>
              <a:rPr lang="en-US" sz="2100" dirty="0"/>
            </a:br>
            <a:r>
              <a:rPr lang="en-US" sz="2100" dirty="0"/>
              <a:t>Selecting the best development path is an important decision that requires companies to consider three key topics: 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100" dirty="0"/>
              <a:t>software outsourcing options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100" dirty="0"/>
              <a:t>In-house software development alternatives.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718124" y="568053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234" y="1820863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234" y="3244334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234" y="4483139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1.3</a:t>
            </a:r>
          </a:p>
        </p:txBody>
      </p:sp>
    </p:spTree>
    <p:extLst>
      <p:ext uri="{BB962C8B-B14F-4D97-AF65-F5344CB8AC3E}">
        <p14:creationId xmlns:p14="http://schemas.microsoft.com/office/powerpoint/2010/main" val="72671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build="p" bldLvl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Impact of Internet</a:t>
            </a:r>
          </a:p>
        </p:txBody>
      </p:sp>
      <p:sp>
        <p:nvSpPr>
          <p:cNvPr id="5" name="Content Placeholder 5"/>
          <p:cNvSpPr txBox="1">
            <a:spLocks/>
          </p:cNvSpPr>
          <p:nvPr/>
        </p:nvSpPr>
        <p:spPr bwMode="auto">
          <a:xfrm>
            <a:off x="2276475" y="1820863"/>
            <a:ext cx="7639050" cy="196566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100">
                <a:latin typeface="Calibri" panose="020F050202020403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b="1" dirty="0"/>
              <a:t>The Internet has triggered enormous changes</a:t>
            </a:r>
            <a:r>
              <a:rPr lang="en-US" dirty="0"/>
              <a:t> in business methods and operations, and </a:t>
            </a:r>
            <a:r>
              <a:rPr lang="en-US" b="1" dirty="0"/>
              <a:t>software acquisition is no exception</a:t>
            </a:r>
            <a:r>
              <a:rPr lang="en-US" dirty="0"/>
              <a:t>. </a:t>
            </a:r>
          </a:p>
          <a:p>
            <a:r>
              <a:rPr lang="en-US" b="1" dirty="0"/>
              <a:t>Information Systems are no longer the system just bought to store data</a:t>
            </a:r>
            <a:r>
              <a:rPr lang="en-US" dirty="0"/>
              <a:t>. It needs to do much more to generate/impact to generate revenue.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84737" y="568053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2.0</a:t>
            </a:r>
          </a:p>
        </p:txBody>
      </p:sp>
    </p:spTree>
    <p:extLst>
      <p:ext uri="{BB962C8B-B14F-4D97-AF65-F5344CB8AC3E}">
        <p14:creationId xmlns:p14="http://schemas.microsoft.com/office/powerpoint/2010/main" val="87257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2500608" y="486506"/>
            <a:ext cx="7886700" cy="694932"/>
          </a:xfrm>
        </p:spPr>
        <p:txBody>
          <a:bodyPr/>
          <a:lstStyle/>
          <a:p>
            <a:r>
              <a:rPr lang="en-US" dirty="0"/>
              <a:t>Traditional VS Modern Approach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278314458"/>
              </p:ext>
            </p:extLst>
          </p:nvPr>
        </p:nvGraphicFramePr>
        <p:xfrm>
          <a:off x="1055077" y="1181438"/>
          <a:ext cx="10353821" cy="47314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77748" y="649306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68938902-D507-7F49-B63E-7607777217BB}"/>
              </a:ext>
            </a:extLst>
          </p:cNvPr>
          <p:cNvSpPr txBox="1">
            <a:spLocks/>
          </p:cNvSpPr>
          <p:nvPr/>
        </p:nvSpPr>
        <p:spPr bwMode="auto">
          <a:xfrm>
            <a:off x="3890525" y="6179903"/>
            <a:ext cx="5956860" cy="38318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100">
                <a:latin typeface="Calibri" panose="020F050202020403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pPr marL="0" indent="0">
              <a:buNone/>
            </a:pPr>
            <a:r>
              <a:rPr lang="en-US" b="1" dirty="0"/>
              <a:t>Modern Approach</a:t>
            </a:r>
            <a:r>
              <a:rPr lang="en-US" dirty="0"/>
              <a:t> is the result of Internet</a:t>
            </a:r>
          </a:p>
        </p:txBody>
      </p:sp>
    </p:spTree>
    <p:extLst>
      <p:ext uri="{BB962C8B-B14F-4D97-AF65-F5344CB8AC3E}">
        <p14:creationId xmlns:p14="http://schemas.microsoft.com/office/powerpoint/2010/main" val="3258208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1123809-E67C-48EB-BDB3-7C1BC9E7D1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7E45B99-0884-4F93-942B-42741C6A3E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F176A1E-D887-4E92-AA7C-3A9B87F3C5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1E1053A-D029-47EB-B894-AEC791C156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lvlOne"/>
        </p:bldSub>
      </p:bldGraphic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1019502" y="365126"/>
            <a:ext cx="10770877" cy="775186"/>
          </a:xfrm>
        </p:spPr>
        <p:txBody>
          <a:bodyPr/>
          <a:lstStyle/>
          <a:p>
            <a:r>
              <a:rPr lang="en-US" dirty="0"/>
              <a:t>Software as a Service (SaaS)</a:t>
            </a:r>
          </a:p>
        </p:txBody>
      </p:sp>
      <p:sp>
        <p:nvSpPr>
          <p:cNvPr id="5" name="Content Placeholder 5"/>
          <p:cNvSpPr txBox="1">
            <a:spLocks/>
          </p:cNvSpPr>
          <p:nvPr/>
        </p:nvSpPr>
        <p:spPr bwMode="auto">
          <a:xfrm>
            <a:off x="1998901" y="1785621"/>
            <a:ext cx="4089008" cy="383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solidFill>
                  <a:schemeClr val="bg1"/>
                </a:solidFill>
              </a:rPr>
              <a:t>Traditional Way</a:t>
            </a:r>
          </a:p>
        </p:txBody>
      </p:sp>
      <p:sp>
        <p:nvSpPr>
          <p:cNvPr id="6" name="Content Placeholder 5"/>
          <p:cNvSpPr txBox="1">
            <a:spLocks/>
          </p:cNvSpPr>
          <p:nvPr/>
        </p:nvSpPr>
        <p:spPr bwMode="auto">
          <a:xfrm>
            <a:off x="1998901" y="2546034"/>
            <a:ext cx="4089008" cy="36933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bg1"/>
                </a:solidFill>
              </a:rPr>
              <a:t>How do you purchase software ?</a:t>
            </a:r>
          </a:p>
        </p:txBody>
      </p:sp>
      <p:sp>
        <p:nvSpPr>
          <p:cNvPr id="7" name="Content Placeholder 5"/>
          <p:cNvSpPr txBox="1">
            <a:spLocks/>
          </p:cNvSpPr>
          <p:nvPr/>
        </p:nvSpPr>
        <p:spPr bwMode="auto">
          <a:xfrm>
            <a:off x="2006992" y="3089095"/>
            <a:ext cx="4089008" cy="38318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bg1"/>
                </a:solidFill>
              </a:rPr>
              <a:t>Discuss NEED</a:t>
            </a:r>
          </a:p>
        </p:txBody>
      </p:sp>
      <p:sp>
        <p:nvSpPr>
          <p:cNvPr id="8" name="Content Placeholder 5"/>
          <p:cNvSpPr txBox="1">
            <a:spLocks/>
          </p:cNvSpPr>
          <p:nvPr/>
        </p:nvSpPr>
        <p:spPr bwMode="auto">
          <a:xfrm>
            <a:off x="1998901" y="3638082"/>
            <a:ext cx="4089008" cy="36933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bg1"/>
                </a:solidFill>
              </a:rPr>
              <a:t>DEFINE which software you NEED</a:t>
            </a:r>
          </a:p>
        </p:txBody>
      </p:sp>
      <p:sp>
        <p:nvSpPr>
          <p:cNvPr id="9" name="Content Placeholder 5"/>
          <p:cNvSpPr txBox="1">
            <a:spLocks/>
          </p:cNvSpPr>
          <p:nvPr/>
        </p:nvSpPr>
        <p:spPr bwMode="auto">
          <a:xfrm>
            <a:off x="2006992" y="4205228"/>
            <a:ext cx="4089008" cy="92333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bg1"/>
                </a:solidFill>
              </a:rPr>
              <a:t>SELECT vendor/in house development to DEVELOP your system</a:t>
            </a:r>
          </a:p>
        </p:txBody>
      </p:sp>
      <p:sp>
        <p:nvSpPr>
          <p:cNvPr id="10" name="Content Placeholder 5"/>
          <p:cNvSpPr txBox="1">
            <a:spLocks/>
          </p:cNvSpPr>
          <p:nvPr/>
        </p:nvSpPr>
        <p:spPr bwMode="auto">
          <a:xfrm>
            <a:off x="2006992" y="5401709"/>
            <a:ext cx="4089008" cy="38318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solidFill>
                  <a:schemeClr val="bg1"/>
                </a:solidFill>
              </a:rPr>
              <a:t>DEPLOY and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620" y="568053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2.2</a:t>
            </a:r>
          </a:p>
        </p:txBody>
      </p:sp>
      <p:sp>
        <p:nvSpPr>
          <p:cNvPr id="17" name="Content Placeholder 5"/>
          <p:cNvSpPr txBox="1">
            <a:spLocks/>
          </p:cNvSpPr>
          <p:nvPr/>
        </p:nvSpPr>
        <p:spPr bwMode="auto">
          <a:xfrm>
            <a:off x="6354945" y="1804770"/>
            <a:ext cx="4186111" cy="42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chemeClr val="bg1"/>
                </a:solidFill>
              </a:rPr>
              <a:t>NOW !!</a:t>
            </a:r>
          </a:p>
        </p:txBody>
      </p:sp>
      <p:sp>
        <p:nvSpPr>
          <p:cNvPr id="18" name="Content Placeholder 5"/>
          <p:cNvSpPr txBox="1">
            <a:spLocks/>
          </p:cNvSpPr>
          <p:nvPr/>
        </p:nvSpPr>
        <p:spPr bwMode="auto">
          <a:xfrm>
            <a:off x="6354945" y="2546035"/>
            <a:ext cx="4186111" cy="2010807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dirty="0"/>
              <a:t>When companies acquire Web-based software as a service rather than a product they purchase,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Have the vendor install, configure, and maintain the system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Paying agreed-upon fees.</a:t>
            </a:r>
          </a:p>
        </p:txBody>
      </p:sp>
    </p:spTree>
    <p:extLst>
      <p:ext uri="{BB962C8B-B14F-4D97-AF65-F5344CB8AC3E}">
        <p14:creationId xmlns:p14="http://schemas.microsoft.com/office/powerpoint/2010/main" val="198093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1072054" y="365126"/>
            <a:ext cx="10718325" cy="775186"/>
          </a:xfrm>
        </p:spPr>
        <p:txBody>
          <a:bodyPr/>
          <a:lstStyle/>
          <a:p>
            <a:r>
              <a:rPr lang="en-US" dirty="0"/>
              <a:t>Software as a Service (SaaS)</a:t>
            </a:r>
          </a:p>
        </p:txBody>
      </p:sp>
      <p:sp>
        <p:nvSpPr>
          <p:cNvPr id="10" name="Content Placeholder 5"/>
          <p:cNvSpPr txBox="1">
            <a:spLocks/>
          </p:cNvSpPr>
          <p:nvPr/>
        </p:nvSpPr>
        <p:spPr bwMode="auto">
          <a:xfrm>
            <a:off x="2152650" y="5933338"/>
            <a:ext cx="7886700" cy="67403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100">
                <a:latin typeface="Calibri" panose="020F050202020403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pPr marL="0" indent="0">
              <a:buNone/>
            </a:pPr>
            <a:r>
              <a:rPr lang="en-US" dirty="0"/>
              <a:t>SaaS applications are called </a:t>
            </a:r>
            <a:r>
              <a:rPr lang="en-US" b="1" dirty="0"/>
              <a:t>web-based software, on-demand software, or hosted software</a:t>
            </a:r>
          </a:p>
        </p:txBody>
      </p:sp>
      <p:pic>
        <p:nvPicPr>
          <p:cNvPr id="14341" name="Picture 2" descr="Image result for sa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615" y="1250264"/>
            <a:ext cx="6983815" cy="4573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41064" y="547033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2.2</a:t>
            </a:r>
          </a:p>
        </p:txBody>
      </p:sp>
    </p:spTree>
    <p:extLst>
      <p:ext uri="{BB962C8B-B14F-4D97-AF65-F5344CB8AC3E}">
        <p14:creationId xmlns:p14="http://schemas.microsoft.com/office/powerpoint/2010/main" val="174195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746234" y="365126"/>
            <a:ext cx="11044146" cy="775186"/>
          </a:xfrm>
        </p:spPr>
        <p:txBody>
          <a:bodyPr/>
          <a:lstStyle/>
          <a:p>
            <a:r>
              <a:rPr lang="en-US" dirty="0"/>
              <a:t>Software as a Service (SaaS)</a:t>
            </a:r>
          </a:p>
        </p:txBody>
      </p:sp>
      <p:sp>
        <p:nvSpPr>
          <p:cNvPr id="10" name="Content Placeholder 5"/>
          <p:cNvSpPr txBox="1">
            <a:spLocks/>
          </p:cNvSpPr>
          <p:nvPr/>
        </p:nvSpPr>
        <p:spPr bwMode="auto">
          <a:xfrm>
            <a:off x="1099853" y="2196068"/>
            <a:ext cx="10294978" cy="32573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100">
                <a:latin typeface="Calibri" panose="020F050202020403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dirty="0">
                <a:solidFill>
                  <a:schemeClr val="accent6"/>
                </a:solidFill>
              </a:rPr>
              <a:t>Cloud Based App: </a:t>
            </a:r>
            <a:br>
              <a:rPr lang="en-US" dirty="0"/>
            </a:br>
            <a:r>
              <a:rPr lang="en-US" dirty="0"/>
              <a:t>Software as a service (SaaS) allows users to connect to and use cloud-based apps over the Internet. Common examples are email, calendaring and office tools (such as Microsoft Office 365).</a:t>
            </a:r>
          </a:p>
          <a:p>
            <a:r>
              <a:rPr lang="en-US" dirty="0">
                <a:solidFill>
                  <a:schemeClr val="accent6"/>
                </a:solidFill>
              </a:rPr>
              <a:t>Pay As You Go:</a:t>
            </a:r>
            <a:br>
              <a:rPr lang="en-US" dirty="0"/>
            </a:br>
            <a:r>
              <a:rPr lang="en-US" dirty="0"/>
              <a:t>SaaS provides a complete software solution which you purchase on a pay-as-you-go basis from a cloud service provider. You pay only for the amount of service you have used for.</a:t>
            </a:r>
          </a:p>
          <a:p>
            <a:r>
              <a:rPr lang="en-US" dirty="0">
                <a:solidFill>
                  <a:schemeClr val="accent6"/>
                </a:solidFill>
              </a:rPr>
              <a:t>Minimum Upfront Cost:</a:t>
            </a:r>
            <a:br>
              <a:rPr lang="en-US" dirty="0"/>
            </a:br>
            <a:r>
              <a:rPr lang="en-US" dirty="0"/>
              <a:t>SaaS allows your organization to get quickly up and running with an app at minimal upfront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02" y="568053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2.2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959" y="2196068"/>
            <a:ext cx="704009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2.2.1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958" y="3434596"/>
            <a:ext cx="704009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2.2.2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5418" y="4972090"/>
            <a:ext cx="704009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2.2.3</a:t>
            </a:r>
          </a:p>
        </p:txBody>
      </p:sp>
    </p:spTree>
    <p:extLst>
      <p:ext uri="{BB962C8B-B14F-4D97-AF65-F5344CB8AC3E}">
        <p14:creationId xmlns:p14="http://schemas.microsoft.com/office/powerpoint/2010/main" val="333558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bldLvl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809296" y="365126"/>
            <a:ext cx="10981083" cy="775186"/>
          </a:xfrm>
        </p:spPr>
        <p:txBody>
          <a:bodyPr/>
          <a:lstStyle/>
          <a:p>
            <a:r>
              <a:rPr lang="en-US" sz="3100" dirty="0"/>
              <a:t>Advantages of Software as a Service (SaaS)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589283084"/>
              </p:ext>
            </p:extLst>
          </p:nvPr>
        </p:nvGraphicFramePr>
        <p:xfrm>
          <a:off x="1125416" y="1364566"/>
          <a:ext cx="9650436" cy="5061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3939" y="568053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2.3</a:t>
            </a:r>
          </a:p>
        </p:txBody>
      </p:sp>
    </p:spTree>
    <p:extLst>
      <p:ext uri="{BB962C8B-B14F-4D97-AF65-F5344CB8AC3E}">
        <p14:creationId xmlns:p14="http://schemas.microsoft.com/office/powerpoint/2010/main" val="641383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4042A50-FC9A-44AD-BB66-C5F10B721A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B6650C3-AAD0-486B-A70B-A6311DFC04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224CECB-8C08-47FB-9AD3-F000A282CC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6DAF7CA-0A80-402B-9365-FE84D54347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D4556FF-E1DC-4D83-A4EC-602B387254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442D78F-E0FB-45D9-B8BF-1298FF610D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C32F72A-5178-4A03-B61D-11EECDCDFC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AF00DD9-1C3E-49C2-8611-0B8CAD7767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EBBE097-A412-45E5-AABA-B02CFF6600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1A53D05-6CA5-4534-BFB6-7D6F028C30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767254" y="365126"/>
            <a:ext cx="11023125" cy="775186"/>
          </a:xfrm>
        </p:spPr>
        <p:txBody>
          <a:bodyPr/>
          <a:lstStyle/>
          <a:p>
            <a:r>
              <a:rPr lang="en-US" dirty="0"/>
              <a:t>Outsourcing</a:t>
            </a:r>
          </a:p>
        </p:txBody>
      </p:sp>
      <p:sp>
        <p:nvSpPr>
          <p:cNvPr id="5" name="Content Placeholder 5"/>
          <p:cNvSpPr txBox="1">
            <a:spLocks/>
          </p:cNvSpPr>
          <p:nvPr/>
        </p:nvSpPr>
        <p:spPr bwMode="auto">
          <a:xfrm>
            <a:off x="2152650" y="2025650"/>
            <a:ext cx="7886700" cy="4254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chemeClr val="bg1"/>
                </a:solidFill>
              </a:rPr>
              <a:t>Definition</a:t>
            </a:r>
          </a:p>
        </p:txBody>
      </p:sp>
      <p:sp>
        <p:nvSpPr>
          <p:cNvPr id="6" name="Content Placeholder 5"/>
          <p:cNvSpPr txBox="1">
            <a:spLocks/>
          </p:cNvSpPr>
          <p:nvPr/>
        </p:nvSpPr>
        <p:spPr bwMode="auto">
          <a:xfrm>
            <a:off x="2152650" y="2914651"/>
            <a:ext cx="7886700" cy="233961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100">
                <a:latin typeface="Calibri" panose="020F050202020403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dirty="0"/>
              <a:t>Outsourcing is the </a:t>
            </a:r>
            <a:r>
              <a:rPr lang="en-US" b="1" dirty="0"/>
              <a:t>transfer of information systems development, operation, or maintenance to an outside firm</a:t>
            </a:r>
            <a:r>
              <a:rPr lang="en-US" dirty="0"/>
              <a:t> that provides these services, for a fee, on a temporary or long-term basis. </a:t>
            </a:r>
          </a:p>
          <a:p>
            <a:r>
              <a:rPr lang="en-US" dirty="0"/>
              <a:t>Outsourcing can refer to relatively minor programming tasks, the rental of software from a service provider, the outsourcing of a basic business process (often called business process outsourcing, or BPO), or the </a:t>
            </a:r>
            <a:r>
              <a:rPr lang="en-US" b="1" dirty="0"/>
              <a:t>handling of a company’s entire IT function</a:t>
            </a:r>
            <a:r>
              <a:rPr lang="en-US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939" y="568053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3.0</a:t>
            </a:r>
          </a:p>
        </p:txBody>
      </p:sp>
    </p:spTree>
    <p:extLst>
      <p:ext uri="{BB962C8B-B14F-4D97-AF65-F5344CB8AC3E}">
        <p14:creationId xmlns:p14="http://schemas.microsoft.com/office/powerpoint/2010/main" val="182810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957052" y="365126"/>
            <a:ext cx="10833327" cy="775186"/>
          </a:xfrm>
        </p:spPr>
        <p:txBody>
          <a:bodyPr/>
          <a:lstStyle/>
          <a:p>
            <a:r>
              <a:rPr lang="en-US" dirty="0"/>
              <a:t>Outsourcing</a:t>
            </a:r>
          </a:p>
        </p:txBody>
      </p:sp>
      <p:sp>
        <p:nvSpPr>
          <p:cNvPr id="5" name="Content Placeholder 5"/>
          <p:cNvSpPr txBox="1">
            <a:spLocks/>
          </p:cNvSpPr>
          <p:nvPr/>
        </p:nvSpPr>
        <p:spPr bwMode="auto">
          <a:xfrm>
            <a:off x="2519321" y="2025650"/>
            <a:ext cx="7153359" cy="4254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bg1"/>
                </a:solidFill>
              </a:rPr>
              <a:t>ASP : Application Service Provider</a:t>
            </a:r>
          </a:p>
        </p:txBody>
      </p:sp>
      <p:sp>
        <p:nvSpPr>
          <p:cNvPr id="6" name="Content Placeholder 5"/>
          <p:cNvSpPr txBox="1">
            <a:spLocks/>
          </p:cNvSpPr>
          <p:nvPr/>
        </p:nvSpPr>
        <p:spPr bwMode="auto">
          <a:xfrm>
            <a:off x="2152650" y="2786064"/>
            <a:ext cx="7886700" cy="325730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100">
                <a:latin typeface="Calibri" panose="020F050202020403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dirty="0"/>
              <a:t>An application service provider (ASP) is a firm that delivers a software application, or provide access to an application, by charging a usage or subscription fee. It rents an operational package to the customer.</a:t>
            </a:r>
          </a:p>
          <a:p>
            <a:r>
              <a:rPr lang="en-US" dirty="0"/>
              <a:t>ASPs typically provide commercially available software such as databases and accounting packages. If a company uses an ASP to supply a data management package, for example, the company does not have to design, develop, implement, or maintain the package themselves.</a:t>
            </a:r>
          </a:p>
          <a:p>
            <a:r>
              <a:rPr lang="en-US" dirty="0"/>
              <a:t>Basically, vendor are providing  software via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691" y="568053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7288" y="2053709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3.1</a:t>
            </a:r>
          </a:p>
        </p:txBody>
      </p:sp>
    </p:spTree>
    <p:extLst>
      <p:ext uri="{BB962C8B-B14F-4D97-AF65-F5344CB8AC3E}">
        <p14:creationId xmlns:p14="http://schemas.microsoft.com/office/powerpoint/2010/main" val="44548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135116" y="365126"/>
            <a:ext cx="10655263" cy="775186"/>
          </a:xfrm>
        </p:spPr>
        <p:txBody>
          <a:bodyPr/>
          <a:lstStyle/>
          <a:p>
            <a:r>
              <a:rPr lang="en-US" dirty="0"/>
              <a:t>Outsourcing</a:t>
            </a:r>
          </a:p>
        </p:txBody>
      </p:sp>
      <p:sp>
        <p:nvSpPr>
          <p:cNvPr id="5" name="Content Placeholder 5"/>
          <p:cNvSpPr txBox="1">
            <a:spLocks/>
          </p:cNvSpPr>
          <p:nvPr/>
        </p:nvSpPr>
        <p:spPr bwMode="auto">
          <a:xfrm>
            <a:off x="2397940" y="2025650"/>
            <a:ext cx="7371844" cy="4254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bg1"/>
                </a:solidFill>
              </a:rPr>
              <a:t>Purpose of Outsourcing</a:t>
            </a:r>
          </a:p>
        </p:txBody>
      </p:sp>
      <p:sp>
        <p:nvSpPr>
          <p:cNvPr id="6" name="Content Placeholder 5"/>
          <p:cNvSpPr txBox="1">
            <a:spLocks/>
          </p:cNvSpPr>
          <p:nvPr/>
        </p:nvSpPr>
        <p:spPr bwMode="auto">
          <a:xfrm>
            <a:off x="2152650" y="2786063"/>
            <a:ext cx="7886700" cy="196566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100">
                <a:latin typeface="Calibri" panose="020F050202020403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b="1" dirty="0"/>
              <a:t>Reduce costs and Improve Efficiency</a:t>
            </a:r>
            <a:br>
              <a:rPr lang="en-US" dirty="0"/>
            </a:br>
            <a:r>
              <a:rPr lang="en-US" dirty="0"/>
              <a:t>Is a business practice used by companies to </a:t>
            </a:r>
            <a:r>
              <a:rPr lang="en-US" b="1" dirty="0"/>
              <a:t>reduce costs </a:t>
            </a:r>
            <a:r>
              <a:rPr lang="en-US" dirty="0"/>
              <a:t>or </a:t>
            </a:r>
            <a:r>
              <a:rPr lang="en-US" b="1" dirty="0"/>
              <a:t>improve efficiency</a:t>
            </a:r>
            <a:r>
              <a:rPr lang="en-US" dirty="0"/>
              <a:t> by shifting tasks, operations, jobs or processes to an external contracted third party for a significant period of time. </a:t>
            </a:r>
          </a:p>
          <a:p>
            <a:r>
              <a:rPr lang="en-US" dirty="0"/>
              <a:t>Note: The functions that are contracted out </a:t>
            </a:r>
            <a:r>
              <a:rPr lang="en-US" b="1" dirty="0"/>
              <a:t>can be performed by the third party either onsite or offsite of the business.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064" y="568053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37288" y="2053709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3.2</a:t>
            </a:r>
          </a:p>
        </p:txBody>
      </p:sp>
    </p:spTree>
    <p:extLst>
      <p:ext uri="{BB962C8B-B14F-4D97-AF65-F5344CB8AC3E}">
        <p14:creationId xmlns:p14="http://schemas.microsoft.com/office/powerpoint/2010/main" val="1744318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1093076" y="365126"/>
            <a:ext cx="10697304" cy="775186"/>
          </a:xfrm>
        </p:spPr>
        <p:txBody>
          <a:bodyPr/>
          <a:lstStyle/>
          <a:p>
            <a:r>
              <a:rPr lang="en-US" dirty="0"/>
              <a:t>Outsourcing</a:t>
            </a:r>
          </a:p>
        </p:txBody>
      </p:sp>
      <p:sp>
        <p:nvSpPr>
          <p:cNvPr id="5" name="Content Placeholder 5"/>
          <p:cNvSpPr txBox="1">
            <a:spLocks/>
          </p:cNvSpPr>
          <p:nvPr/>
        </p:nvSpPr>
        <p:spPr bwMode="auto">
          <a:xfrm>
            <a:off x="2152650" y="2025650"/>
            <a:ext cx="7886700" cy="4254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bg1"/>
                </a:solidFill>
              </a:rPr>
              <a:t>Purpose of outsourcing: WHY DO IT ??</a:t>
            </a:r>
          </a:p>
        </p:txBody>
      </p:sp>
      <p:sp>
        <p:nvSpPr>
          <p:cNvPr id="6" name="Content Placeholder 5"/>
          <p:cNvSpPr txBox="1">
            <a:spLocks/>
          </p:cNvSpPr>
          <p:nvPr/>
        </p:nvSpPr>
        <p:spPr bwMode="auto">
          <a:xfrm>
            <a:off x="2152650" y="2786063"/>
            <a:ext cx="7886700" cy="9648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100" b="1">
                <a:latin typeface="Calibri" panose="020F050202020403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dirty="0"/>
              <a:t>In terms of staying in competition</a:t>
            </a:r>
            <a:br>
              <a:rPr lang="en-US" b="0" dirty="0"/>
            </a:br>
            <a:r>
              <a:rPr lang="en-US" b="0" dirty="0"/>
              <a:t>If you deprive yourself of outsourcing and your competitors do, you're putting yourself out of business.</a:t>
            </a:r>
          </a:p>
        </p:txBody>
      </p:sp>
      <p:sp>
        <p:nvSpPr>
          <p:cNvPr id="7" name="Content Placeholder 5"/>
          <p:cNvSpPr txBox="1">
            <a:spLocks/>
          </p:cNvSpPr>
          <p:nvPr/>
        </p:nvSpPr>
        <p:spPr bwMode="auto">
          <a:xfrm>
            <a:off x="2152650" y="4276726"/>
            <a:ext cx="7886700" cy="8683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800">
                <a:solidFill>
                  <a:schemeClr val="bg1"/>
                </a:solidFill>
              </a:rPr>
              <a:t>India is the one of the greatest beneficiary of IT outsourcing destination (mostly softwares)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064" y="568053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3.0</a:t>
            </a:r>
          </a:p>
        </p:txBody>
      </p:sp>
    </p:spTree>
    <p:extLst>
      <p:ext uri="{BB962C8B-B14F-4D97-AF65-F5344CB8AC3E}">
        <p14:creationId xmlns:p14="http://schemas.microsoft.com/office/powerpoint/2010/main" val="3031261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1555530" y="365126"/>
            <a:ext cx="10234849" cy="775186"/>
          </a:xfrm>
        </p:spPr>
        <p:txBody>
          <a:bodyPr/>
          <a:lstStyle/>
          <a:p>
            <a:r>
              <a:rPr lang="en-US" dirty="0"/>
              <a:t>Software: Make it or Buy it?</a:t>
            </a:r>
          </a:p>
        </p:txBody>
      </p:sp>
      <p:pic>
        <p:nvPicPr>
          <p:cNvPr id="22531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964" y="2044701"/>
            <a:ext cx="5888037" cy="36623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54723" y="568053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4.0</a:t>
            </a:r>
          </a:p>
        </p:txBody>
      </p:sp>
    </p:spTree>
    <p:extLst>
      <p:ext uri="{BB962C8B-B14F-4D97-AF65-F5344CB8AC3E}">
        <p14:creationId xmlns:p14="http://schemas.microsoft.com/office/powerpoint/2010/main" val="4230819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1187668" y="365126"/>
            <a:ext cx="10602711" cy="775186"/>
          </a:xfrm>
        </p:spPr>
        <p:txBody>
          <a:bodyPr/>
          <a:lstStyle/>
          <a:p>
            <a:r>
              <a:rPr lang="en-US" dirty="0"/>
              <a:t>Make or Buy</a:t>
            </a:r>
          </a:p>
        </p:txBody>
      </p:sp>
      <p:graphicFrame>
        <p:nvGraphicFramePr>
          <p:cNvPr id="3" name="Diagram 2"/>
          <p:cNvGraphicFramePr/>
          <p:nvPr/>
        </p:nvGraphicFramePr>
        <p:xfrm>
          <a:off x="2610118" y="2002307"/>
          <a:ext cx="6847268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41064" y="568053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4.0</a:t>
            </a:r>
          </a:p>
        </p:txBody>
      </p:sp>
    </p:spTree>
    <p:extLst>
      <p:ext uri="{BB962C8B-B14F-4D97-AF65-F5344CB8AC3E}">
        <p14:creationId xmlns:p14="http://schemas.microsoft.com/office/powerpoint/2010/main" val="4890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30926C6-12D3-4EA3-ADE7-2CAB9FF3FA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9E04440-8925-4A7B-B48D-1BAD4E03BA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F5F9B59-C721-4558-B2F0-C86A103E83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4C2D391-BC6D-49E6-BD39-2CE5302135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17716D3-9111-4BE3-B78C-012FA58A0A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C1E0F1C-A736-40E7-9B81-176BAF0552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F1C01D1-D144-4038-99E7-00C608802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A61B543-B5C6-4A3A-AF79-A39FFB579A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5023C97-D98F-4147-88AE-7B43F1FC13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8D218ED-C0D3-44A6-9CA9-AA43B852FB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 rev="1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956426" y="365126"/>
            <a:ext cx="10833954" cy="775186"/>
          </a:xfrm>
        </p:spPr>
        <p:txBody>
          <a:bodyPr/>
          <a:lstStyle/>
          <a:p>
            <a:r>
              <a:rPr lang="en-US" dirty="0"/>
              <a:t>Make or Buy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140203718"/>
              </p:ext>
            </p:extLst>
          </p:nvPr>
        </p:nvGraphicFramePr>
        <p:xfrm>
          <a:off x="1378634" y="1140313"/>
          <a:ext cx="9425354" cy="5067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41064" y="568053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4.0</a:t>
            </a:r>
          </a:p>
        </p:txBody>
      </p:sp>
    </p:spTree>
    <p:extLst>
      <p:ext uri="{BB962C8B-B14F-4D97-AF65-F5344CB8AC3E}">
        <p14:creationId xmlns:p14="http://schemas.microsoft.com/office/powerpoint/2010/main" val="362400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74461DA-8946-4303-86B1-FA1092E0E6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46E9063-A5EE-45A2-BA17-EB501391A8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30FB844-E7EC-407D-AC3E-53C8F0DFB8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16DE392-AFC2-4866-A0A0-962513EE9E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lvl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1166648" y="365126"/>
            <a:ext cx="10623732" cy="775186"/>
          </a:xfrm>
        </p:spPr>
        <p:txBody>
          <a:bodyPr/>
          <a:lstStyle/>
          <a:p>
            <a:r>
              <a:rPr lang="en-US" dirty="0"/>
              <a:t>Development Methodologies</a:t>
            </a:r>
          </a:p>
        </p:txBody>
      </p:sp>
      <p:sp>
        <p:nvSpPr>
          <p:cNvPr id="5" name="Content Placeholder 5"/>
          <p:cNvSpPr txBox="1">
            <a:spLocks/>
          </p:cNvSpPr>
          <p:nvPr/>
        </p:nvSpPr>
        <p:spPr bwMode="auto">
          <a:xfrm>
            <a:off x="2152650" y="2098676"/>
            <a:ext cx="7886700" cy="4238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chemeClr val="bg1"/>
                </a:solidFill>
              </a:rPr>
              <a:t>What clients PREFER ?</a:t>
            </a:r>
          </a:p>
        </p:txBody>
      </p:sp>
      <p:sp>
        <p:nvSpPr>
          <p:cNvPr id="6" name="Content Placeholder 5"/>
          <p:cNvSpPr txBox="1">
            <a:spLocks/>
          </p:cNvSpPr>
          <p:nvPr/>
        </p:nvSpPr>
        <p:spPr bwMode="auto">
          <a:xfrm>
            <a:off x="2152650" y="2930526"/>
            <a:ext cx="7886700" cy="67403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100">
                <a:latin typeface="Calibri" panose="020F050202020403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pPr marL="0" indent="0">
              <a:buNone/>
            </a:pPr>
            <a:r>
              <a:rPr lang="en-US" dirty="0"/>
              <a:t>Clients prefer to CHANGE requirements without COST and TIME unchanged, this is why agile is methods are popular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064" y="568053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5.0</a:t>
            </a:r>
          </a:p>
        </p:txBody>
      </p:sp>
    </p:spTree>
    <p:extLst>
      <p:ext uri="{BB962C8B-B14F-4D97-AF65-F5344CB8AC3E}">
        <p14:creationId xmlns:p14="http://schemas.microsoft.com/office/powerpoint/2010/main" val="352199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916982" y="365126"/>
            <a:ext cx="10873398" cy="775186"/>
          </a:xfrm>
        </p:spPr>
        <p:txBody>
          <a:bodyPr/>
          <a:lstStyle/>
          <a:p>
            <a:r>
              <a:rPr lang="en-US" dirty="0"/>
              <a:t>Development Methodologies</a:t>
            </a:r>
          </a:p>
        </p:txBody>
      </p:sp>
      <p:pic>
        <p:nvPicPr>
          <p:cNvPr id="28676" name="Picture 2" descr="Image result for classical vs agile methodolog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630" y="1619250"/>
            <a:ext cx="8410868" cy="454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01620" y="568053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5.0</a:t>
            </a:r>
          </a:p>
        </p:txBody>
      </p:sp>
    </p:spTree>
    <p:extLst>
      <p:ext uri="{BB962C8B-B14F-4D97-AF65-F5344CB8AC3E}">
        <p14:creationId xmlns:p14="http://schemas.microsoft.com/office/powerpoint/2010/main" val="2788552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1124606" y="365126"/>
            <a:ext cx="10665773" cy="775186"/>
          </a:xfrm>
        </p:spPr>
        <p:txBody>
          <a:bodyPr/>
          <a:lstStyle/>
          <a:p>
            <a:r>
              <a:rPr lang="en-US" dirty="0"/>
              <a:t>Development Methodologies</a:t>
            </a:r>
          </a:p>
        </p:txBody>
      </p:sp>
      <p:sp>
        <p:nvSpPr>
          <p:cNvPr id="5" name="Content Placeholder 5"/>
          <p:cNvSpPr txBox="1">
            <a:spLocks/>
          </p:cNvSpPr>
          <p:nvPr/>
        </p:nvSpPr>
        <p:spPr bwMode="auto">
          <a:xfrm>
            <a:off x="2387601" y="1690688"/>
            <a:ext cx="7212013" cy="4254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chemeClr val="bg1"/>
                </a:solidFill>
              </a:rPr>
              <a:t>Classical and Agile</a:t>
            </a:r>
          </a:p>
        </p:txBody>
      </p:sp>
      <p:pic>
        <p:nvPicPr>
          <p:cNvPr id="29700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938" y="2363788"/>
            <a:ext cx="5630862" cy="404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41064" y="568053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5.0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52562" y="1718747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5.1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3720" y="1722450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5.2</a:t>
            </a:r>
          </a:p>
        </p:txBody>
      </p:sp>
    </p:spTree>
    <p:extLst>
      <p:ext uri="{BB962C8B-B14F-4D97-AF65-F5344CB8AC3E}">
        <p14:creationId xmlns:p14="http://schemas.microsoft.com/office/powerpoint/2010/main" val="406185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1082566" y="365126"/>
            <a:ext cx="10707814" cy="775186"/>
          </a:xfrm>
        </p:spPr>
        <p:txBody>
          <a:bodyPr/>
          <a:lstStyle/>
          <a:p>
            <a:r>
              <a:rPr lang="en-US" dirty="0"/>
              <a:t>Development Methodologies</a:t>
            </a:r>
          </a:p>
        </p:txBody>
      </p:sp>
      <p:sp>
        <p:nvSpPr>
          <p:cNvPr id="5" name="Content Placeholder 5"/>
          <p:cNvSpPr txBox="1">
            <a:spLocks/>
          </p:cNvSpPr>
          <p:nvPr/>
        </p:nvSpPr>
        <p:spPr bwMode="auto">
          <a:xfrm>
            <a:off x="2152650" y="1747353"/>
            <a:ext cx="7886700" cy="4238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bg1"/>
                </a:solidFill>
              </a:rPr>
              <a:t>So Finally, What clients PREFER ?</a:t>
            </a:r>
          </a:p>
        </p:txBody>
      </p:sp>
      <p:graphicFrame>
        <p:nvGraphicFramePr>
          <p:cNvPr id="3" name="Diagram 2"/>
          <p:cNvGraphicFramePr/>
          <p:nvPr/>
        </p:nvGraphicFramePr>
        <p:xfrm>
          <a:off x="2152650" y="2704562"/>
          <a:ext cx="7886700" cy="3760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41064" y="568053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5.0</a:t>
            </a:r>
          </a:p>
        </p:txBody>
      </p:sp>
    </p:spTree>
    <p:extLst>
      <p:ext uri="{BB962C8B-B14F-4D97-AF65-F5344CB8AC3E}">
        <p14:creationId xmlns:p14="http://schemas.microsoft.com/office/powerpoint/2010/main" val="115587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Graphic spid="3" grpId="0">
        <p:bldAsOne/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7038" y="258122"/>
            <a:ext cx="7552312" cy="1325563"/>
          </a:xfrm>
        </p:spPr>
        <p:txBody>
          <a:bodyPr/>
          <a:lstStyle/>
          <a:p>
            <a:r>
              <a:rPr lang="en-US" dirty="0"/>
              <a:t>Agile Framework - 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769" y="1361873"/>
            <a:ext cx="9256541" cy="5496127"/>
          </a:xfrm>
        </p:spPr>
        <p:txBody>
          <a:bodyPr/>
          <a:lstStyle/>
          <a:p>
            <a:r>
              <a:rPr lang="en-US" dirty="0"/>
              <a:t>Based on continuous feedback</a:t>
            </a:r>
          </a:p>
          <a:p>
            <a:r>
              <a:rPr lang="en-US" dirty="0"/>
              <a:t>Getting product faster in the market since market is changing very rapidly</a:t>
            </a:r>
          </a:p>
          <a:p>
            <a:r>
              <a:rPr lang="en-US" dirty="0"/>
              <a:t>Focus on</a:t>
            </a:r>
          </a:p>
          <a:p>
            <a:pPr lvl="1"/>
            <a:r>
              <a:rPr lang="en-US" b="1" dirty="0"/>
              <a:t>Individuals and interactions </a:t>
            </a:r>
            <a:r>
              <a:rPr lang="en-US" dirty="0"/>
              <a:t>over processes and tools</a:t>
            </a:r>
          </a:p>
          <a:p>
            <a:pPr lvl="1"/>
            <a:r>
              <a:rPr lang="en-US" b="1" dirty="0"/>
              <a:t>Working software</a:t>
            </a:r>
            <a:r>
              <a:rPr lang="en-US" dirty="0"/>
              <a:t> over comprehensive documentation</a:t>
            </a:r>
          </a:p>
          <a:p>
            <a:pPr lvl="1"/>
            <a:r>
              <a:rPr lang="en-US" b="1" dirty="0"/>
              <a:t>Customer collaboration </a:t>
            </a:r>
            <a:r>
              <a:rPr lang="en-US" dirty="0"/>
              <a:t>over contract negotiations</a:t>
            </a:r>
          </a:p>
          <a:p>
            <a:pPr lvl="1"/>
            <a:r>
              <a:rPr lang="en-US" b="1" dirty="0"/>
              <a:t>Responding change </a:t>
            </a:r>
            <a:r>
              <a:rPr lang="en-US" dirty="0"/>
              <a:t>over following a plan</a:t>
            </a:r>
          </a:p>
          <a:p>
            <a:r>
              <a:rPr lang="en-US" dirty="0"/>
              <a:t>Scrum is modern approach because it follows all the guideline provided by the Manifesto for Agile software Development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agilemanifesto.org</a:t>
            </a:r>
            <a:r>
              <a:rPr lang="en-US" dirty="0"/>
              <a:t>/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95653" y="736236"/>
            <a:ext cx="671639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5.2.1</a:t>
            </a:r>
          </a:p>
        </p:txBody>
      </p:sp>
    </p:spTree>
    <p:extLst>
      <p:ext uri="{BB962C8B-B14F-4D97-AF65-F5344CB8AC3E}">
        <p14:creationId xmlns:p14="http://schemas.microsoft.com/office/powerpoint/2010/main" val="381712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9" name="Picture 2" descr="Image result for scrum frame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821" y="647115"/>
            <a:ext cx="8975097" cy="6027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8737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128" y="365126"/>
            <a:ext cx="7591222" cy="714645"/>
          </a:xfrm>
        </p:spPr>
        <p:txBody>
          <a:bodyPr/>
          <a:lstStyle/>
          <a:p>
            <a:r>
              <a:rPr lang="en-US" dirty="0"/>
              <a:t>Scrum -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079771"/>
            <a:ext cx="7886700" cy="5097193"/>
          </a:xfrm>
        </p:spPr>
        <p:txBody>
          <a:bodyPr/>
          <a:lstStyle/>
          <a:p>
            <a:r>
              <a:rPr lang="en-US" sz="2100" dirty="0"/>
              <a:t>Roles</a:t>
            </a:r>
          </a:p>
          <a:p>
            <a:pPr lvl="1"/>
            <a:r>
              <a:rPr lang="en-US" sz="1700" dirty="0"/>
              <a:t>Product Owner, Team, Scrum Master</a:t>
            </a:r>
          </a:p>
          <a:p>
            <a:r>
              <a:rPr lang="en-US" sz="2100" dirty="0"/>
              <a:t>Scrum List</a:t>
            </a:r>
          </a:p>
          <a:p>
            <a:pPr lvl="1"/>
            <a:r>
              <a:rPr lang="en-US" sz="1700" b="1" dirty="0"/>
              <a:t>Product Backlog</a:t>
            </a:r>
            <a:r>
              <a:rPr lang="en-US" sz="1700" dirty="0"/>
              <a:t> (User Stories, Requirements, Bugs), Basically an overall requirements</a:t>
            </a:r>
          </a:p>
          <a:p>
            <a:pPr lvl="1"/>
            <a:r>
              <a:rPr lang="en-US" sz="1700" b="1" dirty="0"/>
              <a:t>Sprint Backlog </a:t>
            </a:r>
            <a:r>
              <a:rPr lang="en-US" sz="1700" dirty="0"/>
              <a:t>(Selected requirement from a product backlog for a particular sprint)</a:t>
            </a:r>
            <a:endParaRPr lang="en-US" sz="1700" b="1" dirty="0"/>
          </a:p>
          <a:p>
            <a:r>
              <a:rPr lang="en-US" sz="2100" dirty="0"/>
              <a:t>Scrum Board</a:t>
            </a:r>
          </a:p>
          <a:p>
            <a:pPr lvl="1"/>
            <a:r>
              <a:rPr lang="en-US" sz="1700" dirty="0"/>
              <a:t>To do, in progress, done</a:t>
            </a:r>
          </a:p>
          <a:p>
            <a:r>
              <a:rPr lang="en-US" sz="2100" dirty="0"/>
              <a:t>Meetings </a:t>
            </a:r>
          </a:p>
          <a:p>
            <a:pPr lvl="1"/>
            <a:r>
              <a:rPr lang="en-US" sz="1700" dirty="0"/>
              <a:t>Sprint Planning (once for a given sprint)</a:t>
            </a:r>
          </a:p>
          <a:p>
            <a:pPr lvl="1"/>
            <a:r>
              <a:rPr lang="en-US" sz="1700" dirty="0"/>
              <a:t>Standup (Daily meeting: is everything going as per plan, any roadblocks?)</a:t>
            </a:r>
          </a:p>
          <a:p>
            <a:pPr lvl="1"/>
            <a:r>
              <a:rPr lang="en-US" sz="1700" dirty="0"/>
              <a:t>Review (As per needed, receiving feedback)</a:t>
            </a:r>
          </a:p>
          <a:p>
            <a:pPr lvl="1"/>
            <a:r>
              <a:rPr lang="en-US" sz="1700" dirty="0"/>
              <a:t>Retrospect (review the process itself)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0643" y="537781"/>
            <a:ext cx="671639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5.2.1</a:t>
            </a:r>
          </a:p>
        </p:txBody>
      </p:sp>
    </p:spTree>
    <p:extLst>
      <p:ext uri="{BB962C8B-B14F-4D97-AF65-F5344CB8AC3E}">
        <p14:creationId xmlns:p14="http://schemas.microsoft.com/office/powerpoint/2010/main" val="171396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1187668" y="365126"/>
            <a:ext cx="10602711" cy="775186"/>
          </a:xfrm>
        </p:spPr>
        <p:txBody>
          <a:bodyPr/>
          <a:lstStyle/>
          <a:p>
            <a:r>
              <a:rPr lang="en-US" dirty="0"/>
              <a:t>Development Methodologies</a:t>
            </a:r>
          </a:p>
        </p:txBody>
      </p:sp>
      <p:sp>
        <p:nvSpPr>
          <p:cNvPr id="5" name="Content Placeholder 5"/>
          <p:cNvSpPr txBox="1">
            <a:spLocks/>
          </p:cNvSpPr>
          <p:nvPr/>
        </p:nvSpPr>
        <p:spPr bwMode="auto">
          <a:xfrm>
            <a:off x="2152650" y="2098676"/>
            <a:ext cx="7886700" cy="4238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bg1"/>
                </a:solidFill>
              </a:rPr>
              <a:t>When to choose what methodology?</a:t>
            </a:r>
          </a:p>
        </p:txBody>
      </p:sp>
      <p:graphicFrame>
        <p:nvGraphicFramePr>
          <p:cNvPr id="3" name="Diagram 2"/>
          <p:cNvGraphicFramePr/>
          <p:nvPr/>
        </p:nvGraphicFramePr>
        <p:xfrm>
          <a:off x="2152650" y="2704562"/>
          <a:ext cx="7886700" cy="3760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01621" y="568053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5.0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14481" y="2125940"/>
            <a:ext cx="515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5.3</a:t>
            </a:r>
          </a:p>
        </p:txBody>
      </p:sp>
    </p:spTree>
    <p:extLst>
      <p:ext uri="{BB962C8B-B14F-4D97-AF65-F5344CB8AC3E}">
        <p14:creationId xmlns:p14="http://schemas.microsoft.com/office/powerpoint/2010/main" val="148899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2430308" y="365126"/>
            <a:ext cx="7609042" cy="1325563"/>
          </a:xfrm>
        </p:spPr>
        <p:txBody>
          <a:bodyPr/>
          <a:lstStyle/>
          <a:p>
            <a:r>
              <a:rPr lang="en-US" dirty="0"/>
              <a:t>Trends</a:t>
            </a:r>
          </a:p>
        </p:txBody>
      </p:sp>
      <p:sp>
        <p:nvSpPr>
          <p:cNvPr id="5" name="Content Placeholder 5"/>
          <p:cNvSpPr txBox="1">
            <a:spLocks/>
          </p:cNvSpPr>
          <p:nvPr/>
        </p:nvSpPr>
        <p:spPr bwMode="auto">
          <a:xfrm>
            <a:off x="2430308" y="2098676"/>
            <a:ext cx="7323292" cy="4238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chemeClr val="bg1"/>
                </a:solidFill>
              </a:rPr>
              <a:t>Cloud Computing</a:t>
            </a:r>
          </a:p>
        </p:txBody>
      </p:sp>
      <p:sp>
        <p:nvSpPr>
          <p:cNvPr id="6" name="Content Placeholder 5"/>
          <p:cNvSpPr txBox="1">
            <a:spLocks/>
          </p:cNvSpPr>
          <p:nvPr/>
        </p:nvSpPr>
        <p:spPr bwMode="auto">
          <a:xfrm>
            <a:off x="2152650" y="2930525"/>
            <a:ext cx="7886700" cy="196566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100">
                <a:latin typeface="Calibri" panose="020F050202020403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dirty="0"/>
              <a:t>Cloud Computing is the </a:t>
            </a:r>
            <a:r>
              <a:rPr lang="en-US" b="1" dirty="0"/>
              <a:t>delivery of computing services—servers, storage, databases, networking, software, analytics and more—over the Internet (“the cloud”). </a:t>
            </a:r>
          </a:p>
          <a:p>
            <a:r>
              <a:rPr lang="en-US" dirty="0"/>
              <a:t>Companies offering these computing services are called </a:t>
            </a:r>
            <a:r>
              <a:rPr lang="en-US" b="1" dirty="0"/>
              <a:t>cloud providers</a:t>
            </a:r>
            <a:r>
              <a:rPr lang="en-US" dirty="0"/>
              <a:t> and typically charge for cloud computing services based on usage, similar to how you are billed for water or electricity at home.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2024" y="843240"/>
            <a:ext cx="671639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6.0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37288" y="2125940"/>
            <a:ext cx="671639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6.1</a:t>
            </a:r>
          </a:p>
        </p:txBody>
      </p:sp>
      <p:sp>
        <p:nvSpPr>
          <p:cNvPr id="9" name="Content Placeholder 5"/>
          <p:cNvSpPr txBox="1">
            <a:spLocks/>
          </p:cNvSpPr>
          <p:nvPr/>
        </p:nvSpPr>
        <p:spPr bwMode="auto">
          <a:xfrm>
            <a:off x="2308926" y="1327775"/>
            <a:ext cx="7886700" cy="67403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100">
                <a:latin typeface="Calibri" panose="020F050202020403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dirty="0"/>
              <a:t>Understanding trend is important because it determines, what development paths to be taken</a:t>
            </a:r>
          </a:p>
        </p:txBody>
      </p:sp>
    </p:spTree>
    <p:extLst>
      <p:ext uri="{BB962C8B-B14F-4D97-AF65-F5344CB8AC3E}">
        <p14:creationId xmlns:p14="http://schemas.microsoft.com/office/powerpoint/2010/main" val="285774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build="p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Trends</a:t>
            </a:r>
          </a:p>
        </p:txBody>
      </p:sp>
      <p:sp>
        <p:nvSpPr>
          <p:cNvPr id="5" name="Content Placeholder 5"/>
          <p:cNvSpPr txBox="1">
            <a:spLocks/>
          </p:cNvSpPr>
          <p:nvPr/>
        </p:nvSpPr>
        <p:spPr bwMode="auto">
          <a:xfrm>
            <a:off x="2942637" y="1029532"/>
            <a:ext cx="7617134" cy="4238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chemeClr val="bg1"/>
                </a:solidFill>
              </a:rPr>
              <a:t>Cloud Computing - Types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224472500"/>
              </p:ext>
            </p:extLst>
          </p:nvPr>
        </p:nvGraphicFramePr>
        <p:xfrm>
          <a:off x="1167618" y="1804718"/>
          <a:ext cx="10438227" cy="44676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152650" y="1056796"/>
            <a:ext cx="566444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6.1</a:t>
            </a:r>
          </a:p>
        </p:txBody>
      </p:sp>
    </p:spTree>
    <p:extLst>
      <p:ext uri="{BB962C8B-B14F-4D97-AF65-F5344CB8AC3E}">
        <p14:creationId xmlns:p14="http://schemas.microsoft.com/office/powerpoint/2010/main" val="3321220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056E767-04F2-476F-8189-1E0D9D808E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DE2B120-9852-48A3-BB7E-34E03B4D88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F968584-2790-4629-BCED-565F70B497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2BEFEBB-C4E8-4F3E-8BD7-5FDD387749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70F5901-02BD-4E50-8B74-E359A99155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C122214-AF71-4712-A4BD-F7A39C3408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lvl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Trends</a:t>
            </a:r>
          </a:p>
        </p:txBody>
      </p:sp>
      <p:sp>
        <p:nvSpPr>
          <p:cNvPr id="5" name="Content Placeholder 5"/>
          <p:cNvSpPr txBox="1">
            <a:spLocks/>
          </p:cNvSpPr>
          <p:nvPr/>
        </p:nvSpPr>
        <p:spPr bwMode="auto">
          <a:xfrm>
            <a:off x="2406032" y="2098676"/>
            <a:ext cx="7355660" cy="4238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chemeClr val="bg1"/>
                </a:solidFill>
              </a:rPr>
              <a:t>Big Data</a:t>
            </a:r>
          </a:p>
        </p:txBody>
      </p:sp>
      <p:sp>
        <p:nvSpPr>
          <p:cNvPr id="6" name="Content Placeholder 5"/>
          <p:cNvSpPr txBox="1">
            <a:spLocks/>
          </p:cNvSpPr>
          <p:nvPr/>
        </p:nvSpPr>
        <p:spPr bwMode="auto">
          <a:xfrm>
            <a:off x="2152650" y="2930526"/>
            <a:ext cx="7886700" cy="138396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100">
                <a:latin typeface="Calibri" panose="020F050202020403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dirty="0"/>
              <a:t>Extremely large data sets that may be analyzed computationally to reveal patterns, trends, and associations, especially relating to human behavior and interactions. (BI applications)</a:t>
            </a:r>
          </a:p>
          <a:p>
            <a:r>
              <a:rPr lang="en-US" dirty="0"/>
              <a:t>Concept Involved: Data Mining, AI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32230" y="2125940"/>
            <a:ext cx="520421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6.2</a:t>
            </a:r>
          </a:p>
        </p:txBody>
      </p:sp>
    </p:spTree>
    <p:extLst>
      <p:ext uri="{BB962C8B-B14F-4D97-AF65-F5344CB8AC3E}">
        <p14:creationId xmlns:p14="http://schemas.microsoft.com/office/powerpoint/2010/main" val="55762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Trends</a:t>
            </a:r>
          </a:p>
        </p:txBody>
      </p:sp>
      <p:sp>
        <p:nvSpPr>
          <p:cNvPr id="38915" name="Content Placeholder 5"/>
          <p:cNvSpPr txBox="1">
            <a:spLocks/>
          </p:cNvSpPr>
          <p:nvPr/>
        </p:nvSpPr>
        <p:spPr bwMode="auto">
          <a:xfrm>
            <a:off x="2422216" y="2098676"/>
            <a:ext cx="7444672" cy="4238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chemeClr val="bg1"/>
                </a:solidFill>
              </a:rPr>
              <a:t>Big Data</a:t>
            </a:r>
          </a:p>
        </p:txBody>
      </p:sp>
      <p:graphicFrame>
        <p:nvGraphicFramePr>
          <p:cNvPr id="3" name="Diagram 2"/>
          <p:cNvGraphicFramePr/>
          <p:nvPr/>
        </p:nvGraphicFramePr>
        <p:xfrm>
          <a:off x="2152650" y="2691685"/>
          <a:ext cx="7886700" cy="1725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51" y="4541839"/>
            <a:ext cx="1971675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214" y="4570414"/>
            <a:ext cx="1933575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300" y="4619626"/>
            <a:ext cx="192405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632229" y="2125940"/>
            <a:ext cx="566444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6.2</a:t>
            </a:r>
          </a:p>
        </p:txBody>
      </p:sp>
    </p:spTree>
    <p:extLst>
      <p:ext uri="{BB962C8B-B14F-4D97-AF65-F5344CB8AC3E}">
        <p14:creationId xmlns:p14="http://schemas.microsoft.com/office/powerpoint/2010/main" val="791197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3C02356-D3DD-4302-839D-DB0D914BAA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F1081FF-3B21-499E-AA67-1270B8A7E8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6F5E637-6C13-444D-883E-F3CD7FE832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052BD16-3555-43BF-89A2-638256E28D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60D91ED-1C04-423A-AEB6-F9B19426F8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33206EF-D4A4-42E1-8756-43BBBCF3EC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Trends</a:t>
            </a:r>
          </a:p>
        </p:txBody>
      </p:sp>
      <p:sp>
        <p:nvSpPr>
          <p:cNvPr id="39939" name="Content Placeholder 5"/>
          <p:cNvSpPr txBox="1">
            <a:spLocks/>
          </p:cNvSpPr>
          <p:nvPr/>
        </p:nvSpPr>
        <p:spPr bwMode="auto">
          <a:xfrm>
            <a:off x="2414124" y="2098676"/>
            <a:ext cx="7307108" cy="4238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chemeClr val="bg1"/>
                </a:solidFill>
              </a:rPr>
              <a:t>IoT (Internet of Things)</a:t>
            </a:r>
          </a:p>
        </p:txBody>
      </p:sp>
      <p:sp>
        <p:nvSpPr>
          <p:cNvPr id="39940" name="Content Placeholder 5"/>
          <p:cNvSpPr txBox="1">
            <a:spLocks/>
          </p:cNvSpPr>
          <p:nvPr/>
        </p:nvSpPr>
        <p:spPr bwMode="auto">
          <a:xfrm>
            <a:off x="2152650" y="2930526"/>
            <a:ext cx="7886700" cy="154657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100">
                <a:latin typeface="Calibri" panose="020F050202020403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dirty="0"/>
              <a:t>The Internet of Things (IoT) is a system of </a:t>
            </a:r>
            <a:r>
              <a:rPr lang="en-US" b="1" dirty="0"/>
              <a:t>interrelated computing devices</a:t>
            </a:r>
            <a:r>
              <a:rPr lang="en-US" dirty="0"/>
              <a:t>, mechanical and digital machines, objects, animals or people that are provided with unique identifiers and the ability to transfer data over a network without requiring human-to-human or human-to-computer interaction.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2229" y="2125940"/>
            <a:ext cx="566444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6.3</a:t>
            </a:r>
          </a:p>
        </p:txBody>
      </p:sp>
    </p:spTree>
    <p:extLst>
      <p:ext uri="{BB962C8B-B14F-4D97-AF65-F5344CB8AC3E}">
        <p14:creationId xmlns:p14="http://schemas.microsoft.com/office/powerpoint/2010/main" val="1868092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Trends</a:t>
            </a:r>
          </a:p>
        </p:txBody>
      </p:sp>
      <p:sp>
        <p:nvSpPr>
          <p:cNvPr id="40963" name="Content Placeholder 5"/>
          <p:cNvSpPr txBox="1">
            <a:spLocks/>
          </p:cNvSpPr>
          <p:nvPr/>
        </p:nvSpPr>
        <p:spPr bwMode="auto">
          <a:xfrm>
            <a:off x="2325111" y="581407"/>
            <a:ext cx="7541777" cy="4238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chemeClr val="bg1"/>
                </a:solidFill>
              </a:rPr>
              <a:t>IoT (Internet of Things)</a:t>
            </a:r>
          </a:p>
        </p:txBody>
      </p:sp>
      <p:pic>
        <p:nvPicPr>
          <p:cNvPr id="40964" name="Picture 4" descr="Image result for Io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728" y="1309897"/>
            <a:ext cx="9040544" cy="4420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325111" y="653835"/>
            <a:ext cx="566444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6.3</a:t>
            </a:r>
          </a:p>
        </p:txBody>
      </p:sp>
      <p:sp>
        <p:nvSpPr>
          <p:cNvPr id="2" name="Rectangle 1"/>
          <p:cNvSpPr/>
          <p:nvPr/>
        </p:nvSpPr>
        <p:spPr>
          <a:xfrm>
            <a:off x="1931779" y="6435174"/>
            <a:ext cx="59039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https://www.youtube.com/watch?v=LlhmzVL5bm8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931779" y="5924786"/>
            <a:ext cx="7478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https://www.youtube.com/watch?v=QSIPNhOiMoE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2872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Trends</a:t>
            </a:r>
          </a:p>
        </p:txBody>
      </p:sp>
      <p:sp>
        <p:nvSpPr>
          <p:cNvPr id="41987" name="Content Placeholder 5"/>
          <p:cNvSpPr txBox="1">
            <a:spLocks/>
          </p:cNvSpPr>
          <p:nvPr/>
        </p:nvSpPr>
        <p:spPr bwMode="auto">
          <a:xfrm>
            <a:off x="2365572" y="2098676"/>
            <a:ext cx="7420396" cy="4238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chemeClr val="bg1"/>
                </a:solidFill>
              </a:rPr>
              <a:t>Block Chain</a:t>
            </a:r>
          </a:p>
        </p:txBody>
      </p:sp>
      <p:sp>
        <p:nvSpPr>
          <p:cNvPr id="41988" name="Content Placeholder 5"/>
          <p:cNvSpPr txBox="1">
            <a:spLocks/>
          </p:cNvSpPr>
          <p:nvPr/>
        </p:nvSpPr>
        <p:spPr bwMode="auto">
          <a:xfrm>
            <a:off x="2152650" y="2930526"/>
            <a:ext cx="7886700" cy="209390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100">
                <a:latin typeface="Calibri" panose="020F050202020403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dirty="0"/>
              <a:t>Block chain is the world's leading </a:t>
            </a:r>
            <a:r>
              <a:rPr lang="en-US" b="1" dirty="0"/>
              <a:t>software platform for digital assets</a:t>
            </a:r>
            <a:r>
              <a:rPr lang="en-US" dirty="0"/>
              <a:t>. Offering the largest production block chain platform in the world, we are using new technology to build a radically better financial system</a:t>
            </a:r>
          </a:p>
          <a:p>
            <a:endParaRPr lang="en-US" dirty="0"/>
          </a:p>
          <a:p>
            <a:r>
              <a:rPr lang="en-US" dirty="0"/>
              <a:t>Example: Bitcoin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2229" y="2125940"/>
            <a:ext cx="566444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6.4</a:t>
            </a:r>
          </a:p>
        </p:txBody>
      </p:sp>
    </p:spTree>
    <p:extLst>
      <p:ext uri="{BB962C8B-B14F-4D97-AF65-F5344CB8AC3E}">
        <p14:creationId xmlns:p14="http://schemas.microsoft.com/office/powerpoint/2010/main" val="41455371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Trends</a:t>
            </a:r>
          </a:p>
        </p:txBody>
      </p:sp>
      <p:sp>
        <p:nvSpPr>
          <p:cNvPr id="43011" name="Content Placeholder 5"/>
          <p:cNvSpPr txBox="1">
            <a:spLocks/>
          </p:cNvSpPr>
          <p:nvPr/>
        </p:nvSpPr>
        <p:spPr bwMode="auto">
          <a:xfrm>
            <a:off x="2519320" y="1402761"/>
            <a:ext cx="7584766" cy="4238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chemeClr val="bg1"/>
                </a:solidFill>
              </a:rPr>
              <a:t>Block Chain</a:t>
            </a:r>
          </a:p>
        </p:txBody>
      </p:sp>
      <p:pic>
        <p:nvPicPr>
          <p:cNvPr id="43012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820" y="2031102"/>
            <a:ext cx="7374267" cy="447892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48413" y="1430025"/>
            <a:ext cx="566444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6.4</a:t>
            </a:r>
          </a:p>
        </p:txBody>
      </p:sp>
    </p:spTree>
    <p:extLst>
      <p:ext uri="{BB962C8B-B14F-4D97-AF65-F5344CB8AC3E}">
        <p14:creationId xmlns:p14="http://schemas.microsoft.com/office/powerpoint/2010/main" val="3596287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1264</TotalTime>
  <Words>1833</Words>
  <Application>Microsoft Macintosh PowerPoint</Application>
  <PresentationFormat>Widescreen</PresentationFormat>
  <Paragraphs>259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Office Theme</vt:lpstr>
      <vt:lpstr>Software Engineering</vt:lpstr>
      <vt:lpstr>PowerPoint Presentation</vt:lpstr>
      <vt:lpstr>Development Strategy - Overview</vt:lpstr>
      <vt:lpstr>The Impact of Internet</vt:lpstr>
      <vt:lpstr>Traditional VS Modern Approach</vt:lpstr>
      <vt:lpstr>Software as a Service (SaaS)</vt:lpstr>
      <vt:lpstr>Software as a Service (SaaS)</vt:lpstr>
      <vt:lpstr>Software as a Service (SaaS)</vt:lpstr>
      <vt:lpstr>Advantages of Software as a Service (SaaS)</vt:lpstr>
      <vt:lpstr>Outsourcing</vt:lpstr>
      <vt:lpstr>Outsourcing</vt:lpstr>
      <vt:lpstr>Outsourcing</vt:lpstr>
      <vt:lpstr>Outsourcing</vt:lpstr>
      <vt:lpstr>Software: Make it or Buy it?</vt:lpstr>
      <vt:lpstr>Make or Buy</vt:lpstr>
      <vt:lpstr>Make or Buy</vt:lpstr>
      <vt:lpstr>Development Methodologies</vt:lpstr>
      <vt:lpstr>Development Methodologies</vt:lpstr>
      <vt:lpstr>Development Methodologies</vt:lpstr>
      <vt:lpstr>Development Methodologies</vt:lpstr>
      <vt:lpstr>Agile Framework - SCRUM</vt:lpstr>
      <vt:lpstr>PowerPoint Presentation</vt:lpstr>
      <vt:lpstr>Scrum - Terminology</vt:lpstr>
      <vt:lpstr>Development Methodologies</vt:lpstr>
      <vt:lpstr>Trends</vt:lpstr>
      <vt:lpstr>Trends</vt:lpstr>
      <vt:lpstr>Trends</vt:lpstr>
      <vt:lpstr>Trends</vt:lpstr>
      <vt:lpstr>Trends</vt:lpstr>
      <vt:lpstr>Trends</vt:lpstr>
      <vt:lpstr>Trends</vt:lpstr>
      <vt:lpstr>Trends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Lecture 1</dc:title>
  <dc:creator>Microsoft Office User</dc:creator>
  <cp:lastModifiedBy>Microsoft Office User</cp:lastModifiedBy>
  <cp:revision>200</cp:revision>
  <dcterms:created xsi:type="dcterms:W3CDTF">2019-10-24T04:08:52Z</dcterms:created>
  <dcterms:modified xsi:type="dcterms:W3CDTF">2020-01-18T07:14:05Z</dcterms:modified>
</cp:coreProperties>
</file>