
<file path=[Content_Types].xml><?xml version="1.0" encoding="utf-8"?>
<Types xmlns="http://schemas.openxmlformats.org/package/2006/content-types">
  <Override PartName="/_rels/.rels" ContentType="application/vnd.openxmlformats-package.relationships+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_rels/presentation.xml.rels" ContentType="application/vnd.openxmlformats-package.relationships+xml"/>
  <Override PartName="/ppt/notesSlides/_rels/notesSlide26.xml.rels" ContentType="application/vnd.openxmlformats-package.relationships+xml"/>
  <Override PartName="/ppt/notesSlides/_rels/notesSlide25.xml.rels" ContentType="application/vnd.openxmlformats-package.relationships+xml"/>
  <Override PartName="/ppt/notesSlides/_rels/notesSlide19.xml.rels" ContentType="application/vnd.openxmlformats-package.relationships+xml"/>
  <Override PartName="/ppt/notesSlides/_rels/notesSlide7.xml.rels" ContentType="application/vnd.openxmlformats-package.relationships+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24.xml.rels" ContentType="application/vnd.openxmlformats-package.relationships+xml"/>
  <Override PartName="/ppt/notesSlides/_rels/notesSlide18.xml.rels" ContentType="application/vnd.openxmlformats-package.relationships+xml"/>
  <Override PartName="/ppt/notesSlides/_rels/notesSlide3.xml.rels" ContentType="application/vnd.openxmlformats-package.relationships+xml"/>
  <Override PartName="/ppt/notesSlides/_rels/notesSlide22.xml.rels" ContentType="application/vnd.openxmlformats-package.relationships+xml"/>
  <Override PartName="/ppt/notesSlides/_rels/notesSlide16.xml.rels" ContentType="application/vnd.openxmlformats-package.relationships+xml"/>
  <Override PartName="/ppt/notesSlides/_rels/notesSlide4.xml.rels" ContentType="application/vnd.openxmlformats-package.relationships+xml"/>
  <Override PartName="/ppt/notesSlides/_rels/notesSlide23.xml.rels" ContentType="application/vnd.openxmlformats-package.relationships+xml"/>
  <Override PartName="/ppt/notesSlides/_rels/notesSlide17.xml.rels" ContentType="application/vnd.openxmlformats-package.relationships+xml"/>
  <Override PartName="/ppt/notesSlides/_rels/notesSlide8.xml.rels" ContentType="application/vnd.openxmlformats-package.relationships+xml"/>
  <Override PartName="/ppt/notesSlides/_rels/notesSlide9.xml.rels" ContentType="application/vnd.openxmlformats-package.relationships+xml"/>
  <Override PartName="/ppt/notesSlides/_rels/notesSlide14.xml.rels" ContentType="application/vnd.openxmlformats-package.relationships+xml"/>
  <Override PartName="/ppt/notesSlides/_rels/notesSlide10.xml.rels" ContentType="application/vnd.openxmlformats-package.relationships+xml"/>
  <Override PartName="/ppt/notesSlides/_rels/notesSlide11.xml.rels" ContentType="application/vnd.openxmlformats-package.relationships+xml"/>
  <Override PartName="/ppt/notesSlides/_rels/notesSlide12.xml.rels" ContentType="application/vnd.openxmlformats-package.relationships+xml"/>
  <Override PartName="/ppt/notesSlides/_rels/notesSlide13.xml.rels" ContentType="application/vnd.openxmlformats-package.relationships+xml"/>
  <Override PartName="/ppt/notesSlides/_rels/notesSlide21.xml.rels" ContentType="application/vnd.openxmlformats-package.relationships+xml"/>
  <Override PartName="/ppt/notesSlides/_rels/notesSlide20.xml.rels" ContentType="application/vnd.openxmlformats-package.relationships+xml"/>
  <Override PartName="/ppt/notesSlides/_rels/notesSlide15.xml.rels" ContentType="application/vnd.openxmlformats-package.relationships+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9.xml" ContentType="application/vnd.openxmlformats-officedocument.presentationml.notesSlide+xml"/>
  <Override PartName="/ppt/notesSlides/notesSlide26.xml" ContentType="application/vnd.openxmlformats-officedocument.presentationml.notesSlide+xml"/>
  <Override PartName="/ppt/notesSlides/notesSlide25.xml" ContentType="application/vnd.openxmlformats-officedocument.presentationml.notesSlide+xml"/>
  <Override PartName="/ppt/notesSlides/notesSlide24.xml" ContentType="application/vnd.openxmlformats-officedocument.presentationml.notesSlide+xml"/>
  <Override PartName="/ppt/notesSlides/notesSlide23.xml" ContentType="application/vnd.openxmlformats-officedocument.presentationml.notesSlide+xml"/>
  <Override PartName="/ppt/notesSlides/notesSlide22.xml" ContentType="application/vnd.openxmlformats-officedocument.presentationml.notesSlide+xml"/>
  <Override PartName="/ppt/notesSlides/notesSlide21.xml" ContentType="application/vnd.openxmlformats-officedocument.presentationml.notesSlide+xml"/>
  <Override PartName="/ppt/notesSlides/notesSlide20.xml" ContentType="application/vnd.openxmlformats-officedocument.presentationml.notesSlide+xml"/>
  <Override PartName="/ppt/notesSlides/notesSlide19.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media/image55.tif" ContentType="image/tiff"/>
  <Override PartName="/ppt/media/image54.png" ContentType="image/png"/>
  <Override PartName="/ppt/media/image52.png" ContentType="image/png"/>
  <Override PartName="/ppt/media/image50.png" ContentType="image/png"/>
  <Override PartName="/ppt/media/image49.tif" ContentType="image/tiff"/>
  <Override PartName="/ppt/media/image45.png" ContentType="image/png"/>
  <Override PartName="/ppt/media/image43.png" ContentType="image/png"/>
  <Override PartName="/ppt/media/image41.png" ContentType="image/png"/>
  <Override PartName="/ppt/media/image39.png" ContentType="image/png"/>
  <Override PartName="/ppt/media/image38.tif" ContentType="image/tiff"/>
  <Override PartName="/ppt/media/image37.png" ContentType="image/png"/>
  <Override PartName="/ppt/media/image14.tif" ContentType="image/tiff"/>
  <Override PartName="/ppt/media/image12.tif" ContentType="image/tiff"/>
  <Override PartName="/ppt/media/image10.tif" ContentType="image/tiff"/>
  <Override PartName="/ppt/media/image16.tif" ContentType="image/tiff"/>
  <Override PartName="/ppt/media/image18.tif" ContentType="image/tiff"/>
  <Override PartName="/ppt/media/image20.tif" ContentType="image/tiff"/>
  <Override PartName="/ppt/media/image47.tif" ContentType="image/tiff"/>
  <Override PartName="/ppt/media/image22.tif" ContentType="image/tiff"/>
  <Override PartName="/ppt/media/image25.tif" ContentType="image/tiff"/>
  <Override PartName="/ppt/media/image27.tif" ContentType="image/tiff"/>
  <Override PartName="/ppt/media/image29.tif" ContentType="image/tiff"/>
  <Override PartName="/ppt/media/image31.tif" ContentType="image/tiff"/>
  <Override PartName="/ppt/media/image33.tif" ContentType="image/tiff"/>
  <Override PartName="/ppt/media/image36.tif" ContentType="image/tiff"/>
  <Override PartName="/ppt/media/image9.png" ContentType="image/png"/>
  <Override PartName="/ppt/media/image7.png" ContentType="image/png"/>
  <Override PartName="/ppt/media/image3.png" ContentType="image/png"/>
  <Override PartName="/ppt/media/image5.png" ContentType="image/png"/>
  <Override PartName="/ppt/media/image1.png" ContentType="image/png"/>
  <Override PartName="/ppt/media/image40.tif" ContentType="image/tiff"/>
  <Override PartName="/ppt/media/image15.png" ContentType="image/png"/>
  <Override PartName="/ppt/media/image42.tif" ContentType="image/tiff"/>
  <Override PartName="/ppt/media/image17.png" ContentType="image/png"/>
  <Override PartName="/ppt/media/image44.tif" ContentType="image/tiff"/>
  <Override PartName="/ppt/media/image19.png" ContentType="image/png"/>
  <Override PartName="/ppt/media/image46.png" ContentType="image/png"/>
  <Override PartName="/ppt/media/image21.png" ContentType="image/png"/>
  <Override PartName="/ppt/media/image48.png" ContentType="image/png"/>
  <Override PartName="/ppt/media/image23.png" ContentType="image/png"/>
  <Override PartName="/ppt/media/image24.png" ContentType="image/png"/>
  <Override PartName="/ppt/media/image51.tif" ContentType="image/tiff"/>
  <Override PartName="/ppt/media/image26.png" ContentType="image/png"/>
  <Override PartName="/ppt/media/image53.tif" ContentType="image/tiff"/>
  <Override PartName="/ppt/media/image28.png" ContentType="image/png"/>
  <Override PartName="/ppt/media/image30.png" ContentType="image/png"/>
  <Override PartName="/ppt/media/image35.png" ContentType="image/png"/>
  <Override PartName="/ppt/media/image32.png" ContentType="image/png"/>
  <Override PartName="/ppt/media/image2.tif" ContentType="image/tiff"/>
  <Override PartName="/ppt/media/image13.png" ContentType="image/png"/>
  <Override PartName="/ppt/media/image8.tif" ContentType="image/tiff"/>
  <Override PartName="/ppt/media/image34.png" ContentType="image/png"/>
  <Override PartName="/ppt/media/image4.tif" ContentType="image/tiff"/>
  <Override PartName="/ppt/media/image11.png" ContentType="image/png"/>
  <Override PartName="/ppt/media/image6.tif" ContentType="image/tiff"/>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presentation.xml" ContentType="application/vnd.openxmlformats-officedocument.presentationml.presentation.main+xml"/>
  <Override PartName="/ppt/theme/theme3.xml" ContentType="application/vnd.openxmlformats-officedocument.theme+xml"/>
  <Override PartName="/ppt/theme/theme1.xml" ContentType="application/vnd.openxmlformats-officedocument.theme+xml"/>
  <Override PartName="/ppt/theme/theme2.xml" ContentType="application/vnd.openxmlformats-officedocument.theme+xml"/>
  <Override PartName="/ppt/slideLayouts/_rels/slideLayout24.xml.rels" ContentType="application/vnd.openxmlformats-package.relationships+xml"/>
  <Override PartName="/ppt/slideLayouts/_rels/slideLayout23.xml.rels" ContentType="application/vnd.openxmlformats-package.relationships+xml"/>
  <Override PartName="/ppt/slideLayouts/_rels/slideLayout22.xml.rels" ContentType="application/vnd.openxmlformats-package.relationships+xml"/>
  <Override PartName="/ppt/slideLayouts/_rels/slideLayout21.xml.rels" ContentType="application/vnd.openxmlformats-package.relationships+xml"/>
  <Override PartName="/ppt/slideLayouts/_rels/slideLayout20.xml.rels" ContentType="application/vnd.openxmlformats-package.relationships+xml"/>
  <Override PartName="/ppt/slideLayouts/_rels/slideLayout19.xml.rels" ContentType="application/vnd.openxmlformats-package.relationships+xml"/>
  <Override PartName="/ppt/slideLayouts/_rels/slideLayout6.xml.rels" ContentType="application/vnd.openxmlformats-package.relationships+xml"/>
  <Override PartName="/ppt/slideLayouts/_rels/slideLayout5.xml.rels" ContentType="application/vnd.openxmlformats-package.relationships+xml"/>
  <Override PartName="/ppt/slideLayouts/_rels/slideLayout14.xml.rels" ContentType="application/vnd.openxmlformats-package.relationships+xml"/>
  <Override PartName="/ppt/slideLayouts/_rels/slideLayout13.xml.rels" ContentType="application/vnd.openxmlformats-package.relationships+xml"/>
  <Override PartName="/ppt/slideLayouts/_rels/slideLayout18.xml.rels" ContentType="application/vnd.openxmlformats-package.relationships+xml"/>
  <Override PartName="/ppt/slideLayouts/_rels/slideLayout4.xml.rels" ContentType="application/vnd.openxmlformats-package.relationships+xml"/>
  <Override PartName="/ppt/slideLayouts/_rels/slideLayout12.xml.rels" ContentType="application/vnd.openxmlformats-package.relationships+xml"/>
  <Override PartName="/ppt/slideLayouts/_rels/slideLayout17.xml.rels" ContentType="application/vnd.openxmlformats-package.relationships+xml"/>
  <Override PartName="/ppt/slideLayouts/_rels/slideLayout3.xml.rels" ContentType="application/vnd.openxmlformats-package.relationships+xml"/>
  <Override PartName="/ppt/slideLayouts/_rels/slideLayout11.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7.xml.rels" ContentType="application/vnd.openxmlformats-package.relationships+xml"/>
  <Override PartName="/ppt/slideLayouts/_rels/slideLayout1.xml.rels" ContentType="application/vnd.openxmlformats-package.relationships+xml"/>
  <Override PartName="/ppt/slideLayouts/_rels/slideLayout15.xml.rels" ContentType="application/vnd.openxmlformats-package.relationships+xml"/>
  <Override PartName="/ppt/slideLayouts/_rels/slideLayout8.xml.rels" ContentType="application/vnd.openxmlformats-package.relationships+xml"/>
  <Override PartName="/ppt/slideLayouts/_rels/slideLayout2.xml.rels" ContentType="application/vnd.openxmlformats-package.relationships+xml"/>
  <Override PartName="/ppt/slideLayouts/_rels/slideLayout16.xml.rels" ContentType="application/vnd.openxmlformats-package.relationships+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24.xml" ContentType="application/vnd.openxmlformats-officedocument.presentationml.slideLayout+xml"/>
  <Override PartName="/ppt/slideLayouts/slideLayout23.xml" ContentType="application/vnd.openxmlformats-officedocument.presentationml.slideLayout+xml"/>
  <Override PartName="/ppt/slideLayouts/slideLayout22.xml" ContentType="application/vnd.openxmlformats-officedocument.presentationml.slideLayout+xml"/>
  <Override PartName="/ppt/slideLayouts/slideLayout21.xml" ContentType="application/vnd.openxmlformats-officedocument.presentationml.slideLayout+xml"/>
  <Override PartName="/ppt/slideLayouts/slideLayout20.xml" ContentType="application/vnd.openxmlformats-officedocument.presentationml.slideLayout+xml"/>
  <Override PartName="/ppt/slideLayouts/slideLayout19.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_rels/slide26.xml.rels" ContentType="application/vnd.openxmlformats-package.relationships+xml"/>
  <Override PartName="/ppt/slides/_rels/slide25.xml.rels" ContentType="application/vnd.openxmlformats-package.relationships+xml"/>
  <Override PartName="/ppt/slides/_rels/slide24.xml.rels" ContentType="application/vnd.openxmlformats-package.relationships+xml"/>
  <Override PartName="/ppt/slides/_rels/slide23.xml.rels" ContentType="application/vnd.openxmlformats-package.relationships+xml"/>
  <Override PartName="/ppt/slides/_rels/slide22.xml.rels" ContentType="application/vnd.openxmlformats-package.relationships+xml"/>
  <Override PartName="/ppt/slides/_rels/slide21.xml.rels" ContentType="application/vnd.openxmlformats-package.relationships+xml"/>
  <Override PartName="/ppt/slides/_rels/slide20.xml.rels" ContentType="application/vnd.openxmlformats-package.relationships+xml"/>
  <Override PartName="/ppt/slides/_rels/slide19.xml.rels" ContentType="application/vnd.openxmlformats-package.relationships+xml"/>
  <Override PartName="/ppt/slides/_rels/slide18.xml.rels" ContentType="application/vnd.openxmlformats-package.relationships+xml"/>
  <Override PartName="/ppt/slides/_rels/slide1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1.xml.rels" ContentType="application/vnd.openxmlformats-package.relationships+xml"/>
  <Override PartName="/ppt/slides/_rels/slide9.xml.rels" ContentType="application/vnd.openxmlformats-package.relationships+xml"/>
  <Override PartName="/ppt/slides/_rels/slide2.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Lst>
  <p:sldSz cx="12192000" cy="6858000"/>
  <p:notesSz cx="6858000" cy="9144000"/>
</p:presentation>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 name="PlaceHolder 1"/>
          <p:cNvSpPr>
            <a:spLocks noGrp="1"/>
          </p:cNvSpPr>
          <p:nvPr>
            <p:ph type="sldImg"/>
          </p:nvPr>
        </p:nvSpPr>
        <p:spPr>
          <a:xfrm>
            <a:off x="533520" y="764280"/>
            <a:ext cx="6704640" cy="3771360"/>
          </a:xfrm>
          <a:prstGeom prst="rect">
            <a:avLst/>
          </a:prstGeom>
        </p:spPr>
        <p:txBody>
          <a:bodyPr lIns="0" rIns="0" tIns="0" bIns="0" anchor="ctr"/>
          <a:p>
            <a:pPr algn="ctr"/>
            <a:r>
              <a:rPr b="0" lang="en-US" sz="4400" spc="-1" strike="noStrike">
                <a:latin typeface="Arial"/>
              </a:rPr>
              <a:t>Click to move the slide</a:t>
            </a:r>
            <a:endParaRPr b="0" lang="en-US" sz="4400" spc="-1" strike="noStrike">
              <a:latin typeface="Arial"/>
            </a:endParaRPr>
          </a:p>
        </p:txBody>
      </p:sp>
      <p:sp>
        <p:nvSpPr>
          <p:cNvPr id="77" name="PlaceHolder 2"/>
          <p:cNvSpPr>
            <a:spLocks noGrp="1"/>
          </p:cNvSpPr>
          <p:nvPr>
            <p:ph type="body"/>
          </p:nvPr>
        </p:nvSpPr>
        <p:spPr>
          <a:xfrm>
            <a:off x="777240" y="4777560"/>
            <a:ext cx="6217560" cy="4525920"/>
          </a:xfrm>
          <a:prstGeom prst="rect">
            <a:avLst/>
          </a:prstGeom>
        </p:spPr>
        <p:txBody>
          <a:bodyPr lIns="0" rIns="0" tIns="0" bIns="0"/>
          <a:p>
            <a:r>
              <a:rPr b="0" lang="en-US" sz="2000" spc="-1" strike="noStrike">
                <a:latin typeface="Arial"/>
              </a:rPr>
              <a:t>Click to edit the notes format</a:t>
            </a:r>
            <a:endParaRPr b="0" lang="en-US" sz="2000" spc="-1" strike="noStrike">
              <a:latin typeface="Arial"/>
            </a:endParaRPr>
          </a:p>
        </p:txBody>
      </p:sp>
      <p:sp>
        <p:nvSpPr>
          <p:cNvPr id="78" name="PlaceHolder 3"/>
          <p:cNvSpPr>
            <a:spLocks noGrp="1"/>
          </p:cNvSpPr>
          <p:nvPr>
            <p:ph type="hdr"/>
          </p:nvPr>
        </p:nvSpPr>
        <p:spPr>
          <a:xfrm>
            <a:off x="0" y="0"/>
            <a:ext cx="3372840" cy="502560"/>
          </a:xfrm>
          <a:prstGeom prst="rect">
            <a:avLst/>
          </a:prstGeom>
        </p:spPr>
        <p:txBody>
          <a:bodyPr lIns="0" rIns="0" tIns="0" bIns="0"/>
          <a:p>
            <a:r>
              <a:rPr b="0" lang="en-US" sz="1400" spc="-1" strike="noStrike">
                <a:latin typeface="Times New Roman"/>
              </a:rPr>
              <a:t> </a:t>
            </a:r>
            <a:endParaRPr b="0" lang="en-US" sz="1400" spc="-1" strike="noStrike">
              <a:latin typeface="Times New Roman"/>
            </a:endParaRPr>
          </a:p>
        </p:txBody>
      </p:sp>
      <p:sp>
        <p:nvSpPr>
          <p:cNvPr id="79" name="PlaceHolder 4"/>
          <p:cNvSpPr>
            <a:spLocks noGrp="1"/>
          </p:cNvSpPr>
          <p:nvPr>
            <p:ph type="dt"/>
          </p:nvPr>
        </p:nvSpPr>
        <p:spPr>
          <a:xfrm>
            <a:off x="4399200" y="0"/>
            <a:ext cx="3372840" cy="502560"/>
          </a:xfrm>
          <a:prstGeom prst="rect">
            <a:avLst/>
          </a:prstGeom>
        </p:spPr>
        <p:txBody>
          <a:bodyPr lIns="0" rIns="0" tIns="0" bIns="0"/>
          <a:p>
            <a:pPr algn="r"/>
            <a:r>
              <a:rPr b="0" lang="en-US" sz="1400" spc="-1" strike="noStrike">
                <a:latin typeface="Times New Roman"/>
              </a:rPr>
              <a:t> </a:t>
            </a:r>
            <a:endParaRPr b="0" lang="en-US" sz="1400" spc="-1" strike="noStrike">
              <a:latin typeface="Times New Roman"/>
            </a:endParaRPr>
          </a:p>
        </p:txBody>
      </p:sp>
      <p:sp>
        <p:nvSpPr>
          <p:cNvPr id="80" name="PlaceHolder 5"/>
          <p:cNvSpPr>
            <a:spLocks noGrp="1"/>
          </p:cNvSpPr>
          <p:nvPr>
            <p:ph type="ftr"/>
          </p:nvPr>
        </p:nvSpPr>
        <p:spPr>
          <a:xfrm>
            <a:off x="0" y="9555480"/>
            <a:ext cx="3372840" cy="502560"/>
          </a:xfrm>
          <a:prstGeom prst="rect">
            <a:avLst/>
          </a:prstGeom>
        </p:spPr>
        <p:txBody>
          <a:bodyPr lIns="0" rIns="0" tIns="0" bIns="0" anchor="b"/>
          <a:p>
            <a:r>
              <a:rPr b="0" lang="en-US" sz="1400" spc="-1" strike="noStrike">
                <a:latin typeface="Times New Roman"/>
              </a:rPr>
              <a:t> </a:t>
            </a:r>
            <a:endParaRPr b="0" lang="en-US" sz="1400" spc="-1" strike="noStrike">
              <a:latin typeface="Times New Roman"/>
            </a:endParaRPr>
          </a:p>
        </p:txBody>
      </p:sp>
      <p:sp>
        <p:nvSpPr>
          <p:cNvPr id="81" name="PlaceHolder 6"/>
          <p:cNvSpPr>
            <a:spLocks noGrp="1"/>
          </p:cNvSpPr>
          <p:nvPr>
            <p:ph type="sldNum"/>
          </p:nvPr>
        </p:nvSpPr>
        <p:spPr>
          <a:xfrm>
            <a:off x="4399200" y="9555480"/>
            <a:ext cx="3372840" cy="502560"/>
          </a:xfrm>
          <a:prstGeom prst="rect">
            <a:avLst/>
          </a:prstGeom>
        </p:spPr>
        <p:txBody>
          <a:bodyPr lIns="0" rIns="0" tIns="0" bIns="0" anchor="b"/>
          <a:p>
            <a:pPr algn="r"/>
            <a:fld id="{0CFAA759-4B71-49E4-84DF-57CA9AE1C938}" type="slidenum">
              <a:rPr b="0" lang="en-US" sz="1400" spc="-1" strike="noStrike">
                <a:latin typeface="Times New Roman"/>
              </a:rPr>
              <a:t>1</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7" name="PlaceHolder 1"/>
          <p:cNvSpPr>
            <a:spLocks noGrp="1"/>
          </p:cNvSpPr>
          <p:nvPr>
            <p:ph type="sldImg"/>
          </p:nvPr>
        </p:nvSpPr>
        <p:spPr>
          <a:xfrm>
            <a:off x="685800" y="1143000"/>
            <a:ext cx="5484960" cy="3084840"/>
          </a:xfrm>
          <a:prstGeom prst="rect">
            <a:avLst/>
          </a:prstGeom>
        </p:spPr>
      </p:sp>
      <p:sp>
        <p:nvSpPr>
          <p:cNvPr id="188" name="PlaceHolder 2"/>
          <p:cNvSpPr>
            <a:spLocks noGrp="1"/>
          </p:cNvSpPr>
          <p:nvPr>
            <p:ph type="body"/>
          </p:nvPr>
        </p:nvSpPr>
        <p:spPr>
          <a:xfrm>
            <a:off x="685800" y="4400640"/>
            <a:ext cx="5484960" cy="3598920"/>
          </a:xfrm>
          <a:prstGeom prst="rect">
            <a:avLst/>
          </a:prstGeom>
        </p:spPr>
        <p:txBody>
          <a:bodyPr lIns="0" rIns="0" tIns="0" bIns="0"/>
          <a:p>
            <a:endParaRPr b="0" lang="en-US" sz="2000" spc="-1" strike="noStrike">
              <a:latin typeface="Arial"/>
            </a:endParaRPr>
          </a:p>
        </p:txBody>
      </p:sp>
      <p:sp>
        <p:nvSpPr>
          <p:cNvPr id="189" name="CustomShape 3"/>
          <p:cNvSpPr/>
          <p:nvPr/>
        </p:nvSpPr>
        <p:spPr>
          <a:xfrm>
            <a:off x="3884760" y="8685360"/>
            <a:ext cx="2970360" cy="457200"/>
          </a:xfrm>
          <a:prstGeom prst="rect">
            <a:avLst/>
          </a:prstGeom>
          <a:noFill/>
          <a:ln>
            <a:noFill/>
          </a:ln>
        </p:spPr>
        <p:style>
          <a:lnRef idx="0"/>
          <a:fillRef idx="0"/>
          <a:effectRef idx="0"/>
          <a:fontRef idx="minor"/>
        </p:style>
        <p:txBody>
          <a:bodyPr lIns="90000" rIns="90000" tIns="45000" bIns="45000" anchor="b"/>
          <a:p>
            <a:pPr algn="r">
              <a:lnSpc>
                <a:spcPct val="100000"/>
              </a:lnSpc>
            </a:pPr>
            <a:fld id="{52741E82-6613-423B-A94D-172CD3BD0329}" type="slidenum">
              <a:rPr b="0" lang="en-US" sz="1200" spc="-1" strike="noStrike">
                <a:solidFill>
                  <a:srgbClr val="000000"/>
                </a:solidFill>
                <a:latin typeface="+mn-lt"/>
                <a:ea typeface="+mn-ea"/>
              </a:rPr>
              <a:t>1</a:t>
            </a:fld>
            <a:endParaRPr b="0" lang="en-US" sz="1200" spc="-1" strike="noStrike">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 name="PlaceHolder 1"/>
          <p:cNvSpPr>
            <a:spLocks noGrp="1"/>
          </p:cNvSpPr>
          <p:nvPr>
            <p:ph type="sldImg"/>
          </p:nvPr>
        </p:nvSpPr>
        <p:spPr>
          <a:xfrm>
            <a:off x="685800" y="1143000"/>
            <a:ext cx="5484960" cy="3084840"/>
          </a:xfrm>
          <a:prstGeom prst="rect">
            <a:avLst/>
          </a:prstGeom>
        </p:spPr>
      </p:sp>
      <p:sp>
        <p:nvSpPr>
          <p:cNvPr id="191" name="PlaceHolder 2"/>
          <p:cNvSpPr>
            <a:spLocks noGrp="1"/>
          </p:cNvSpPr>
          <p:nvPr>
            <p:ph type="body"/>
          </p:nvPr>
        </p:nvSpPr>
        <p:spPr>
          <a:xfrm>
            <a:off x="685800" y="4400640"/>
            <a:ext cx="5484960" cy="3598920"/>
          </a:xfrm>
          <a:prstGeom prst="rect">
            <a:avLst/>
          </a:prstGeom>
        </p:spPr>
        <p:txBody>
          <a:bodyPr lIns="0" rIns="0" tIns="0" bIns="0"/>
          <a:p>
            <a:endParaRPr b="0" lang="en-US" sz="2000" spc="-1" strike="noStrike">
              <a:latin typeface="Arial"/>
            </a:endParaRPr>
          </a:p>
        </p:txBody>
      </p:sp>
      <p:sp>
        <p:nvSpPr>
          <p:cNvPr id="192" name="CustomShape 3"/>
          <p:cNvSpPr/>
          <p:nvPr/>
        </p:nvSpPr>
        <p:spPr>
          <a:xfrm>
            <a:off x="3884760" y="8685360"/>
            <a:ext cx="2970360" cy="457200"/>
          </a:xfrm>
          <a:prstGeom prst="rect">
            <a:avLst/>
          </a:prstGeom>
          <a:noFill/>
          <a:ln>
            <a:noFill/>
          </a:ln>
        </p:spPr>
        <p:style>
          <a:lnRef idx="0"/>
          <a:fillRef idx="0"/>
          <a:effectRef idx="0"/>
          <a:fontRef idx="minor"/>
        </p:style>
        <p:txBody>
          <a:bodyPr lIns="90000" rIns="90000" tIns="45000" bIns="45000" anchor="b"/>
          <a:p>
            <a:pPr algn="r">
              <a:lnSpc>
                <a:spcPct val="100000"/>
              </a:lnSpc>
            </a:pPr>
            <a:fld id="{1C40FA89-462E-4BC0-8EE7-F51057E657C8}" type="slidenum">
              <a:rPr b="0" lang="en-US" sz="1200" spc="-1" strike="noStrike">
                <a:solidFill>
                  <a:srgbClr val="000000"/>
                </a:solidFill>
                <a:latin typeface="+mn-lt"/>
                <a:ea typeface="+mn-ea"/>
              </a:rPr>
              <a:t>1</a:t>
            </a:fld>
            <a:endParaRPr b="0" lang="en-US" sz="1200" spc="-1" strike="noStrike">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3" name="PlaceHolder 1"/>
          <p:cNvSpPr>
            <a:spLocks noGrp="1"/>
          </p:cNvSpPr>
          <p:nvPr>
            <p:ph type="sldImg"/>
          </p:nvPr>
        </p:nvSpPr>
        <p:spPr>
          <a:xfrm>
            <a:off x="685800" y="1143000"/>
            <a:ext cx="5484960" cy="3084840"/>
          </a:xfrm>
          <a:prstGeom prst="rect">
            <a:avLst/>
          </a:prstGeom>
        </p:spPr>
      </p:sp>
      <p:sp>
        <p:nvSpPr>
          <p:cNvPr id="194" name="PlaceHolder 2"/>
          <p:cNvSpPr>
            <a:spLocks noGrp="1"/>
          </p:cNvSpPr>
          <p:nvPr>
            <p:ph type="body"/>
          </p:nvPr>
        </p:nvSpPr>
        <p:spPr>
          <a:xfrm>
            <a:off x="685800" y="4400640"/>
            <a:ext cx="5484960" cy="3598920"/>
          </a:xfrm>
          <a:prstGeom prst="rect">
            <a:avLst/>
          </a:prstGeom>
        </p:spPr>
        <p:txBody>
          <a:bodyPr lIns="0" rIns="0" tIns="0" bIns="0"/>
          <a:p>
            <a:endParaRPr b="0" lang="en-US" sz="2000" spc="-1" strike="noStrike">
              <a:latin typeface="Arial"/>
            </a:endParaRPr>
          </a:p>
        </p:txBody>
      </p:sp>
      <p:sp>
        <p:nvSpPr>
          <p:cNvPr id="195" name="CustomShape 3"/>
          <p:cNvSpPr/>
          <p:nvPr/>
        </p:nvSpPr>
        <p:spPr>
          <a:xfrm>
            <a:off x="3884760" y="8685360"/>
            <a:ext cx="2970360" cy="457200"/>
          </a:xfrm>
          <a:prstGeom prst="rect">
            <a:avLst/>
          </a:prstGeom>
          <a:noFill/>
          <a:ln>
            <a:noFill/>
          </a:ln>
        </p:spPr>
        <p:style>
          <a:lnRef idx="0"/>
          <a:fillRef idx="0"/>
          <a:effectRef idx="0"/>
          <a:fontRef idx="minor"/>
        </p:style>
        <p:txBody>
          <a:bodyPr lIns="90000" rIns="90000" tIns="45000" bIns="45000" anchor="b"/>
          <a:p>
            <a:pPr algn="r">
              <a:lnSpc>
                <a:spcPct val="100000"/>
              </a:lnSpc>
            </a:pPr>
            <a:fld id="{5922A581-6A57-4195-AFF6-5B703998D7D3}" type="slidenum">
              <a:rPr b="0" lang="en-US" sz="1200" spc="-1" strike="noStrike">
                <a:solidFill>
                  <a:srgbClr val="000000"/>
                </a:solidFill>
                <a:latin typeface="+mn-lt"/>
                <a:ea typeface="+mn-ea"/>
              </a:rPr>
              <a:t>1</a:t>
            </a:fld>
            <a:endParaRPr b="0" lang="en-US" sz="1200" spc="-1" strike="noStrike">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6" name="PlaceHolder 1"/>
          <p:cNvSpPr>
            <a:spLocks noGrp="1"/>
          </p:cNvSpPr>
          <p:nvPr>
            <p:ph type="sldImg"/>
          </p:nvPr>
        </p:nvSpPr>
        <p:spPr>
          <a:xfrm>
            <a:off x="685800" y="1143000"/>
            <a:ext cx="5484960" cy="3084840"/>
          </a:xfrm>
          <a:prstGeom prst="rect">
            <a:avLst/>
          </a:prstGeom>
        </p:spPr>
      </p:sp>
      <p:sp>
        <p:nvSpPr>
          <p:cNvPr id="197" name="PlaceHolder 2"/>
          <p:cNvSpPr>
            <a:spLocks noGrp="1"/>
          </p:cNvSpPr>
          <p:nvPr>
            <p:ph type="body"/>
          </p:nvPr>
        </p:nvSpPr>
        <p:spPr>
          <a:xfrm>
            <a:off x="685800" y="4400640"/>
            <a:ext cx="5484960" cy="3598920"/>
          </a:xfrm>
          <a:prstGeom prst="rect">
            <a:avLst/>
          </a:prstGeom>
        </p:spPr>
        <p:txBody>
          <a:bodyPr lIns="0" rIns="0" tIns="0" bIns="0"/>
          <a:p>
            <a:endParaRPr b="0" lang="en-US" sz="2000" spc="-1" strike="noStrike">
              <a:latin typeface="Arial"/>
            </a:endParaRPr>
          </a:p>
        </p:txBody>
      </p:sp>
      <p:sp>
        <p:nvSpPr>
          <p:cNvPr id="198" name="CustomShape 3"/>
          <p:cNvSpPr/>
          <p:nvPr/>
        </p:nvSpPr>
        <p:spPr>
          <a:xfrm>
            <a:off x="3884760" y="8685360"/>
            <a:ext cx="2970360" cy="457200"/>
          </a:xfrm>
          <a:prstGeom prst="rect">
            <a:avLst/>
          </a:prstGeom>
          <a:noFill/>
          <a:ln>
            <a:noFill/>
          </a:ln>
        </p:spPr>
        <p:style>
          <a:lnRef idx="0"/>
          <a:fillRef idx="0"/>
          <a:effectRef idx="0"/>
          <a:fontRef idx="minor"/>
        </p:style>
        <p:txBody>
          <a:bodyPr lIns="90000" rIns="90000" tIns="45000" bIns="45000" anchor="b"/>
          <a:p>
            <a:pPr algn="r">
              <a:lnSpc>
                <a:spcPct val="100000"/>
              </a:lnSpc>
            </a:pPr>
            <a:fld id="{3A14D745-5CA7-48CE-89B4-DAE409DD844D}" type="slidenum">
              <a:rPr b="0" lang="en-US" sz="1200" spc="-1" strike="noStrike">
                <a:solidFill>
                  <a:srgbClr val="000000"/>
                </a:solidFill>
                <a:latin typeface="+mn-lt"/>
                <a:ea typeface="+mn-ea"/>
              </a:rPr>
              <a:t>1</a:t>
            </a:fld>
            <a:endParaRPr b="0" lang="en-US" sz="1200" spc="-1" strike="noStrike">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9" name="PlaceHolder 1"/>
          <p:cNvSpPr>
            <a:spLocks noGrp="1"/>
          </p:cNvSpPr>
          <p:nvPr>
            <p:ph type="sldImg"/>
          </p:nvPr>
        </p:nvSpPr>
        <p:spPr>
          <a:xfrm>
            <a:off x="685800" y="1143000"/>
            <a:ext cx="5484960" cy="3084840"/>
          </a:xfrm>
          <a:prstGeom prst="rect">
            <a:avLst/>
          </a:prstGeom>
        </p:spPr>
      </p:sp>
      <p:sp>
        <p:nvSpPr>
          <p:cNvPr id="200" name="PlaceHolder 2"/>
          <p:cNvSpPr>
            <a:spLocks noGrp="1"/>
          </p:cNvSpPr>
          <p:nvPr>
            <p:ph type="body"/>
          </p:nvPr>
        </p:nvSpPr>
        <p:spPr>
          <a:xfrm>
            <a:off x="685800" y="4400640"/>
            <a:ext cx="5484960" cy="3598920"/>
          </a:xfrm>
          <a:prstGeom prst="rect">
            <a:avLst/>
          </a:prstGeom>
        </p:spPr>
        <p:txBody>
          <a:bodyPr lIns="0" rIns="0" tIns="0" bIns="0"/>
          <a:p>
            <a:endParaRPr b="0" lang="en-US" sz="2000" spc="-1" strike="noStrike">
              <a:latin typeface="Arial"/>
            </a:endParaRPr>
          </a:p>
        </p:txBody>
      </p:sp>
      <p:sp>
        <p:nvSpPr>
          <p:cNvPr id="201" name="CustomShape 3"/>
          <p:cNvSpPr/>
          <p:nvPr/>
        </p:nvSpPr>
        <p:spPr>
          <a:xfrm>
            <a:off x="3884760" y="8685360"/>
            <a:ext cx="2970360" cy="457200"/>
          </a:xfrm>
          <a:prstGeom prst="rect">
            <a:avLst/>
          </a:prstGeom>
          <a:noFill/>
          <a:ln>
            <a:noFill/>
          </a:ln>
        </p:spPr>
        <p:style>
          <a:lnRef idx="0"/>
          <a:fillRef idx="0"/>
          <a:effectRef idx="0"/>
          <a:fontRef idx="minor"/>
        </p:style>
        <p:txBody>
          <a:bodyPr lIns="90000" rIns="90000" tIns="45000" bIns="45000" anchor="b"/>
          <a:p>
            <a:pPr algn="r">
              <a:lnSpc>
                <a:spcPct val="100000"/>
              </a:lnSpc>
            </a:pPr>
            <a:fld id="{021B4D53-8D84-44AD-8220-FB1EB5E2FEDC}" type="slidenum">
              <a:rPr b="0" lang="en-US" sz="1200" spc="-1" strike="noStrike">
                <a:solidFill>
                  <a:srgbClr val="000000"/>
                </a:solidFill>
                <a:latin typeface="+mn-lt"/>
                <a:ea typeface="+mn-ea"/>
              </a:rPr>
              <a:t>1</a:t>
            </a:fld>
            <a:endParaRPr b="0" lang="en-US" sz="1200" spc="-1" strike="noStrike">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 name="PlaceHolder 1"/>
          <p:cNvSpPr>
            <a:spLocks noGrp="1"/>
          </p:cNvSpPr>
          <p:nvPr>
            <p:ph type="sldImg"/>
          </p:nvPr>
        </p:nvSpPr>
        <p:spPr>
          <a:xfrm>
            <a:off x="685800" y="1143000"/>
            <a:ext cx="5484960" cy="3084840"/>
          </a:xfrm>
          <a:prstGeom prst="rect">
            <a:avLst/>
          </a:prstGeom>
        </p:spPr>
      </p:sp>
      <p:sp>
        <p:nvSpPr>
          <p:cNvPr id="203" name="PlaceHolder 2"/>
          <p:cNvSpPr>
            <a:spLocks noGrp="1"/>
          </p:cNvSpPr>
          <p:nvPr>
            <p:ph type="body"/>
          </p:nvPr>
        </p:nvSpPr>
        <p:spPr>
          <a:xfrm>
            <a:off x="685800" y="4400640"/>
            <a:ext cx="5484960" cy="3598920"/>
          </a:xfrm>
          <a:prstGeom prst="rect">
            <a:avLst/>
          </a:prstGeom>
        </p:spPr>
        <p:txBody>
          <a:bodyPr lIns="0" rIns="0" tIns="0" bIns="0"/>
          <a:p>
            <a:endParaRPr b="0" lang="en-US" sz="2000" spc="-1" strike="noStrike">
              <a:latin typeface="Arial"/>
            </a:endParaRPr>
          </a:p>
        </p:txBody>
      </p:sp>
      <p:sp>
        <p:nvSpPr>
          <p:cNvPr id="204" name="CustomShape 3"/>
          <p:cNvSpPr/>
          <p:nvPr/>
        </p:nvSpPr>
        <p:spPr>
          <a:xfrm>
            <a:off x="3884760" y="8685360"/>
            <a:ext cx="2970360" cy="457200"/>
          </a:xfrm>
          <a:prstGeom prst="rect">
            <a:avLst/>
          </a:prstGeom>
          <a:noFill/>
          <a:ln>
            <a:noFill/>
          </a:ln>
        </p:spPr>
        <p:style>
          <a:lnRef idx="0"/>
          <a:fillRef idx="0"/>
          <a:effectRef idx="0"/>
          <a:fontRef idx="minor"/>
        </p:style>
        <p:txBody>
          <a:bodyPr lIns="90000" rIns="90000" tIns="45000" bIns="45000" anchor="b"/>
          <a:p>
            <a:pPr algn="r">
              <a:lnSpc>
                <a:spcPct val="100000"/>
              </a:lnSpc>
            </a:pPr>
            <a:fld id="{B44431DA-ADA6-421D-88FE-985283444FBE}" type="slidenum">
              <a:rPr b="0" lang="en-US" sz="1200" spc="-1" strike="noStrike">
                <a:solidFill>
                  <a:srgbClr val="000000"/>
                </a:solidFill>
                <a:latin typeface="+mn-lt"/>
                <a:ea typeface="+mn-ea"/>
              </a:rPr>
              <a:t>1</a:t>
            </a:fld>
            <a:endParaRPr b="0" lang="en-US" sz="1200" spc="-1" strike="noStrike">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5" name="PlaceHolder 1"/>
          <p:cNvSpPr>
            <a:spLocks noGrp="1"/>
          </p:cNvSpPr>
          <p:nvPr>
            <p:ph type="sldImg"/>
          </p:nvPr>
        </p:nvSpPr>
        <p:spPr>
          <a:xfrm>
            <a:off x="685800" y="1143000"/>
            <a:ext cx="5484960" cy="3084840"/>
          </a:xfrm>
          <a:prstGeom prst="rect">
            <a:avLst/>
          </a:prstGeom>
        </p:spPr>
      </p:sp>
      <p:sp>
        <p:nvSpPr>
          <p:cNvPr id="206" name="PlaceHolder 2"/>
          <p:cNvSpPr>
            <a:spLocks noGrp="1"/>
          </p:cNvSpPr>
          <p:nvPr>
            <p:ph type="body"/>
          </p:nvPr>
        </p:nvSpPr>
        <p:spPr>
          <a:xfrm>
            <a:off x="685800" y="4400640"/>
            <a:ext cx="5484960" cy="3598920"/>
          </a:xfrm>
          <a:prstGeom prst="rect">
            <a:avLst/>
          </a:prstGeom>
        </p:spPr>
        <p:txBody>
          <a:bodyPr lIns="0" rIns="0" tIns="0" bIns="0"/>
          <a:p>
            <a:endParaRPr b="0" lang="en-US" sz="2000" spc="-1" strike="noStrike">
              <a:latin typeface="Arial"/>
            </a:endParaRPr>
          </a:p>
        </p:txBody>
      </p:sp>
      <p:sp>
        <p:nvSpPr>
          <p:cNvPr id="207" name="CustomShape 3"/>
          <p:cNvSpPr/>
          <p:nvPr/>
        </p:nvSpPr>
        <p:spPr>
          <a:xfrm>
            <a:off x="3884760" y="8685360"/>
            <a:ext cx="2970360" cy="457200"/>
          </a:xfrm>
          <a:prstGeom prst="rect">
            <a:avLst/>
          </a:prstGeom>
          <a:noFill/>
          <a:ln>
            <a:noFill/>
          </a:ln>
        </p:spPr>
        <p:style>
          <a:lnRef idx="0"/>
          <a:fillRef idx="0"/>
          <a:effectRef idx="0"/>
          <a:fontRef idx="minor"/>
        </p:style>
        <p:txBody>
          <a:bodyPr lIns="90000" rIns="90000" tIns="45000" bIns="45000" anchor="b"/>
          <a:p>
            <a:pPr algn="r">
              <a:lnSpc>
                <a:spcPct val="100000"/>
              </a:lnSpc>
            </a:pPr>
            <a:fld id="{AEEB346C-19BD-4059-99A4-F77676E664E4}" type="slidenum">
              <a:rPr b="0" lang="en-US" sz="1200" spc="-1" strike="noStrike">
                <a:solidFill>
                  <a:srgbClr val="000000"/>
                </a:solidFill>
                <a:latin typeface="+mn-lt"/>
                <a:ea typeface="+mn-ea"/>
              </a:rPr>
              <a:t>1</a:t>
            </a:fld>
            <a:endParaRPr b="0" lang="en-US" sz="1200" spc="-1" strike="noStrike">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8" name="PlaceHolder 1"/>
          <p:cNvSpPr>
            <a:spLocks noGrp="1"/>
          </p:cNvSpPr>
          <p:nvPr>
            <p:ph type="sldImg"/>
          </p:nvPr>
        </p:nvSpPr>
        <p:spPr>
          <a:xfrm>
            <a:off x="685800" y="1143000"/>
            <a:ext cx="5484960" cy="3084840"/>
          </a:xfrm>
          <a:prstGeom prst="rect">
            <a:avLst/>
          </a:prstGeom>
        </p:spPr>
      </p:sp>
      <p:sp>
        <p:nvSpPr>
          <p:cNvPr id="209" name="PlaceHolder 2"/>
          <p:cNvSpPr>
            <a:spLocks noGrp="1"/>
          </p:cNvSpPr>
          <p:nvPr>
            <p:ph type="body"/>
          </p:nvPr>
        </p:nvSpPr>
        <p:spPr>
          <a:xfrm>
            <a:off x="685800" y="4400640"/>
            <a:ext cx="5484960" cy="3598920"/>
          </a:xfrm>
          <a:prstGeom prst="rect">
            <a:avLst/>
          </a:prstGeom>
        </p:spPr>
        <p:txBody>
          <a:bodyPr lIns="0" rIns="0" tIns="0" bIns="0"/>
          <a:p>
            <a:endParaRPr b="0" lang="en-US" sz="2000" spc="-1" strike="noStrike">
              <a:latin typeface="Arial"/>
            </a:endParaRPr>
          </a:p>
        </p:txBody>
      </p:sp>
      <p:sp>
        <p:nvSpPr>
          <p:cNvPr id="210" name="CustomShape 3"/>
          <p:cNvSpPr/>
          <p:nvPr/>
        </p:nvSpPr>
        <p:spPr>
          <a:xfrm>
            <a:off x="3884760" y="8685360"/>
            <a:ext cx="2970360" cy="457200"/>
          </a:xfrm>
          <a:prstGeom prst="rect">
            <a:avLst/>
          </a:prstGeom>
          <a:noFill/>
          <a:ln>
            <a:noFill/>
          </a:ln>
        </p:spPr>
        <p:style>
          <a:lnRef idx="0"/>
          <a:fillRef idx="0"/>
          <a:effectRef idx="0"/>
          <a:fontRef idx="minor"/>
        </p:style>
        <p:txBody>
          <a:bodyPr lIns="90000" rIns="90000" tIns="45000" bIns="45000" anchor="b"/>
          <a:p>
            <a:pPr algn="r">
              <a:lnSpc>
                <a:spcPct val="100000"/>
              </a:lnSpc>
            </a:pPr>
            <a:fld id="{892D5177-901D-4498-9362-B523F694510E}" type="slidenum">
              <a:rPr b="0" lang="en-US" sz="1200" spc="-1" strike="noStrike">
                <a:solidFill>
                  <a:srgbClr val="000000"/>
                </a:solidFill>
                <a:latin typeface="+mn-lt"/>
                <a:ea typeface="+mn-ea"/>
              </a:rPr>
              <a:t>1</a:t>
            </a:fld>
            <a:endParaRPr b="0" lang="en-US" sz="1200" spc="-1" strike="noStrike">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1" name="PlaceHolder 1"/>
          <p:cNvSpPr>
            <a:spLocks noGrp="1"/>
          </p:cNvSpPr>
          <p:nvPr>
            <p:ph type="sldImg"/>
          </p:nvPr>
        </p:nvSpPr>
        <p:spPr>
          <a:xfrm>
            <a:off x="685800" y="1143000"/>
            <a:ext cx="5484960" cy="3084840"/>
          </a:xfrm>
          <a:prstGeom prst="rect">
            <a:avLst/>
          </a:prstGeom>
        </p:spPr>
      </p:sp>
      <p:sp>
        <p:nvSpPr>
          <p:cNvPr id="212" name="PlaceHolder 2"/>
          <p:cNvSpPr>
            <a:spLocks noGrp="1"/>
          </p:cNvSpPr>
          <p:nvPr>
            <p:ph type="body"/>
          </p:nvPr>
        </p:nvSpPr>
        <p:spPr>
          <a:xfrm>
            <a:off x="685800" y="4400640"/>
            <a:ext cx="5484960" cy="3598920"/>
          </a:xfrm>
          <a:prstGeom prst="rect">
            <a:avLst/>
          </a:prstGeom>
        </p:spPr>
        <p:txBody>
          <a:bodyPr lIns="0" rIns="0" tIns="0" bIns="0"/>
          <a:p>
            <a:endParaRPr b="0" lang="en-US" sz="2000" spc="-1" strike="noStrike">
              <a:latin typeface="Arial"/>
            </a:endParaRPr>
          </a:p>
        </p:txBody>
      </p:sp>
      <p:sp>
        <p:nvSpPr>
          <p:cNvPr id="213" name="CustomShape 3"/>
          <p:cNvSpPr/>
          <p:nvPr/>
        </p:nvSpPr>
        <p:spPr>
          <a:xfrm>
            <a:off x="3884760" y="8685360"/>
            <a:ext cx="2970360" cy="457200"/>
          </a:xfrm>
          <a:prstGeom prst="rect">
            <a:avLst/>
          </a:prstGeom>
          <a:noFill/>
          <a:ln>
            <a:noFill/>
          </a:ln>
        </p:spPr>
        <p:style>
          <a:lnRef idx="0"/>
          <a:fillRef idx="0"/>
          <a:effectRef idx="0"/>
          <a:fontRef idx="minor"/>
        </p:style>
        <p:txBody>
          <a:bodyPr lIns="90000" rIns="90000" tIns="45000" bIns="45000" anchor="b"/>
          <a:p>
            <a:pPr algn="r">
              <a:lnSpc>
                <a:spcPct val="100000"/>
              </a:lnSpc>
            </a:pPr>
            <a:fld id="{9C690D9D-F012-4164-AAB8-4037B1BC8313}" type="slidenum">
              <a:rPr b="0" lang="en-US" sz="1200" spc="-1" strike="noStrike">
                <a:solidFill>
                  <a:srgbClr val="000000"/>
                </a:solidFill>
                <a:latin typeface="+mn-lt"/>
                <a:ea typeface="+mn-ea"/>
              </a:rPr>
              <a:t>1</a:t>
            </a:fld>
            <a:endParaRPr b="0" lang="en-US" sz="1200" spc="-1" strike="noStrike">
              <a:latin typeface="Arial"/>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4" name="PlaceHolder 1"/>
          <p:cNvSpPr>
            <a:spLocks noGrp="1"/>
          </p:cNvSpPr>
          <p:nvPr>
            <p:ph type="sldImg"/>
          </p:nvPr>
        </p:nvSpPr>
        <p:spPr>
          <a:xfrm>
            <a:off x="685800" y="1143000"/>
            <a:ext cx="5484960" cy="3084840"/>
          </a:xfrm>
          <a:prstGeom prst="rect">
            <a:avLst/>
          </a:prstGeom>
        </p:spPr>
      </p:sp>
      <p:sp>
        <p:nvSpPr>
          <p:cNvPr id="215" name="PlaceHolder 2"/>
          <p:cNvSpPr>
            <a:spLocks noGrp="1"/>
          </p:cNvSpPr>
          <p:nvPr>
            <p:ph type="body"/>
          </p:nvPr>
        </p:nvSpPr>
        <p:spPr>
          <a:xfrm>
            <a:off x="685800" y="4400640"/>
            <a:ext cx="5484960" cy="3598920"/>
          </a:xfrm>
          <a:prstGeom prst="rect">
            <a:avLst/>
          </a:prstGeom>
        </p:spPr>
        <p:txBody>
          <a:bodyPr lIns="0" rIns="0" tIns="0" bIns="0"/>
          <a:p>
            <a:endParaRPr b="0" lang="en-US" sz="2000" spc="-1" strike="noStrike">
              <a:latin typeface="Arial"/>
            </a:endParaRPr>
          </a:p>
        </p:txBody>
      </p:sp>
      <p:sp>
        <p:nvSpPr>
          <p:cNvPr id="216" name="CustomShape 3"/>
          <p:cNvSpPr/>
          <p:nvPr/>
        </p:nvSpPr>
        <p:spPr>
          <a:xfrm>
            <a:off x="3884760" y="8685360"/>
            <a:ext cx="2970360" cy="457200"/>
          </a:xfrm>
          <a:prstGeom prst="rect">
            <a:avLst/>
          </a:prstGeom>
          <a:noFill/>
          <a:ln>
            <a:noFill/>
          </a:ln>
        </p:spPr>
        <p:style>
          <a:lnRef idx="0"/>
          <a:fillRef idx="0"/>
          <a:effectRef idx="0"/>
          <a:fontRef idx="minor"/>
        </p:style>
        <p:txBody>
          <a:bodyPr lIns="90000" rIns="90000" tIns="45000" bIns="45000" anchor="b"/>
          <a:p>
            <a:pPr algn="r">
              <a:lnSpc>
                <a:spcPct val="100000"/>
              </a:lnSpc>
            </a:pPr>
            <a:fld id="{C2476693-B1C9-409E-AE5F-810670EF53C3}" type="slidenum">
              <a:rPr b="0" lang="en-US" sz="1200" spc="-1" strike="noStrike">
                <a:solidFill>
                  <a:srgbClr val="000000"/>
                </a:solidFill>
                <a:latin typeface="+mn-lt"/>
                <a:ea typeface="+mn-ea"/>
              </a:rPr>
              <a:t>1</a:t>
            </a:fld>
            <a:endParaRPr b="0" lang="en-US" sz="1200" spc="-1" strike="noStrike">
              <a:latin typeface="Arial"/>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7" name="PlaceHolder 1"/>
          <p:cNvSpPr>
            <a:spLocks noGrp="1"/>
          </p:cNvSpPr>
          <p:nvPr>
            <p:ph type="sldImg"/>
          </p:nvPr>
        </p:nvSpPr>
        <p:spPr>
          <a:xfrm>
            <a:off x="685800" y="1143000"/>
            <a:ext cx="5484960" cy="3084840"/>
          </a:xfrm>
          <a:prstGeom prst="rect">
            <a:avLst/>
          </a:prstGeom>
        </p:spPr>
      </p:sp>
      <p:sp>
        <p:nvSpPr>
          <p:cNvPr id="218" name="PlaceHolder 2"/>
          <p:cNvSpPr>
            <a:spLocks noGrp="1"/>
          </p:cNvSpPr>
          <p:nvPr>
            <p:ph type="body"/>
          </p:nvPr>
        </p:nvSpPr>
        <p:spPr>
          <a:xfrm>
            <a:off x="685800" y="4400640"/>
            <a:ext cx="5484960" cy="3598920"/>
          </a:xfrm>
          <a:prstGeom prst="rect">
            <a:avLst/>
          </a:prstGeom>
        </p:spPr>
        <p:txBody>
          <a:bodyPr lIns="0" rIns="0" tIns="0" bIns="0"/>
          <a:p>
            <a:endParaRPr b="0" lang="en-US" sz="2000" spc="-1" strike="noStrike">
              <a:latin typeface="Arial"/>
            </a:endParaRPr>
          </a:p>
        </p:txBody>
      </p:sp>
      <p:sp>
        <p:nvSpPr>
          <p:cNvPr id="219" name="CustomShape 3"/>
          <p:cNvSpPr/>
          <p:nvPr/>
        </p:nvSpPr>
        <p:spPr>
          <a:xfrm>
            <a:off x="3884760" y="8685360"/>
            <a:ext cx="2970360" cy="457200"/>
          </a:xfrm>
          <a:prstGeom prst="rect">
            <a:avLst/>
          </a:prstGeom>
          <a:noFill/>
          <a:ln>
            <a:noFill/>
          </a:ln>
        </p:spPr>
        <p:style>
          <a:lnRef idx="0"/>
          <a:fillRef idx="0"/>
          <a:effectRef idx="0"/>
          <a:fontRef idx="minor"/>
        </p:style>
        <p:txBody>
          <a:bodyPr lIns="90000" rIns="90000" tIns="45000" bIns="45000" anchor="b"/>
          <a:p>
            <a:pPr algn="r">
              <a:lnSpc>
                <a:spcPct val="100000"/>
              </a:lnSpc>
            </a:pPr>
            <a:fld id="{5B545A11-C011-4C2E-94EB-CCC4C9E8CCDA}" type="slidenum">
              <a:rPr b="0" lang="en-US" sz="1200" spc="-1" strike="noStrike">
                <a:solidFill>
                  <a:srgbClr val="000000"/>
                </a:solidFill>
                <a:latin typeface="+mn-lt"/>
                <a:ea typeface="+mn-ea"/>
              </a:rPr>
              <a:t>1</a:t>
            </a:fld>
            <a:endParaRPr b="0" lang="en-US" sz="1200" spc="-1" strike="noStrike">
              <a:latin typeface="Arial"/>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0" name="PlaceHolder 1"/>
          <p:cNvSpPr>
            <a:spLocks noGrp="1"/>
          </p:cNvSpPr>
          <p:nvPr>
            <p:ph type="sldImg"/>
          </p:nvPr>
        </p:nvSpPr>
        <p:spPr>
          <a:xfrm>
            <a:off x="685800" y="1143000"/>
            <a:ext cx="5484960" cy="3084840"/>
          </a:xfrm>
          <a:prstGeom prst="rect">
            <a:avLst/>
          </a:prstGeom>
        </p:spPr>
      </p:sp>
      <p:sp>
        <p:nvSpPr>
          <p:cNvPr id="221" name="PlaceHolder 2"/>
          <p:cNvSpPr>
            <a:spLocks noGrp="1"/>
          </p:cNvSpPr>
          <p:nvPr>
            <p:ph type="body"/>
          </p:nvPr>
        </p:nvSpPr>
        <p:spPr>
          <a:xfrm>
            <a:off x="685800" y="4400640"/>
            <a:ext cx="5484960" cy="3598920"/>
          </a:xfrm>
          <a:prstGeom prst="rect">
            <a:avLst/>
          </a:prstGeom>
        </p:spPr>
        <p:txBody>
          <a:bodyPr lIns="0" rIns="0" tIns="0" bIns="0"/>
          <a:p>
            <a:endParaRPr b="0" lang="en-US" sz="2000" spc="-1" strike="noStrike">
              <a:latin typeface="Arial"/>
            </a:endParaRPr>
          </a:p>
        </p:txBody>
      </p:sp>
      <p:sp>
        <p:nvSpPr>
          <p:cNvPr id="222" name="CustomShape 3"/>
          <p:cNvSpPr/>
          <p:nvPr/>
        </p:nvSpPr>
        <p:spPr>
          <a:xfrm>
            <a:off x="3884760" y="8685360"/>
            <a:ext cx="2970360" cy="457200"/>
          </a:xfrm>
          <a:prstGeom prst="rect">
            <a:avLst/>
          </a:prstGeom>
          <a:noFill/>
          <a:ln>
            <a:noFill/>
          </a:ln>
        </p:spPr>
        <p:style>
          <a:lnRef idx="0"/>
          <a:fillRef idx="0"/>
          <a:effectRef idx="0"/>
          <a:fontRef idx="minor"/>
        </p:style>
        <p:txBody>
          <a:bodyPr lIns="90000" rIns="90000" tIns="45000" bIns="45000" anchor="b"/>
          <a:p>
            <a:pPr algn="r">
              <a:lnSpc>
                <a:spcPct val="100000"/>
              </a:lnSpc>
            </a:pPr>
            <a:fld id="{1D949C97-9879-4E79-9F6A-587DE28CFCC7}" type="slidenum">
              <a:rPr b="0" lang="en-US" sz="1200" spc="-1" strike="noStrike">
                <a:solidFill>
                  <a:srgbClr val="000000"/>
                </a:solidFill>
                <a:latin typeface="+mn-lt"/>
                <a:ea typeface="+mn-ea"/>
              </a:rPr>
              <a:t>1</a:t>
            </a:fld>
            <a:endParaRPr b="0" lang="en-US" sz="1200" spc="-1" strike="noStrike">
              <a:latin typeface="Arial"/>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3" name="PlaceHolder 1"/>
          <p:cNvSpPr>
            <a:spLocks noGrp="1"/>
          </p:cNvSpPr>
          <p:nvPr>
            <p:ph type="sldImg"/>
          </p:nvPr>
        </p:nvSpPr>
        <p:spPr>
          <a:xfrm>
            <a:off x="685800" y="1143000"/>
            <a:ext cx="5484960" cy="3084840"/>
          </a:xfrm>
          <a:prstGeom prst="rect">
            <a:avLst/>
          </a:prstGeom>
        </p:spPr>
      </p:sp>
      <p:sp>
        <p:nvSpPr>
          <p:cNvPr id="224" name="PlaceHolder 2"/>
          <p:cNvSpPr>
            <a:spLocks noGrp="1"/>
          </p:cNvSpPr>
          <p:nvPr>
            <p:ph type="body"/>
          </p:nvPr>
        </p:nvSpPr>
        <p:spPr>
          <a:xfrm>
            <a:off x="685800" y="4400640"/>
            <a:ext cx="5484960" cy="3598920"/>
          </a:xfrm>
          <a:prstGeom prst="rect">
            <a:avLst/>
          </a:prstGeom>
        </p:spPr>
        <p:txBody>
          <a:bodyPr lIns="0" rIns="0" tIns="0" bIns="0"/>
          <a:p>
            <a:endParaRPr b="0" lang="en-US" sz="2000" spc="-1" strike="noStrike">
              <a:latin typeface="Arial"/>
            </a:endParaRPr>
          </a:p>
        </p:txBody>
      </p:sp>
      <p:sp>
        <p:nvSpPr>
          <p:cNvPr id="225" name="CustomShape 3"/>
          <p:cNvSpPr/>
          <p:nvPr/>
        </p:nvSpPr>
        <p:spPr>
          <a:xfrm>
            <a:off x="3884760" y="8685360"/>
            <a:ext cx="2970360" cy="457200"/>
          </a:xfrm>
          <a:prstGeom prst="rect">
            <a:avLst/>
          </a:prstGeom>
          <a:noFill/>
          <a:ln>
            <a:noFill/>
          </a:ln>
        </p:spPr>
        <p:style>
          <a:lnRef idx="0"/>
          <a:fillRef idx="0"/>
          <a:effectRef idx="0"/>
          <a:fontRef idx="minor"/>
        </p:style>
        <p:txBody>
          <a:bodyPr lIns="90000" rIns="90000" tIns="45000" bIns="45000" anchor="b"/>
          <a:p>
            <a:pPr algn="r">
              <a:lnSpc>
                <a:spcPct val="100000"/>
              </a:lnSpc>
            </a:pPr>
            <a:fld id="{39B21226-B092-4CE6-AFA8-976E37C30A43}" type="slidenum">
              <a:rPr b="0" lang="en-US" sz="1200" spc="-1" strike="noStrike">
                <a:solidFill>
                  <a:srgbClr val="000000"/>
                </a:solidFill>
                <a:latin typeface="+mn-lt"/>
                <a:ea typeface="+mn-ea"/>
              </a:rPr>
              <a:t>1</a:t>
            </a:fld>
            <a:endParaRPr b="0" lang="en-US" sz="1200" spc="-1" strike="noStrike">
              <a:latin typeface="Arial"/>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6" name="PlaceHolder 1"/>
          <p:cNvSpPr>
            <a:spLocks noGrp="1"/>
          </p:cNvSpPr>
          <p:nvPr>
            <p:ph type="sldImg"/>
          </p:nvPr>
        </p:nvSpPr>
        <p:spPr>
          <a:xfrm>
            <a:off x="685800" y="1143000"/>
            <a:ext cx="5484960" cy="3084840"/>
          </a:xfrm>
          <a:prstGeom prst="rect">
            <a:avLst/>
          </a:prstGeom>
        </p:spPr>
      </p:sp>
      <p:sp>
        <p:nvSpPr>
          <p:cNvPr id="227" name="PlaceHolder 2"/>
          <p:cNvSpPr>
            <a:spLocks noGrp="1"/>
          </p:cNvSpPr>
          <p:nvPr>
            <p:ph type="body"/>
          </p:nvPr>
        </p:nvSpPr>
        <p:spPr>
          <a:xfrm>
            <a:off x="685800" y="4400640"/>
            <a:ext cx="5484960" cy="3598920"/>
          </a:xfrm>
          <a:prstGeom prst="rect">
            <a:avLst/>
          </a:prstGeom>
        </p:spPr>
        <p:txBody>
          <a:bodyPr lIns="0" rIns="0" tIns="0" bIns="0"/>
          <a:p>
            <a:endParaRPr b="0" lang="en-US" sz="2000" spc="-1" strike="noStrike">
              <a:latin typeface="Arial"/>
            </a:endParaRPr>
          </a:p>
        </p:txBody>
      </p:sp>
      <p:sp>
        <p:nvSpPr>
          <p:cNvPr id="228" name="CustomShape 3"/>
          <p:cNvSpPr/>
          <p:nvPr/>
        </p:nvSpPr>
        <p:spPr>
          <a:xfrm>
            <a:off x="3884760" y="8685360"/>
            <a:ext cx="2970360" cy="457200"/>
          </a:xfrm>
          <a:prstGeom prst="rect">
            <a:avLst/>
          </a:prstGeom>
          <a:noFill/>
          <a:ln>
            <a:noFill/>
          </a:ln>
        </p:spPr>
        <p:style>
          <a:lnRef idx="0"/>
          <a:fillRef idx="0"/>
          <a:effectRef idx="0"/>
          <a:fontRef idx="minor"/>
        </p:style>
        <p:txBody>
          <a:bodyPr lIns="90000" rIns="90000" tIns="45000" bIns="45000" anchor="b"/>
          <a:p>
            <a:pPr algn="r">
              <a:lnSpc>
                <a:spcPct val="100000"/>
              </a:lnSpc>
            </a:pPr>
            <a:fld id="{0F9C3D80-9A6A-4CE3-8A3C-25D52877EE08}" type="slidenum">
              <a:rPr b="0" lang="en-US" sz="1200" spc="-1" strike="noStrike">
                <a:solidFill>
                  <a:srgbClr val="000000"/>
                </a:solidFill>
                <a:latin typeface="+mn-lt"/>
                <a:ea typeface="+mn-ea"/>
              </a:rPr>
              <a:t>1</a:t>
            </a:fld>
            <a:endParaRPr b="0" lang="en-US" sz="1200" spc="-1" strike="noStrike">
              <a:latin typeface="Arial"/>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9" name="PlaceHolder 1"/>
          <p:cNvSpPr>
            <a:spLocks noGrp="1"/>
          </p:cNvSpPr>
          <p:nvPr>
            <p:ph type="sldImg"/>
          </p:nvPr>
        </p:nvSpPr>
        <p:spPr>
          <a:xfrm>
            <a:off x="685800" y="1143000"/>
            <a:ext cx="5484960" cy="3084840"/>
          </a:xfrm>
          <a:prstGeom prst="rect">
            <a:avLst/>
          </a:prstGeom>
        </p:spPr>
      </p:sp>
      <p:sp>
        <p:nvSpPr>
          <p:cNvPr id="230" name="PlaceHolder 2"/>
          <p:cNvSpPr>
            <a:spLocks noGrp="1"/>
          </p:cNvSpPr>
          <p:nvPr>
            <p:ph type="body"/>
          </p:nvPr>
        </p:nvSpPr>
        <p:spPr>
          <a:xfrm>
            <a:off x="685800" y="4400640"/>
            <a:ext cx="5484960" cy="3598920"/>
          </a:xfrm>
          <a:prstGeom prst="rect">
            <a:avLst/>
          </a:prstGeom>
        </p:spPr>
        <p:txBody>
          <a:bodyPr lIns="0" rIns="0" tIns="0" bIns="0"/>
          <a:p>
            <a:pPr marL="216000" indent="-214920">
              <a:lnSpc>
                <a:spcPct val="100000"/>
              </a:lnSpc>
            </a:pPr>
            <a:r>
              <a:rPr b="0" lang="en-US" sz="2000" spc="-1" strike="noStrike">
                <a:latin typeface="Arial"/>
              </a:rPr>
              <a:t>Password Authentication Protocol, Challenge Handshake Authentication Protocol</a:t>
            </a:r>
            <a:endParaRPr b="0" lang="en-US" sz="2000" spc="-1" strike="noStrike">
              <a:latin typeface="Arial"/>
            </a:endParaRPr>
          </a:p>
        </p:txBody>
      </p:sp>
      <p:sp>
        <p:nvSpPr>
          <p:cNvPr id="231" name="CustomShape 3"/>
          <p:cNvSpPr/>
          <p:nvPr/>
        </p:nvSpPr>
        <p:spPr>
          <a:xfrm>
            <a:off x="3884760" y="8685360"/>
            <a:ext cx="2970360" cy="457200"/>
          </a:xfrm>
          <a:prstGeom prst="rect">
            <a:avLst/>
          </a:prstGeom>
          <a:noFill/>
          <a:ln>
            <a:noFill/>
          </a:ln>
        </p:spPr>
        <p:style>
          <a:lnRef idx="0"/>
          <a:fillRef idx="0"/>
          <a:effectRef idx="0"/>
          <a:fontRef idx="minor"/>
        </p:style>
        <p:txBody>
          <a:bodyPr lIns="90000" rIns="90000" tIns="45000" bIns="45000" anchor="b"/>
          <a:p>
            <a:pPr algn="r">
              <a:lnSpc>
                <a:spcPct val="100000"/>
              </a:lnSpc>
            </a:pPr>
            <a:fld id="{8A25542D-70D4-4A1C-96E4-61E312144C11}" type="slidenum">
              <a:rPr b="0" lang="en-US" sz="1200" spc="-1" strike="noStrike">
                <a:solidFill>
                  <a:srgbClr val="000000"/>
                </a:solidFill>
                <a:latin typeface="+mn-lt"/>
                <a:ea typeface="+mn-ea"/>
              </a:rPr>
              <a:t>1</a:t>
            </a:fld>
            <a:endParaRPr b="0" lang="en-US" sz="1200" spc="-1" strike="noStrike">
              <a:latin typeface="Arial"/>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2" name="PlaceHolder 1"/>
          <p:cNvSpPr>
            <a:spLocks noGrp="1"/>
          </p:cNvSpPr>
          <p:nvPr>
            <p:ph type="sldImg"/>
          </p:nvPr>
        </p:nvSpPr>
        <p:spPr>
          <a:xfrm>
            <a:off x="685800" y="1143000"/>
            <a:ext cx="5484960" cy="3084840"/>
          </a:xfrm>
          <a:prstGeom prst="rect">
            <a:avLst/>
          </a:prstGeom>
        </p:spPr>
      </p:sp>
      <p:sp>
        <p:nvSpPr>
          <p:cNvPr id="233" name="PlaceHolder 2"/>
          <p:cNvSpPr>
            <a:spLocks noGrp="1"/>
          </p:cNvSpPr>
          <p:nvPr>
            <p:ph type="body"/>
          </p:nvPr>
        </p:nvSpPr>
        <p:spPr>
          <a:xfrm>
            <a:off x="685800" y="4400640"/>
            <a:ext cx="5484960" cy="3598920"/>
          </a:xfrm>
          <a:prstGeom prst="rect">
            <a:avLst/>
          </a:prstGeom>
        </p:spPr>
        <p:txBody>
          <a:bodyPr lIns="0" rIns="0" tIns="0" bIns="0"/>
          <a:p>
            <a:endParaRPr b="0" lang="en-US" sz="2000" spc="-1" strike="noStrike">
              <a:latin typeface="Arial"/>
            </a:endParaRPr>
          </a:p>
        </p:txBody>
      </p:sp>
      <p:sp>
        <p:nvSpPr>
          <p:cNvPr id="234" name="CustomShape 3"/>
          <p:cNvSpPr/>
          <p:nvPr/>
        </p:nvSpPr>
        <p:spPr>
          <a:xfrm>
            <a:off x="3884760" y="8685360"/>
            <a:ext cx="2970360" cy="457200"/>
          </a:xfrm>
          <a:prstGeom prst="rect">
            <a:avLst/>
          </a:prstGeom>
          <a:noFill/>
          <a:ln>
            <a:noFill/>
          </a:ln>
        </p:spPr>
        <p:style>
          <a:lnRef idx="0"/>
          <a:fillRef idx="0"/>
          <a:effectRef idx="0"/>
          <a:fontRef idx="minor"/>
        </p:style>
        <p:txBody>
          <a:bodyPr lIns="90000" rIns="90000" tIns="45000" bIns="45000" anchor="b"/>
          <a:p>
            <a:pPr algn="r">
              <a:lnSpc>
                <a:spcPct val="100000"/>
              </a:lnSpc>
            </a:pPr>
            <a:fld id="{03AFB82C-A65C-4516-9BF1-41DB9A0E12C0}" type="slidenum">
              <a:rPr b="0" lang="en-US" sz="1200" spc="-1" strike="noStrike">
                <a:solidFill>
                  <a:srgbClr val="000000"/>
                </a:solidFill>
                <a:latin typeface="+mn-lt"/>
                <a:ea typeface="+mn-ea"/>
              </a:rPr>
              <a:t>1</a:t>
            </a:fld>
            <a:endParaRPr b="0" lang="en-US" sz="1200" spc="-1" strike="noStrike">
              <a:latin typeface="Arial"/>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5" name="PlaceHolder 1"/>
          <p:cNvSpPr>
            <a:spLocks noGrp="1"/>
          </p:cNvSpPr>
          <p:nvPr>
            <p:ph type="sldImg"/>
          </p:nvPr>
        </p:nvSpPr>
        <p:spPr>
          <a:xfrm>
            <a:off x="685800" y="1143000"/>
            <a:ext cx="5484960" cy="3084840"/>
          </a:xfrm>
          <a:prstGeom prst="rect">
            <a:avLst/>
          </a:prstGeom>
        </p:spPr>
      </p:sp>
      <p:sp>
        <p:nvSpPr>
          <p:cNvPr id="236" name="PlaceHolder 2"/>
          <p:cNvSpPr>
            <a:spLocks noGrp="1"/>
          </p:cNvSpPr>
          <p:nvPr>
            <p:ph type="body"/>
          </p:nvPr>
        </p:nvSpPr>
        <p:spPr>
          <a:xfrm>
            <a:off x="685800" y="4400640"/>
            <a:ext cx="5484960" cy="3598920"/>
          </a:xfrm>
          <a:prstGeom prst="rect">
            <a:avLst/>
          </a:prstGeom>
        </p:spPr>
        <p:txBody>
          <a:bodyPr lIns="0" rIns="0" tIns="0" bIns="0"/>
          <a:p>
            <a:endParaRPr b="0" lang="en-US" sz="2000" spc="-1" strike="noStrike">
              <a:latin typeface="Arial"/>
            </a:endParaRPr>
          </a:p>
        </p:txBody>
      </p:sp>
      <p:sp>
        <p:nvSpPr>
          <p:cNvPr id="237" name="CustomShape 3"/>
          <p:cNvSpPr/>
          <p:nvPr/>
        </p:nvSpPr>
        <p:spPr>
          <a:xfrm>
            <a:off x="3884760" y="8685360"/>
            <a:ext cx="2970360" cy="457200"/>
          </a:xfrm>
          <a:prstGeom prst="rect">
            <a:avLst/>
          </a:prstGeom>
          <a:noFill/>
          <a:ln>
            <a:noFill/>
          </a:ln>
        </p:spPr>
        <p:style>
          <a:lnRef idx="0"/>
          <a:fillRef idx="0"/>
          <a:effectRef idx="0"/>
          <a:fontRef idx="minor"/>
        </p:style>
        <p:txBody>
          <a:bodyPr lIns="90000" rIns="90000" tIns="45000" bIns="45000" anchor="b"/>
          <a:p>
            <a:pPr algn="r">
              <a:lnSpc>
                <a:spcPct val="100000"/>
              </a:lnSpc>
            </a:pPr>
            <a:fld id="{0C0E85ED-016D-492D-AE54-F4C6685F2966}" type="slidenum">
              <a:rPr b="0" lang="en-US" sz="1200" spc="-1" strike="noStrike">
                <a:solidFill>
                  <a:srgbClr val="000000"/>
                </a:solidFill>
                <a:latin typeface="+mn-lt"/>
                <a:ea typeface="+mn-ea"/>
              </a:rPr>
              <a:t>1</a:t>
            </a:fld>
            <a:endParaRPr b="0" lang="en-US" sz="1200" spc="-1" strike="noStrike">
              <a:latin typeface="Arial"/>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8" name="PlaceHolder 1"/>
          <p:cNvSpPr>
            <a:spLocks noGrp="1"/>
          </p:cNvSpPr>
          <p:nvPr>
            <p:ph type="sldImg"/>
          </p:nvPr>
        </p:nvSpPr>
        <p:spPr>
          <a:xfrm>
            <a:off x="685800" y="1143000"/>
            <a:ext cx="5484960" cy="3084840"/>
          </a:xfrm>
          <a:prstGeom prst="rect">
            <a:avLst/>
          </a:prstGeom>
        </p:spPr>
      </p:sp>
      <p:sp>
        <p:nvSpPr>
          <p:cNvPr id="239" name="PlaceHolder 2"/>
          <p:cNvSpPr>
            <a:spLocks noGrp="1"/>
          </p:cNvSpPr>
          <p:nvPr>
            <p:ph type="body"/>
          </p:nvPr>
        </p:nvSpPr>
        <p:spPr>
          <a:xfrm>
            <a:off x="685800" y="4400640"/>
            <a:ext cx="5484960" cy="3598920"/>
          </a:xfrm>
          <a:prstGeom prst="rect">
            <a:avLst/>
          </a:prstGeom>
        </p:spPr>
        <p:txBody>
          <a:bodyPr lIns="0" rIns="0" tIns="0" bIns="0"/>
          <a:p>
            <a:pPr marL="216000" indent="-214920">
              <a:lnSpc>
                <a:spcPct val="100000"/>
              </a:lnSpc>
            </a:pPr>
            <a:r>
              <a:rPr b="0" lang="en-US" sz="2000" spc="-1" strike="noStrike">
                <a:latin typeface="Arial"/>
              </a:rPr>
              <a:t>Terminal Access Controller Access Control System, Remote Authentication Dial-in User Service</a:t>
            </a:r>
            <a:endParaRPr b="0" lang="en-US" sz="2000" spc="-1" strike="noStrike">
              <a:latin typeface="Arial"/>
            </a:endParaRPr>
          </a:p>
        </p:txBody>
      </p:sp>
      <p:sp>
        <p:nvSpPr>
          <p:cNvPr id="240" name="CustomShape 3"/>
          <p:cNvSpPr/>
          <p:nvPr/>
        </p:nvSpPr>
        <p:spPr>
          <a:xfrm>
            <a:off x="3884760" y="8685360"/>
            <a:ext cx="2970360" cy="457200"/>
          </a:xfrm>
          <a:prstGeom prst="rect">
            <a:avLst/>
          </a:prstGeom>
          <a:noFill/>
          <a:ln>
            <a:noFill/>
          </a:ln>
        </p:spPr>
        <p:style>
          <a:lnRef idx="0"/>
          <a:fillRef idx="0"/>
          <a:effectRef idx="0"/>
          <a:fontRef idx="minor"/>
        </p:style>
        <p:txBody>
          <a:bodyPr lIns="90000" rIns="90000" tIns="45000" bIns="45000" anchor="b"/>
          <a:p>
            <a:pPr algn="r">
              <a:lnSpc>
                <a:spcPct val="100000"/>
              </a:lnSpc>
            </a:pPr>
            <a:fld id="{EC801ABC-A2ED-485B-BD6B-FBFB1DCFD2A6}" type="slidenum">
              <a:rPr b="0" lang="en-US" sz="1200" spc="-1" strike="noStrike">
                <a:solidFill>
                  <a:srgbClr val="000000"/>
                </a:solidFill>
                <a:latin typeface="+mn-lt"/>
                <a:ea typeface="+mn-ea"/>
              </a:rPr>
              <a:t>1</a:t>
            </a:fld>
            <a:endParaRPr b="0" lang="en-US" sz="1200" spc="-1" strike="noStrike">
              <a:latin typeface="Arial"/>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1" name="PlaceHolder 1"/>
          <p:cNvSpPr>
            <a:spLocks noGrp="1"/>
          </p:cNvSpPr>
          <p:nvPr>
            <p:ph type="sldImg"/>
          </p:nvPr>
        </p:nvSpPr>
        <p:spPr>
          <a:xfrm>
            <a:off x="685800" y="1143000"/>
            <a:ext cx="5484960" cy="3084840"/>
          </a:xfrm>
          <a:prstGeom prst="rect">
            <a:avLst/>
          </a:prstGeom>
        </p:spPr>
      </p:sp>
      <p:sp>
        <p:nvSpPr>
          <p:cNvPr id="242" name="PlaceHolder 2"/>
          <p:cNvSpPr>
            <a:spLocks noGrp="1"/>
          </p:cNvSpPr>
          <p:nvPr>
            <p:ph type="body"/>
          </p:nvPr>
        </p:nvSpPr>
        <p:spPr>
          <a:xfrm>
            <a:off x="685800" y="4400640"/>
            <a:ext cx="5484960" cy="3598920"/>
          </a:xfrm>
          <a:prstGeom prst="rect">
            <a:avLst/>
          </a:prstGeom>
        </p:spPr>
        <p:txBody>
          <a:bodyPr lIns="0" rIns="0" tIns="0" bIns="0"/>
          <a:p>
            <a:endParaRPr b="0" lang="en-US" sz="2000" spc="-1" strike="noStrike">
              <a:latin typeface="Arial"/>
            </a:endParaRPr>
          </a:p>
        </p:txBody>
      </p:sp>
      <p:sp>
        <p:nvSpPr>
          <p:cNvPr id="243" name="CustomShape 3"/>
          <p:cNvSpPr/>
          <p:nvPr/>
        </p:nvSpPr>
        <p:spPr>
          <a:xfrm>
            <a:off x="3884760" y="8685360"/>
            <a:ext cx="2970360" cy="457200"/>
          </a:xfrm>
          <a:prstGeom prst="rect">
            <a:avLst/>
          </a:prstGeom>
          <a:noFill/>
          <a:ln>
            <a:noFill/>
          </a:ln>
        </p:spPr>
        <p:style>
          <a:lnRef idx="0"/>
          <a:fillRef idx="0"/>
          <a:effectRef idx="0"/>
          <a:fontRef idx="minor"/>
        </p:style>
        <p:txBody>
          <a:bodyPr lIns="90000" rIns="90000" tIns="45000" bIns="45000" anchor="b"/>
          <a:p>
            <a:pPr algn="r">
              <a:lnSpc>
                <a:spcPct val="100000"/>
              </a:lnSpc>
            </a:pPr>
            <a:fld id="{3DC4B2D5-4AD8-4FA7-9F74-E2F1BE8E3C2B}" type="slidenum">
              <a:rPr b="0" lang="en-US" sz="1200" spc="-1" strike="noStrike">
                <a:solidFill>
                  <a:srgbClr val="000000"/>
                </a:solidFill>
                <a:latin typeface="+mn-lt"/>
                <a:ea typeface="+mn-ea"/>
              </a:rPr>
              <a:t>1</a:t>
            </a:fld>
            <a:endParaRPr b="0" lang="en-US" sz="1200" spc="-1" strike="noStrike">
              <a:latin typeface="Arial"/>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4" name="PlaceHolder 1"/>
          <p:cNvSpPr>
            <a:spLocks noGrp="1"/>
          </p:cNvSpPr>
          <p:nvPr>
            <p:ph type="sldImg"/>
          </p:nvPr>
        </p:nvSpPr>
        <p:spPr>
          <a:xfrm>
            <a:off x="685800" y="1143000"/>
            <a:ext cx="5484960" cy="3084840"/>
          </a:xfrm>
          <a:prstGeom prst="rect">
            <a:avLst/>
          </a:prstGeom>
        </p:spPr>
      </p:sp>
      <p:sp>
        <p:nvSpPr>
          <p:cNvPr id="245" name="PlaceHolder 2"/>
          <p:cNvSpPr>
            <a:spLocks noGrp="1"/>
          </p:cNvSpPr>
          <p:nvPr>
            <p:ph type="body"/>
          </p:nvPr>
        </p:nvSpPr>
        <p:spPr>
          <a:xfrm>
            <a:off x="685800" y="4400640"/>
            <a:ext cx="5484960" cy="3598920"/>
          </a:xfrm>
          <a:prstGeom prst="rect">
            <a:avLst/>
          </a:prstGeom>
        </p:spPr>
        <p:txBody>
          <a:bodyPr lIns="0" rIns="0" tIns="0" bIns="0"/>
          <a:p>
            <a:endParaRPr b="0" lang="en-US" sz="2000" spc="-1" strike="noStrike">
              <a:latin typeface="Arial"/>
            </a:endParaRPr>
          </a:p>
        </p:txBody>
      </p:sp>
      <p:sp>
        <p:nvSpPr>
          <p:cNvPr id="246" name="CustomShape 3"/>
          <p:cNvSpPr/>
          <p:nvPr/>
        </p:nvSpPr>
        <p:spPr>
          <a:xfrm>
            <a:off x="3884760" y="8685360"/>
            <a:ext cx="2970360" cy="457200"/>
          </a:xfrm>
          <a:prstGeom prst="rect">
            <a:avLst/>
          </a:prstGeom>
          <a:noFill/>
          <a:ln>
            <a:noFill/>
          </a:ln>
        </p:spPr>
        <p:style>
          <a:lnRef idx="0"/>
          <a:fillRef idx="0"/>
          <a:effectRef idx="0"/>
          <a:fontRef idx="minor"/>
        </p:style>
        <p:txBody>
          <a:bodyPr lIns="90000" rIns="90000" tIns="45000" bIns="45000" anchor="b"/>
          <a:p>
            <a:pPr algn="r">
              <a:lnSpc>
                <a:spcPct val="100000"/>
              </a:lnSpc>
            </a:pPr>
            <a:fld id="{4A2D52D3-DAF4-473D-B97D-B231E2BD5F55}" type="slidenum">
              <a:rPr b="0" lang="en-US" sz="1200" spc="-1" strike="noStrike">
                <a:solidFill>
                  <a:srgbClr val="000000"/>
                </a:solidFill>
                <a:latin typeface="+mn-lt"/>
                <a:ea typeface="+mn-ea"/>
              </a:rPr>
              <a:t>1</a:t>
            </a:fld>
            <a:endParaRPr b="0" lang="en-US" sz="1200" spc="-1" strike="noStrike">
              <a:latin typeface="Arial"/>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7" name="PlaceHolder 1"/>
          <p:cNvSpPr>
            <a:spLocks noGrp="1"/>
          </p:cNvSpPr>
          <p:nvPr>
            <p:ph type="sldImg"/>
          </p:nvPr>
        </p:nvSpPr>
        <p:spPr>
          <a:xfrm>
            <a:off x="685800" y="1143000"/>
            <a:ext cx="5484960" cy="3084840"/>
          </a:xfrm>
          <a:prstGeom prst="rect">
            <a:avLst/>
          </a:prstGeom>
        </p:spPr>
      </p:sp>
      <p:sp>
        <p:nvSpPr>
          <p:cNvPr id="248" name="PlaceHolder 2"/>
          <p:cNvSpPr>
            <a:spLocks noGrp="1"/>
          </p:cNvSpPr>
          <p:nvPr>
            <p:ph type="body"/>
          </p:nvPr>
        </p:nvSpPr>
        <p:spPr>
          <a:xfrm>
            <a:off x="685800" y="4400640"/>
            <a:ext cx="5484960" cy="3598920"/>
          </a:xfrm>
          <a:prstGeom prst="rect">
            <a:avLst/>
          </a:prstGeom>
        </p:spPr>
        <p:txBody>
          <a:bodyPr lIns="0" rIns="0" tIns="0" bIns="0"/>
          <a:p>
            <a:endParaRPr b="0" lang="en-US" sz="2000" spc="-1" strike="noStrike">
              <a:latin typeface="Arial"/>
            </a:endParaRPr>
          </a:p>
        </p:txBody>
      </p:sp>
      <p:sp>
        <p:nvSpPr>
          <p:cNvPr id="249" name="CustomShape 3"/>
          <p:cNvSpPr/>
          <p:nvPr/>
        </p:nvSpPr>
        <p:spPr>
          <a:xfrm>
            <a:off x="3884760" y="8685360"/>
            <a:ext cx="2970360" cy="457200"/>
          </a:xfrm>
          <a:prstGeom prst="rect">
            <a:avLst/>
          </a:prstGeom>
          <a:noFill/>
          <a:ln>
            <a:noFill/>
          </a:ln>
        </p:spPr>
        <p:style>
          <a:lnRef idx="0"/>
          <a:fillRef idx="0"/>
          <a:effectRef idx="0"/>
          <a:fontRef idx="minor"/>
        </p:style>
        <p:txBody>
          <a:bodyPr lIns="90000" rIns="90000" tIns="45000" bIns="45000" anchor="b"/>
          <a:p>
            <a:pPr algn="r">
              <a:lnSpc>
                <a:spcPct val="100000"/>
              </a:lnSpc>
            </a:pPr>
            <a:fld id="{9C0FECA5-46E5-464C-9FE6-E2AA461A69F4}" type="slidenum">
              <a:rPr b="0" lang="en-US" sz="1200" spc="-1" strike="noStrike">
                <a:solidFill>
                  <a:srgbClr val="000000"/>
                </a:solidFill>
                <a:latin typeface="+mn-lt"/>
                <a:ea typeface="+mn-ea"/>
              </a:rPr>
              <a:t>1</a:t>
            </a:fld>
            <a:endParaRPr b="0" lang="en-US" sz="1200" spc="-1" strike="noStrike">
              <a:latin typeface="Arial"/>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0" name="PlaceHolder 1"/>
          <p:cNvSpPr>
            <a:spLocks noGrp="1"/>
          </p:cNvSpPr>
          <p:nvPr>
            <p:ph type="sldImg"/>
          </p:nvPr>
        </p:nvSpPr>
        <p:spPr>
          <a:xfrm>
            <a:off x="685800" y="1143000"/>
            <a:ext cx="5484960" cy="3084840"/>
          </a:xfrm>
          <a:prstGeom prst="rect">
            <a:avLst/>
          </a:prstGeom>
        </p:spPr>
      </p:sp>
      <p:sp>
        <p:nvSpPr>
          <p:cNvPr id="251" name="PlaceHolder 2"/>
          <p:cNvSpPr>
            <a:spLocks noGrp="1"/>
          </p:cNvSpPr>
          <p:nvPr>
            <p:ph type="body"/>
          </p:nvPr>
        </p:nvSpPr>
        <p:spPr>
          <a:xfrm>
            <a:off x="685800" y="4400640"/>
            <a:ext cx="5484960" cy="3598920"/>
          </a:xfrm>
          <a:prstGeom prst="rect">
            <a:avLst/>
          </a:prstGeom>
        </p:spPr>
        <p:txBody>
          <a:bodyPr lIns="0" rIns="0" tIns="0" bIns="0"/>
          <a:p>
            <a:endParaRPr b="0" lang="en-US" sz="2000" spc="-1" strike="noStrike">
              <a:latin typeface="Arial"/>
            </a:endParaRPr>
          </a:p>
        </p:txBody>
      </p:sp>
      <p:sp>
        <p:nvSpPr>
          <p:cNvPr id="252" name="CustomShape 3"/>
          <p:cNvSpPr/>
          <p:nvPr/>
        </p:nvSpPr>
        <p:spPr>
          <a:xfrm>
            <a:off x="3884760" y="8685360"/>
            <a:ext cx="2970360" cy="457200"/>
          </a:xfrm>
          <a:prstGeom prst="rect">
            <a:avLst/>
          </a:prstGeom>
          <a:noFill/>
          <a:ln>
            <a:noFill/>
          </a:ln>
        </p:spPr>
        <p:style>
          <a:lnRef idx="0"/>
          <a:fillRef idx="0"/>
          <a:effectRef idx="0"/>
          <a:fontRef idx="minor"/>
        </p:style>
        <p:txBody>
          <a:bodyPr lIns="90000" rIns="90000" tIns="45000" bIns="45000" anchor="b"/>
          <a:p>
            <a:pPr algn="r">
              <a:lnSpc>
                <a:spcPct val="100000"/>
              </a:lnSpc>
            </a:pPr>
            <a:fld id="{94811782-B25D-4887-82C0-1E2962C0914E}" type="slidenum">
              <a:rPr b="0" lang="en-US" sz="1200" spc="-1" strike="noStrike">
                <a:solidFill>
                  <a:srgbClr val="000000"/>
                </a:solidFill>
                <a:latin typeface="+mn-lt"/>
                <a:ea typeface="+mn-ea"/>
              </a:rPr>
              <a:t>&lt;number&gt;</a:t>
            </a:fld>
            <a:endParaRPr b="0" lang="en-US" sz="1200" spc="-1" strike="noStrike">
              <a:latin typeface="Arial"/>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3" name="PlaceHolder 1"/>
          <p:cNvSpPr>
            <a:spLocks noGrp="1"/>
          </p:cNvSpPr>
          <p:nvPr>
            <p:ph type="sldImg"/>
          </p:nvPr>
        </p:nvSpPr>
        <p:spPr>
          <a:xfrm>
            <a:off x="685800" y="1143000"/>
            <a:ext cx="5484960" cy="3084840"/>
          </a:xfrm>
          <a:prstGeom prst="rect">
            <a:avLst/>
          </a:prstGeom>
        </p:spPr>
      </p:sp>
      <p:sp>
        <p:nvSpPr>
          <p:cNvPr id="254" name="PlaceHolder 2"/>
          <p:cNvSpPr>
            <a:spLocks noGrp="1"/>
          </p:cNvSpPr>
          <p:nvPr>
            <p:ph type="body"/>
          </p:nvPr>
        </p:nvSpPr>
        <p:spPr>
          <a:xfrm>
            <a:off x="685800" y="4400640"/>
            <a:ext cx="5484960" cy="3598920"/>
          </a:xfrm>
          <a:prstGeom prst="rect">
            <a:avLst/>
          </a:prstGeom>
        </p:spPr>
        <p:txBody>
          <a:bodyPr lIns="0" rIns="0" tIns="0" bIns="0"/>
          <a:p>
            <a:endParaRPr b="0" lang="en-US" sz="2000" spc="-1" strike="noStrike">
              <a:latin typeface="Arial"/>
            </a:endParaRPr>
          </a:p>
        </p:txBody>
      </p:sp>
      <p:sp>
        <p:nvSpPr>
          <p:cNvPr id="255" name="CustomShape 3"/>
          <p:cNvSpPr/>
          <p:nvPr/>
        </p:nvSpPr>
        <p:spPr>
          <a:xfrm>
            <a:off x="3884760" y="8685360"/>
            <a:ext cx="2970360" cy="457200"/>
          </a:xfrm>
          <a:prstGeom prst="rect">
            <a:avLst/>
          </a:prstGeom>
          <a:noFill/>
          <a:ln>
            <a:noFill/>
          </a:ln>
        </p:spPr>
        <p:style>
          <a:lnRef idx="0"/>
          <a:fillRef idx="0"/>
          <a:effectRef idx="0"/>
          <a:fontRef idx="minor"/>
        </p:style>
        <p:txBody>
          <a:bodyPr lIns="90000" rIns="90000" tIns="45000" bIns="45000" anchor="b"/>
          <a:p>
            <a:pPr algn="r">
              <a:lnSpc>
                <a:spcPct val="100000"/>
              </a:lnSpc>
            </a:pPr>
            <a:fld id="{3ED7FEFA-A610-42F0-8E85-A14C07E8BFF8}" type="slidenum">
              <a:rPr b="0" lang="en-US" sz="1200" spc="-1" strike="noStrike">
                <a:solidFill>
                  <a:srgbClr val="000000"/>
                </a:solidFill>
                <a:latin typeface="+mn-lt"/>
                <a:ea typeface="+mn-ea"/>
              </a:rPr>
              <a:t>&lt;number&gt;</a:t>
            </a:fld>
            <a:endParaRPr b="0" lang="en-US" sz="1200" spc="-1" strike="noStrike">
              <a:latin typeface="Arial"/>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6" name="PlaceHolder 1"/>
          <p:cNvSpPr>
            <a:spLocks noGrp="1"/>
          </p:cNvSpPr>
          <p:nvPr>
            <p:ph type="sldImg"/>
          </p:nvPr>
        </p:nvSpPr>
        <p:spPr>
          <a:xfrm>
            <a:off x="685800" y="1143000"/>
            <a:ext cx="5484960" cy="3084840"/>
          </a:xfrm>
          <a:prstGeom prst="rect">
            <a:avLst/>
          </a:prstGeom>
        </p:spPr>
      </p:sp>
      <p:sp>
        <p:nvSpPr>
          <p:cNvPr id="257" name="PlaceHolder 2"/>
          <p:cNvSpPr>
            <a:spLocks noGrp="1"/>
          </p:cNvSpPr>
          <p:nvPr>
            <p:ph type="body"/>
          </p:nvPr>
        </p:nvSpPr>
        <p:spPr>
          <a:xfrm>
            <a:off x="685800" y="4400640"/>
            <a:ext cx="5484960" cy="3598920"/>
          </a:xfrm>
          <a:prstGeom prst="rect">
            <a:avLst/>
          </a:prstGeom>
        </p:spPr>
        <p:txBody>
          <a:bodyPr lIns="0" rIns="0" tIns="0" bIns="0"/>
          <a:p>
            <a:endParaRPr b="0" lang="en-US" sz="2000" spc="-1" strike="noStrike">
              <a:latin typeface="Arial"/>
            </a:endParaRPr>
          </a:p>
        </p:txBody>
      </p:sp>
      <p:sp>
        <p:nvSpPr>
          <p:cNvPr id="258" name="CustomShape 3"/>
          <p:cNvSpPr/>
          <p:nvPr/>
        </p:nvSpPr>
        <p:spPr>
          <a:xfrm>
            <a:off x="3884760" y="8685360"/>
            <a:ext cx="2970360" cy="457200"/>
          </a:xfrm>
          <a:prstGeom prst="rect">
            <a:avLst/>
          </a:prstGeom>
          <a:noFill/>
          <a:ln>
            <a:noFill/>
          </a:ln>
        </p:spPr>
        <p:style>
          <a:lnRef idx="0"/>
          <a:fillRef idx="0"/>
          <a:effectRef idx="0"/>
          <a:fontRef idx="minor"/>
        </p:style>
        <p:txBody>
          <a:bodyPr lIns="90000" rIns="90000" tIns="45000" bIns="45000" anchor="b"/>
          <a:p>
            <a:pPr algn="r">
              <a:lnSpc>
                <a:spcPct val="100000"/>
              </a:lnSpc>
            </a:pPr>
            <a:fld id="{06D6F097-F398-45A6-97FC-45A97ED00C0A}" type="slidenum">
              <a:rPr b="0" lang="en-US" sz="1200" spc="-1" strike="noStrike">
                <a:solidFill>
                  <a:srgbClr val="000000"/>
                </a:solidFill>
                <a:latin typeface="+mn-lt"/>
                <a:ea typeface="+mn-ea"/>
              </a:rPr>
              <a:t>&lt;number&gt;</a:t>
            </a:fld>
            <a:endParaRPr b="0" lang="en-US" sz="1200" spc="-1" strike="noStrike">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p:spPr>
        <p:txBody>
          <a:bodyPr lIns="0" rIns="0" tIns="0" bIns="0" anchor="ctr"/>
          <a:p>
            <a:pPr algn="ctr"/>
            <a:endParaRPr b="0" lang="en-US" sz="4400" spc="-1" strike="noStrike">
              <a:latin typeface="Arial"/>
            </a:endParaRPr>
          </a:p>
        </p:txBody>
      </p:sp>
      <p:sp>
        <p:nvSpPr>
          <p:cNvPr id="3" name="PlaceHolder 2"/>
          <p:cNvSpPr>
            <a:spLocks noGrp="1"/>
          </p:cNvSpPr>
          <p:nvPr>
            <p:ph type="subTitle"/>
          </p:nvPr>
        </p:nvSpPr>
        <p:spPr>
          <a:xfrm>
            <a:off x="609480" y="1604520"/>
            <a:ext cx="10972440" cy="3977280"/>
          </a:xfrm>
          <a:prstGeom prst="rect">
            <a:avLst/>
          </a:prstGeom>
        </p:spPr>
        <p:txBody>
          <a:bodyPr lIns="0" rIns="0" tIns="0" bIns="0" anchor="ctr"/>
          <a:p>
            <a:pPr algn="ctr"/>
            <a:endParaRPr b="0" lang="en-US"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p:spPr>
        <p:txBody>
          <a:bodyPr lIns="0" rIns="0" tIns="0" bIns="0" anchor="ctr"/>
          <a:p>
            <a:pPr algn="ctr"/>
            <a:endParaRPr b="0" lang="en-US" sz="4400" spc="-1" strike="noStrike">
              <a:latin typeface="Arial"/>
            </a:endParaRPr>
          </a:p>
        </p:txBody>
      </p:sp>
      <p:sp>
        <p:nvSpPr>
          <p:cNvPr id="5" name="PlaceHolder 2"/>
          <p:cNvSpPr>
            <a:spLocks noGrp="1"/>
          </p:cNvSpPr>
          <p:nvPr>
            <p:ph type="body"/>
          </p:nvPr>
        </p:nvSpPr>
        <p:spPr>
          <a:xfrm>
            <a:off x="609480" y="1604520"/>
            <a:ext cx="10972440" cy="3977280"/>
          </a:xfrm>
          <a:prstGeom prst="rect">
            <a:avLst/>
          </a:prstGeom>
        </p:spPr>
        <p:txBody>
          <a:bodyPr lIns="0" rIns="0" tIns="0" bIns="0">
            <a:normAutofit/>
          </a:bodyPr>
          <a:p>
            <a:endParaRPr b="0" lang="en-US" sz="3200" spc="-1" strike="noStrike">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p:spPr>
        <p:txBody>
          <a:bodyPr lIns="0" rIns="0" tIns="0" bIns="0" anchor="ctr"/>
          <a:p>
            <a:pPr algn="ctr"/>
            <a:endParaRPr b="0" lang="en-US" sz="4400" spc="-1" strike="noStrike">
              <a:latin typeface="Arial"/>
            </a:endParaRPr>
          </a:p>
        </p:txBody>
      </p:sp>
      <p:sp>
        <p:nvSpPr>
          <p:cNvPr id="7" name="PlaceHolder 2"/>
          <p:cNvSpPr>
            <a:spLocks noGrp="1"/>
          </p:cNvSpPr>
          <p:nvPr>
            <p:ph type="body"/>
          </p:nvPr>
        </p:nvSpPr>
        <p:spPr>
          <a:xfrm>
            <a:off x="609480" y="1604520"/>
            <a:ext cx="5354280" cy="3977280"/>
          </a:xfrm>
          <a:prstGeom prst="rect">
            <a:avLst/>
          </a:prstGeom>
        </p:spPr>
        <p:txBody>
          <a:bodyPr lIns="0" rIns="0" tIns="0" bIns="0">
            <a:normAutofit/>
          </a:bodyPr>
          <a:p>
            <a:endParaRPr b="0" lang="en-US" sz="3200" spc="-1" strike="noStrike">
              <a:latin typeface="Arial"/>
            </a:endParaRPr>
          </a:p>
        </p:txBody>
      </p:sp>
      <p:sp>
        <p:nvSpPr>
          <p:cNvPr id="8" name="PlaceHolder 3"/>
          <p:cNvSpPr>
            <a:spLocks noGrp="1"/>
          </p:cNvSpPr>
          <p:nvPr>
            <p:ph type="body"/>
          </p:nvPr>
        </p:nvSpPr>
        <p:spPr>
          <a:xfrm>
            <a:off x="6231960" y="1604520"/>
            <a:ext cx="5354280" cy="3977280"/>
          </a:xfrm>
          <a:prstGeom prst="rect">
            <a:avLst/>
          </a:prstGeom>
        </p:spPr>
        <p:txBody>
          <a:bodyPr lIns="0" rIns="0" tIns="0" bIns="0">
            <a:normAutofit/>
          </a:bodyPr>
          <a:p>
            <a:endParaRPr b="0" lang="en-US" sz="3200" spc="-1" strike="noStrike">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p:spPr>
        <p:txBody>
          <a:bodyPr lIns="0" rIns="0" tIns="0" bIns="0" anchor="ctr"/>
          <a:p>
            <a:pPr algn="ctr"/>
            <a:endParaRPr b="0" lang="en-US" sz="4400" spc="-1" strike="noStrike">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09480" y="273600"/>
            <a:ext cx="10972440" cy="5307840"/>
          </a:xfrm>
          <a:prstGeom prst="rect">
            <a:avLst/>
          </a:prstGeom>
        </p:spPr>
        <p:txBody>
          <a:bodyPr lIns="0" rIns="0" tIns="0" bIns="0" anchor="ctr"/>
          <a:p>
            <a:pPr algn="ctr"/>
            <a:endParaRPr b="0" lang="en-US"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p:spPr>
        <p:txBody>
          <a:bodyPr lIns="0" rIns="0" tIns="0" bIns="0" anchor="ctr"/>
          <a:p>
            <a:pPr algn="ctr"/>
            <a:endParaRPr b="0" lang="en-US" sz="4400" spc="-1" strike="noStrike">
              <a:latin typeface="Arial"/>
            </a:endParaRPr>
          </a:p>
        </p:txBody>
      </p:sp>
      <p:sp>
        <p:nvSpPr>
          <p:cNvPr id="12"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13" name="PlaceHolder 3"/>
          <p:cNvSpPr>
            <a:spLocks noGrp="1"/>
          </p:cNvSpPr>
          <p:nvPr>
            <p:ph type="body"/>
          </p:nvPr>
        </p:nvSpPr>
        <p:spPr>
          <a:xfrm>
            <a:off x="6231960" y="1604520"/>
            <a:ext cx="5354280" cy="3977280"/>
          </a:xfrm>
          <a:prstGeom prst="rect">
            <a:avLst/>
          </a:prstGeom>
        </p:spPr>
        <p:txBody>
          <a:bodyPr lIns="0" rIns="0" tIns="0" bIns="0">
            <a:normAutofit/>
          </a:bodyPr>
          <a:p>
            <a:endParaRPr b="0" lang="en-US" sz="3200" spc="-1" strike="noStrike">
              <a:latin typeface="Arial"/>
            </a:endParaRPr>
          </a:p>
        </p:txBody>
      </p:sp>
      <p:sp>
        <p:nvSpPr>
          <p:cNvPr id="14" name="PlaceHolder 4"/>
          <p:cNvSpPr>
            <a:spLocks noGrp="1"/>
          </p:cNvSpPr>
          <p:nvPr>
            <p:ph type="body"/>
          </p:nvPr>
        </p:nvSpPr>
        <p:spPr>
          <a:xfrm>
            <a:off x="60948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73600"/>
            <a:ext cx="10972440" cy="1144800"/>
          </a:xfrm>
          <a:prstGeom prst="rect">
            <a:avLst/>
          </a:prstGeom>
        </p:spPr>
        <p:txBody>
          <a:bodyPr lIns="0" rIns="0" tIns="0" bIns="0" anchor="ctr"/>
          <a:p>
            <a:pPr algn="ctr"/>
            <a:endParaRPr b="0" lang="en-US" sz="4400" spc="-1" strike="noStrike">
              <a:latin typeface="Arial"/>
            </a:endParaRPr>
          </a:p>
        </p:txBody>
      </p:sp>
      <p:sp>
        <p:nvSpPr>
          <p:cNvPr id="16" name="PlaceHolder 2"/>
          <p:cNvSpPr>
            <a:spLocks noGrp="1"/>
          </p:cNvSpPr>
          <p:nvPr>
            <p:ph type="body"/>
          </p:nvPr>
        </p:nvSpPr>
        <p:spPr>
          <a:xfrm>
            <a:off x="609480" y="1604520"/>
            <a:ext cx="5354280" cy="3977280"/>
          </a:xfrm>
          <a:prstGeom prst="rect">
            <a:avLst/>
          </a:prstGeom>
        </p:spPr>
        <p:txBody>
          <a:bodyPr lIns="0" rIns="0" tIns="0" bIns="0">
            <a:normAutofit/>
          </a:bodyPr>
          <a:p>
            <a:endParaRPr b="0" lang="en-US" sz="3200" spc="-1" strike="noStrike">
              <a:latin typeface="Arial"/>
            </a:endParaRPr>
          </a:p>
        </p:txBody>
      </p:sp>
      <p:sp>
        <p:nvSpPr>
          <p:cNvPr id="17"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18" name="PlaceHolder 4"/>
          <p:cNvSpPr>
            <a:spLocks noGrp="1"/>
          </p:cNvSpPr>
          <p:nvPr>
            <p:ph type="body"/>
          </p:nvPr>
        </p:nvSpPr>
        <p:spPr>
          <a:xfrm>
            <a:off x="623196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73600"/>
            <a:ext cx="10972440" cy="1144800"/>
          </a:xfrm>
          <a:prstGeom prst="rect">
            <a:avLst/>
          </a:prstGeom>
        </p:spPr>
        <p:txBody>
          <a:bodyPr lIns="0" rIns="0" tIns="0" bIns="0" anchor="ctr"/>
          <a:p>
            <a:pPr algn="ctr"/>
            <a:endParaRPr b="0" lang="en-US" sz="4400" spc="-1" strike="noStrike">
              <a:latin typeface="Arial"/>
            </a:endParaRPr>
          </a:p>
        </p:txBody>
      </p:sp>
      <p:sp>
        <p:nvSpPr>
          <p:cNvPr id="20"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21"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22" name="PlaceHolder 4"/>
          <p:cNvSpPr>
            <a:spLocks noGrp="1"/>
          </p:cNvSpPr>
          <p:nvPr>
            <p:ph type="body"/>
          </p:nvPr>
        </p:nvSpPr>
        <p:spPr>
          <a:xfrm>
            <a:off x="609480" y="3682080"/>
            <a:ext cx="109724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p:spPr>
        <p:txBody>
          <a:bodyPr lIns="0" rIns="0" tIns="0" bIns="0" anchor="ctr"/>
          <a:p>
            <a:pPr algn="ctr"/>
            <a:endParaRPr b="0" lang="en-US" sz="4400" spc="-1" strike="noStrike">
              <a:latin typeface="Arial"/>
            </a:endParaRPr>
          </a:p>
        </p:txBody>
      </p:sp>
      <p:sp>
        <p:nvSpPr>
          <p:cNvPr id="24" name="PlaceHolder 2"/>
          <p:cNvSpPr>
            <a:spLocks noGrp="1"/>
          </p:cNvSpPr>
          <p:nvPr>
            <p:ph type="body"/>
          </p:nvPr>
        </p:nvSpPr>
        <p:spPr>
          <a:xfrm>
            <a:off x="609480" y="1604520"/>
            <a:ext cx="10972440" cy="1896840"/>
          </a:xfrm>
          <a:prstGeom prst="rect">
            <a:avLst/>
          </a:prstGeom>
        </p:spPr>
        <p:txBody>
          <a:bodyPr lIns="0" rIns="0" tIns="0" bIns="0">
            <a:normAutofit/>
          </a:bodyPr>
          <a:p>
            <a:endParaRPr b="0" lang="en-US" sz="3200" spc="-1" strike="noStrike">
              <a:latin typeface="Arial"/>
            </a:endParaRPr>
          </a:p>
        </p:txBody>
      </p:sp>
      <p:sp>
        <p:nvSpPr>
          <p:cNvPr id="25" name="PlaceHolder 3"/>
          <p:cNvSpPr>
            <a:spLocks noGrp="1"/>
          </p:cNvSpPr>
          <p:nvPr>
            <p:ph type="body"/>
          </p:nvPr>
        </p:nvSpPr>
        <p:spPr>
          <a:xfrm>
            <a:off x="609480" y="3682080"/>
            <a:ext cx="109724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440" cy="1144800"/>
          </a:xfrm>
          <a:prstGeom prst="rect">
            <a:avLst/>
          </a:prstGeom>
        </p:spPr>
        <p:txBody>
          <a:bodyPr lIns="0" rIns="0" tIns="0" bIns="0" anchor="ctr"/>
          <a:p>
            <a:pPr algn="ctr"/>
            <a:endParaRPr b="0" lang="en-US" sz="4400" spc="-1" strike="noStrike">
              <a:latin typeface="Arial"/>
            </a:endParaRPr>
          </a:p>
        </p:txBody>
      </p:sp>
      <p:sp>
        <p:nvSpPr>
          <p:cNvPr id="27"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28"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29" name="PlaceHolder 4"/>
          <p:cNvSpPr>
            <a:spLocks noGrp="1"/>
          </p:cNvSpPr>
          <p:nvPr>
            <p:ph type="body"/>
          </p:nvPr>
        </p:nvSpPr>
        <p:spPr>
          <a:xfrm>
            <a:off x="609480" y="3682080"/>
            <a:ext cx="5354280" cy="1896840"/>
          </a:xfrm>
          <a:prstGeom prst="rect">
            <a:avLst/>
          </a:prstGeom>
        </p:spPr>
        <p:txBody>
          <a:bodyPr lIns="0" rIns="0" tIns="0" bIns="0">
            <a:normAutofit/>
          </a:bodyPr>
          <a:p>
            <a:endParaRPr b="0" lang="en-US" sz="3200" spc="-1" strike="noStrike">
              <a:latin typeface="Arial"/>
            </a:endParaRPr>
          </a:p>
        </p:txBody>
      </p:sp>
      <p:sp>
        <p:nvSpPr>
          <p:cNvPr id="30" name="PlaceHolder 5"/>
          <p:cNvSpPr>
            <a:spLocks noGrp="1"/>
          </p:cNvSpPr>
          <p:nvPr>
            <p:ph type="body"/>
          </p:nvPr>
        </p:nvSpPr>
        <p:spPr>
          <a:xfrm>
            <a:off x="623196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73600"/>
            <a:ext cx="10972440" cy="1144800"/>
          </a:xfrm>
          <a:prstGeom prst="rect">
            <a:avLst/>
          </a:prstGeom>
        </p:spPr>
        <p:txBody>
          <a:bodyPr lIns="0" rIns="0" tIns="0" bIns="0" anchor="ctr"/>
          <a:p>
            <a:pPr algn="ctr"/>
            <a:endParaRPr b="0" lang="en-US" sz="4400" spc="-1" strike="noStrike">
              <a:latin typeface="Arial"/>
            </a:endParaRPr>
          </a:p>
        </p:txBody>
      </p:sp>
      <p:sp>
        <p:nvSpPr>
          <p:cNvPr id="32" name="PlaceHolder 2"/>
          <p:cNvSpPr>
            <a:spLocks noGrp="1"/>
          </p:cNvSpPr>
          <p:nvPr>
            <p:ph type="body"/>
          </p:nvPr>
        </p:nvSpPr>
        <p:spPr>
          <a:xfrm>
            <a:off x="609480" y="1604520"/>
            <a:ext cx="3533040" cy="1896840"/>
          </a:xfrm>
          <a:prstGeom prst="rect">
            <a:avLst/>
          </a:prstGeom>
        </p:spPr>
        <p:txBody>
          <a:bodyPr lIns="0" rIns="0" tIns="0" bIns="0">
            <a:normAutofit/>
          </a:bodyPr>
          <a:p>
            <a:endParaRPr b="0" lang="en-US" sz="3200" spc="-1" strike="noStrike">
              <a:latin typeface="Arial"/>
            </a:endParaRPr>
          </a:p>
        </p:txBody>
      </p:sp>
      <p:sp>
        <p:nvSpPr>
          <p:cNvPr id="33" name="PlaceHolder 3"/>
          <p:cNvSpPr>
            <a:spLocks noGrp="1"/>
          </p:cNvSpPr>
          <p:nvPr>
            <p:ph type="body"/>
          </p:nvPr>
        </p:nvSpPr>
        <p:spPr>
          <a:xfrm>
            <a:off x="4319640" y="1604520"/>
            <a:ext cx="3533040" cy="1896840"/>
          </a:xfrm>
          <a:prstGeom prst="rect">
            <a:avLst/>
          </a:prstGeom>
        </p:spPr>
        <p:txBody>
          <a:bodyPr lIns="0" rIns="0" tIns="0" bIns="0">
            <a:normAutofit/>
          </a:bodyPr>
          <a:p>
            <a:endParaRPr b="0" lang="en-US" sz="3200" spc="-1" strike="noStrike">
              <a:latin typeface="Arial"/>
            </a:endParaRPr>
          </a:p>
        </p:txBody>
      </p:sp>
      <p:sp>
        <p:nvSpPr>
          <p:cNvPr id="34" name="PlaceHolder 4"/>
          <p:cNvSpPr>
            <a:spLocks noGrp="1"/>
          </p:cNvSpPr>
          <p:nvPr>
            <p:ph type="body"/>
          </p:nvPr>
        </p:nvSpPr>
        <p:spPr>
          <a:xfrm>
            <a:off x="8029800" y="1604520"/>
            <a:ext cx="3533040" cy="1896840"/>
          </a:xfrm>
          <a:prstGeom prst="rect">
            <a:avLst/>
          </a:prstGeom>
        </p:spPr>
        <p:txBody>
          <a:bodyPr lIns="0" rIns="0" tIns="0" bIns="0">
            <a:normAutofit/>
          </a:bodyPr>
          <a:p>
            <a:endParaRPr b="0" lang="en-US" sz="3200" spc="-1" strike="noStrike">
              <a:latin typeface="Arial"/>
            </a:endParaRPr>
          </a:p>
        </p:txBody>
      </p:sp>
      <p:sp>
        <p:nvSpPr>
          <p:cNvPr id="35" name="PlaceHolder 5"/>
          <p:cNvSpPr>
            <a:spLocks noGrp="1"/>
          </p:cNvSpPr>
          <p:nvPr>
            <p:ph type="body"/>
          </p:nvPr>
        </p:nvSpPr>
        <p:spPr>
          <a:xfrm>
            <a:off x="609480" y="3682080"/>
            <a:ext cx="3533040" cy="1896840"/>
          </a:xfrm>
          <a:prstGeom prst="rect">
            <a:avLst/>
          </a:prstGeom>
        </p:spPr>
        <p:txBody>
          <a:bodyPr lIns="0" rIns="0" tIns="0" bIns="0">
            <a:normAutofit/>
          </a:bodyPr>
          <a:p>
            <a:endParaRPr b="0" lang="en-US" sz="3200" spc="-1" strike="noStrike">
              <a:latin typeface="Arial"/>
            </a:endParaRPr>
          </a:p>
        </p:txBody>
      </p:sp>
      <p:sp>
        <p:nvSpPr>
          <p:cNvPr id="36" name="PlaceHolder 6"/>
          <p:cNvSpPr>
            <a:spLocks noGrp="1"/>
          </p:cNvSpPr>
          <p:nvPr>
            <p:ph type="body"/>
          </p:nvPr>
        </p:nvSpPr>
        <p:spPr>
          <a:xfrm>
            <a:off x="4319640" y="3682080"/>
            <a:ext cx="3533040" cy="1896840"/>
          </a:xfrm>
          <a:prstGeom prst="rect">
            <a:avLst/>
          </a:prstGeom>
        </p:spPr>
        <p:txBody>
          <a:bodyPr lIns="0" rIns="0" tIns="0" bIns="0">
            <a:normAutofit/>
          </a:bodyPr>
          <a:p>
            <a:endParaRPr b="0" lang="en-US" sz="3200" spc="-1" strike="noStrike">
              <a:latin typeface="Arial"/>
            </a:endParaRPr>
          </a:p>
        </p:txBody>
      </p:sp>
      <p:sp>
        <p:nvSpPr>
          <p:cNvPr id="37" name="PlaceHolder 7"/>
          <p:cNvSpPr>
            <a:spLocks noGrp="1"/>
          </p:cNvSpPr>
          <p:nvPr>
            <p:ph type="body"/>
          </p:nvPr>
        </p:nvSpPr>
        <p:spPr>
          <a:xfrm>
            <a:off x="8029800" y="3682080"/>
            <a:ext cx="35330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0" name="PlaceHolder 1"/>
          <p:cNvSpPr>
            <a:spLocks noGrp="1"/>
          </p:cNvSpPr>
          <p:nvPr>
            <p:ph type="title"/>
          </p:nvPr>
        </p:nvSpPr>
        <p:spPr>
          <a:xfrm>
            <a:off x="609480" y="273600"/>
            <a:ext cx="10972440" cy="1144800"/>
          </a:xfrm>
          <a:prstGeom prst="rect">
            <a:avLst/>
          </a:prstGeom>
        </p:spPr>
        <p:txBody>
          <a:bodyPr lIns="0" rIns="0" tIns="0" bIns="0" anchor="ctr"/>
          <a:p>
            <a:pPr algn="ctr"/>
            <a:endParaRPr b="0" lang="en-US" sz="4400" spc="-1" strike="noStrike">
              <a:latin typeface="Arial"/>
            </a:endParaRPr>
          </a:p>
        </p:txBody>
      </p:sp>
      <p:sp>
        <p:nvSpPr>
          <p:cNvPr id="41" name="PlaceHolder 2"/>
          <p:cNvSpPr>
            <a:spLocks noGrp="1"/>
          </p:cNvSpPr>
          <p:nvPr>
            <p:ph type="subTitle"/>
          </p:nvPr>
        </p:nvSpPr>
        <p:spPr>
          <a:xfrm>
            <a:off x="609480" y="1604520"/>
            <a:ext cx="10972440" cy="3977280"/>
          </a:xfrm>
          <a:prstGeom prst="rect">
            <a:avLst/>
          </a:prstGeom>
        </p:spPr>
        <p:txBody>
          <a:bodyPr lIns="0" rIns="0" tIns="0" bIns="0" anchor="ctr"/>
          <a:p>
            <a:pPr algn="ctr"/>
            <a:endParaRPr b="0" lang="en-US"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2" name="PlaceHolder 1"/>
          <p:cNvSpPr>
            <a:spLocks noGrp="1"/>
          </p:cNvSpPr>
          <p:nvPr>
            <p:ph type="title"/>
          </p:nvPr>
        </p:nvSpPr>
        <p:spPr>
          <a:xfrm>
            <a:off x="609480" y="273600"/>
            <a:ext cx="10972440" cy="1144800"/>
          </a:xfrm>
          <a:prstGeom prst="rect">
            <a:avLst/>
          </a:prstGeom>
        </p:spPr>
        <p:txBody>
          <a:bodyPr lIns="0" rIns="0" tIns="0" bIns="0" anchor="ctr"/>
          <a:p>
            <a:pPr algn="ctr"/>
            <a:endParaRPr b="0" lang="en-US" sz="4400" spc="-1" strike="noStrike">
              <a:latin typeface="Arial"/>
            </a:endParaRPr>
          </a:p>
        </p:txBody>
      </p:sp>
      <p:sp>
        <p:nvSpPr>
          <p:cNvPr id="43" name="PlaceHolder 2"/>
          <p:cNvSpPr>
            <a:spLocks noGrp="1"/>
          </p:cNvSpPr>
          <p:nvPr>
            <p:ph type="body"/>
          </p:nvPr>
        </p:nvSpPr>
        <p:spPr>
          <a:xfrm>
            <a:off x="609480" y="1604520"/>
            <a:ext cx="10972440" cy="3977280"/>
          </a:xfrm>
          <a:prstGeom prst="rect">
            <a:avLst/>
          </a:prstGeom>
        </p:spPr>
        <p:txBody>
          <a:bodyPr lIns="0" rIns="0" tIns="0" bIns="0">
            <a:normAutofit/>
          </a:bodyPr>
          <a:p>
            <a:endParaRPr b="0" lang="en-US" sz="3200" spc="-1" strike="noStrike">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609480" y="273600"/>
            <a:ext cx="10972440" cy="1144800"/>
          </a:xfrm>
          <a:prstGeom prst="rect">
            <a:avLst/>
          </a:prstGeom>
        </p:spPr>
        <p:txBody>
          <a:bodyPr lIns="0" rIns="0" tIns="0" bIns="0" anchor="ctr"/>
          <a:p>
            <a:pPr algn="ctr"/>
            <a:endParaRPr b="0" lang="en-US" sz="4400" spc="-1" strike="noStrike">
              <a:latin typeface="Arial"/>
            </a:endParaRPr>
          </a:p>
        </p:txBody>
      </p:sp>
      <p:sp>
        <p:nvSpPr>
          <p:cNvPr id="45" name="PlaceHolder 2"/>
          <p:cNvSpPr>
            <a:spLocks noGrp="1"/>
          </p:cNvSpPr>
          <p:nvPr>
            <p:ph type="body"/>
          </p:nvPr>
        </p:nvSpPr>
        <p:spPr>
          <a:xfrm>
            <a:off x="609480" y="1604520"/>
            <a:ext cx="5354280" cy="3977280"/>
          </a:xfrm>
          <a:prstGeom prst="rect">
            <a:avLst/>
          </a:prstGeom>
        </p:spPr>
        <p:txBody>
          <a:bodyPr lIns="0" rIns="0" tIns="0" bIns="0">
            <a:normAutofit/>
          </a:bodyPr>
          <a:p>
            <a:endParaRPr b="0" lang="en-US" sz="3200" spc="-1" strike="noStrike">
              <a:latin typeface="Arial"/>
            </a:endParaRPr>
          </a:p>
        </p:txBody>
      </p:sp>
      <p:sp>
        <p:nvSpPr>
          <p:cNvPr id="46" name="PlaceHolder 3"/>
          <p:cNvSpPr>
            <a:spLocks noGrp="1"/>
          </p:cNvSpPr>
          <p:nvPr>
            <p:ph type="body"/>
          </p:nvPr>
        </p:nvSpPr>
        <p:spPr>
          <a:xfrm>
            <a:off x="6231960" y="1604520"/>
            <a:ext cx="5354280" cy="3977280"/>
          </a:xfrm>
          <a:prstGeom prst="rect">
            <a:avLst/>
          </a:prstGeom>
        </p:spPr>
        <p:txBody>
          <a:bodyPr lIns="0" rIns="0" tIns="0" bIns="0">
            <a:normAutofit/>
          </a:bodyPr>
          <a:p>
            <a:endParaRPr b="0" lang="en-US" sz="3200" spc="-1" strike="noStrike">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7" name="PlaceHolder 1"/>
          <p:cNvSpPr>
            <a:spLocks noGrp="1"/>
          </p:cNvSpPr>
          <p:nvPr>
            <p:ph type="title"/>
          </p:nvPr>
        </p:nvSpPr>
        <p:spPr>
          <a:xfrm>
            <a:off x="609480" y="273600"/>
            <a:ext cx="10972440" cy="1144800"/>
          </a:xfrm>
          <a:prstGeom prst="rect">
            <a:avLst/>
          </a:prstGeom>
        </p:spPr>
        <p:txBody>
          <a:bodyPr lIns="0" rIns="0" tIns="0" bIns="0" anchor="ctr"/>
          <a:p>
            <a:pPr algn="ctr"/>
            <a:endParaRPr b="0" lang="en-US" sz="4400" spc="-1" strike="noStrike">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48" name="PlaceHolder 1"/>
          <p:cNvSpPr>
            <a:spLocks noGrp="1"/>
          </p:cNvSpPr>
          <p:nvPr>
            <p:ph type="subTitle"/>
          </p:nvPr>
        </p:nvSpPr>
        <p:spPr>
          <a:xfrm>
            <a:off x="609480" y="273600"/>
            <a:ext cx="10972440" cy="5307840"/>
          </a:xfrm>
          <a:prstGeom prst="rect">
            <a:avLst/>
          </a:prstGeom>
        </p:spPr>
        <p:txBody>
          <a:bodyPr lIns="0" rIns="0" tIns="0" bIns="0" anchor="ctr"/>
          <a:p>
            <a:pPr algn="ctr"/>
            <a:endParaRPr b="0" lang="en-US"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609480" y="273600"/>
            <a:ext cx="10972440" cy="1144800"/>
          </a:xfrm>
          <a:prstGeom prst="rect">
            <a:avLst/>
          </a:prstGeom>
        </p:spPr>
        <p:txBody>
          <a:bodyPr lIns="0" rIns="0" tIns="0" bIns="0" anchor="ctr"/>
          <a:p>
            <a:pPr algn="ctr"/>
            <a:endParaRPr b="0" lang="en-US" sz="4400" spc="-1" strike="noStrike">
              <a:latin typeface="Arial"/>
            </a:endParaRPr>
          </a:p>
        </p:txBody>
      </p:sp>
      <p:sp>
        <p:nvSpPr>
          <p:cNvPr id="50"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51" name="PlaceHolder 3"/>
          <p:cNvSpPr>
            <a:spLocks noGrp="1"/>
          </p:cNvSpPr>
          <p:nvPr>
            <p:ph type="body"/>
          </p:nvPr>
        </p:nvSpPr>
        <p:spPr>
          <a:xfrm>
            <a:off x="6231960" y="1604520"/>
            <a:ext cx="5354280" cy="3977280"/>
          </a:xfrm>
          <a:prstGeom prst="rect">
            <a:avLst/>
          </a:prstGeom>
        </p:spPr>
        <p:txBody>
          <a:bodyPr lIns="0" rIns="0" tIns="0" bIns="0">
            <a:normAutofit/>
          </a:bodyPr>
          <a:p>
            <a:endParaRPr b="0" lang="en-US" sz="3200" spc="-1" strike="noStrike">
              <a:latin typeface="Arial"/>
            </a:endParaRPr>
          </a:p>
        </p:txBody>
      </p:sp>
      <p:sp>
        <p:nvSpPr>
          <p:cNvPr id="52" name="PlaceHolder 4"/>
          <p:cNvSpPr>
            <a:spLocks noGrp="1"/>
          </p:cNvSpPr>
          <p:nvPr>
            <p:ph type="body"/>
          </p:nvPr>
        </p:nvSpPr>
        <p:spPr>
          <a:xfrm>
            <a:off x="60948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609480" y="273600"/>
            <a:ext cx="10972440" cy="1144800"/>
          </a:xfrm>
          <a:prstGeom prst="rect">
            <a:avLst/>
          </a:prstGeom>
        </p:spPr>
        <p:txBody>
          <a:bodyPr lIns="0" rIns="0" tIns="0" bIns="0" anchor="ctr"/>
          <a:p>
            <a:pPr algn="ctr"/>
            <a:endParaRPr b="0" lang="en-US" sz="4400" spc="-1" strike="noStrike">
              <a:latin typeface="Arial"/>
            </a:endParaRPr>
          </a:p>
        </p:txBody>
      </p:sp>
      <p:sp>
        <p:nvSpPr>
          <p:cNvPr id="54" name="PlaceHolder 2"/>
          <p:cNvSpPr>
            <a:spLocks noGrp="1"/>
          </p:cNvSpPr>
          <p:nvPr>
            <p:ph type="body"/>
          </p:nvPr>
        </p:nvSpPr>
        <p:spPr>
          <a:xfrm>
            <a:off x="609480" y="1604520"/>
            <a:ext cx="5354280" cy="3977280"/>
          </a:xfrm>
          <a:prstGeom prst="rect">
            <a:avLst/>
          </a:prstGeom>
        </p:spPr>
        <p:txBody>
          <a:bodyPr lIns="0" rIns="0" tIns="0" bIns="0">
            <a:normAutofit/>
          </a:bodyPr>
          <a:p>
            <a:endParaRPr b="0" lang="en-US" sz="3200" spc="-1" strike="noStrike">
              <a:latin typeface="Arial"/>
            </a:endParaRPr>
          </a:p>
        </p:txBody>
      </p:sp>
      <p:sp>
        <p:nvSpPr>
          <p:cNvPr id="55"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56" name="PlaceHolder 4"/>
          <p:cNvSpPr>
            <a:spLocks noGrp="1"/>
          </p:cNvSpPr>
          <p:nvPr>
            <p:ph type="body"/>
          </p:nvPr>
        </p:nvSpPr>
        <p:spPr>
          <a:xfrm>
            <a:off x="623196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609480" y="273600"/>
            <a:ext cx="10972440" cy="1144800"/>
          </a:xfrm>
          <a:prstGeom prst="rect">
            <a:avLst/>
          </a:prstGeom>
        </p:spPr>
        <p:txBody>
          <a:bodyPr lIns="0" rIns="0" tIns="0" bIns="0" anchor="ctr"/>
          <a:p>
            <a:pPr algn="ctr"/>
            <a:endParaRPr b="0" lang="en-US" sz="4400" spc="-1" strike="noStrike">
              <a:latin typeface="Arial"/>
            </a:endParaRPr>
          </a:p>
        </p:txBody>
      </p:sp>
      <p:sp>
        <p:nvSpPr>
          <p:cNvPr id="58"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59"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60" name="PlaceHolder 4"/>
          <p:cNvSpPr>
            <a:spLocks noGrp="1"/>
          </p:cNvSpPr>
          <p:nvPr>
            <p:ph type="body"/>
          </p:nvPr>
        </p:nvSpPr>
        <p:spPr>
          <a:xfrm>
            <a:off x="609480" y="3682080"/>
            <a:ext cx="109724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609480" y="273600"/>
            <a:ext cx="10972440" cy="1144800"/>
          </a:xfrm>
          <a:prstGeom prst="rect">
            <a:avLst/>
          </a:prstGeom>
        </p:spPr>
        <p:txBody>
          <a:bodyPr lIns="0" rIns="0" tIns="0" bIns="0" anchor="ctr"/>
          <a:p>
            <a:pPr algn="ctr"/>
            <a:endParaRPr b="0" lang="en-US" sz="4400" spc="-1" strike="noStrike">
              <a:latin typeface="Arial"/>
            </a:endParaRPr>
          </a:p>
        </p:txBody>
      </p:sp>
      <p:sp>
        <p:nvSpPr>
          <p:cNvPr id="62" name="PlaceHolder 2"/>
          <p:cNvSpPr>
            <a:spLocks noGrp="1"/>
          </p:cNvSpPr>
          <p:nvPr>
            <p:ph type="body"/>
          </p:nvPr>
        </p:nvSpPr>
        <p:spPr>
          <a:xfrm>
            <a:off x="609480" y="1604520"/>
            <a:ext cx="10972440" cy="1896840"/>
          </a:xfrm>
          <a:prstGeom prst="rect">
            <a:avLst/>
          </a:prstGeom>
        </p:spPr>
        <p:txBody>
          <a:bodyPr lIns="0" rIns="0" tIns="0" bIns="0">
            <a:normAutofit/>
          </a:bodyPr>
          <a:p>
            <a:endParaRPr b="0" lang="en-US" sz="3200" spc="-1" strike="noStrike">
              <a:latin typeface="Arial"/>
            </a:endParaRPr>
          </a:p>
        </p:txBody>
      </p:sp>
      <p:sp>
        <p:nvSpPr>
          <p:cNvPr id="63" name="PlaceHolder 3"/>
          <p:cNvSpPr>
            <a:spLocks noGrp="1"/>
          </p:cNvSpPr>
          <p:nvPr>
            <p:ph type="body"/>
          </p:nvPr>
        </p:nvSpPr>
        <p:spPr>
          <a:xfrm>
            <a:off x="609480" y="3682080"/>
            <a:ext cx="109724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609480" y="273600"/>
            <a:ext cx="10972440" cy="1144800"/>
          </a:xfrm>
          <a:prstGeom prst="rect">
            <a:avLst/>
          </a:prstGeom>
        </p:spPr>
        <p:txBody>
          <a:bodyPr lIns="0" rIns="0" tIns="0" bIns="0" anchor="ctr"/>
          <a:p>
            <a:pPr algn="ctr"/>
            <a:endParaRPr b="0" lang="en-US" sz="4400" spc="-1" strike="noStrike">
              <a:latin typeface="Arial"/>
            </a:endParaRPr>
          </a:p>
        </p:txBody>
      </p:sp>
      <p:sp>
        <p:nvSpPr>
          <p:cNvPr id="65"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66"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67" name="PlaceHolder 4"/>
          <p:cNvSpPr>
            <a:spLocks noGrp="1"/>
          </p:cNvSpPr>
          <p:nvPr>
            <p:ph type="body"/>
          </p:nvPr>
        </p:nvSpPr>
        <p:spPr>
          <a:xfrm>
            <a:off x="609480" y="3682080"/>
            <a:ext cx="5354280" cy="1896840"/>
          </a:xfrm>
          <a:prstGeom prst="rect">
            <a:avLst/>
          </a:prstGeom>
        </p:spPr>
        <p:txBody>
          <a:bodyPr lIns="0" rIns="0" tIns="0" bIns="0">
            <a:normAutofit/>
          </a:bodyPr>
          <a:p>
            <a:endParaRPr b="0" lang="en-US" sz="3200" spc="-1" strike="noStrike">
              <a:latin typeface="Arial"/>
            </a:endParaRPr>
          </a:p>
        </p:txBody>
      </p:sp>
      <p:sp>
        <p:nvSpPr>
          <p:cNvPr id="68" name="PlaceHolder 5"/>
          <p:cNvSpPr>
            <a:spLocks noGrp="1"/>
          </p:cNvSpPr>
          <p:nvPr>
            <p:ph type="body"/>
          </p:nvPr>
        </p:nvSpPr>
        <p:spPr>
          <a:xfrm>
            <a:off x="623196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609480" y="273600"/>
            <a:ext cx="10972440" cy="1144800"/>
          </a:xfrm>
          <a:prstGeom prst="rect">
            <a:avLst/>
          </a:prstGeom>
        </p:spPr>
        <p:txBody>
          <a:bodyPr lIns="0" rIns="0" tIns="0" bIns="0" anchor="ctr"/>
          <a:p>
            <a:pPr algn="ctr"/>
            <a:endParaRPr b="0" lang="en-US" sz="4400" spc="-1" strike="noStrike">
              <a:latin typeface="Arial"/>
            </a:endParaRPr>
          </a:p>
        </p:txBody>
      </p:sp>
      <p:sp>
        <p:nvSpPr>
          <p:cNvPr id="70" name="PlaceHolder 2"/>
          <p:cNvSpPr>
            <a:spLocks noGrp="1"/>
          </p:cNvSpPr>
          <p:nvPr>
            <p:ph type="body"/>
          </p:nvPr>
        </p:nvSpPr>
        <p:spPr>
          <a:xfrm>
            <a:off x="609480" y="1604520"/>
            <a:ext cx="3533040" cy="1896840"/>
          </a:xfrm>
          <a:prstGeom prst="rect">
            <a:avLst/>
          </a:prstGeom>
        </p:spPr>
        <p:txBody>
          <a:bodyPr lIns="0" rIns="0" tIns="0" bIns="0">
            <a:normAutofit/>
          </a:bodyPr>
          <a:p>
            <a:endParaRPr b="0" lang="en-US" sz="3200" spc="-1" strike="noStrike">
              <a:latin typeface="Arial"/>
            </a:endParaRPr>
          </a:p>
        </p:txBody>
      </p:sp>
      <p:sp>
        <p:nvSpPr>
          <p:cNvPr id="71" name="PlaceHolder 3"/>
          <p:cNvSpPr>
            <a:spLocks noGrp="1"/>
          </p:cNvSpPr>
          <p:nvPr>
            <p:ph type="body"/>
          </p:nvPr>
        </p:nvSpPr>
        <p:spPr>
          <a:xfrm>
            <a:off x="4319640" y="1604520"/>
            <a:ext cx="3533040" cy="1896840"/>
          </a:xfrm>
          <a:prstGeom prst="rect">
            <a:avLst/>
          </a:prstGeom>
        </p:spPr>
        <p:txBody>
          <a:bodyPr lIns="0" rIns="0" tIns="0" bIns="0">
            <a:normAutofit/>
          </a:bodyPr>
          <a:p>
            <a:endParaRPr b="0" lang="en-US" sz="3200" spc="-1" strike="noStrike">
              <a:latin typeface="Arial"/>
            </a:endParaRPr>
          </a:p>
        </p:txBody>
      </p:sp>
      <p:sp>
        <p:nvSpPr>
          <p:cNvPr id="72" name="PlaceHolder 4"/>
          <p:cNvSpPr>
            <a:spLocks noGrp="1"/>
          </p:cNvSpPr>
          <p:nvPr>
            <p:ph type="body"/>
          </p:nvPr>
        </p:nvSpPr>
        <p:spPr>
          <a:xfrm>
            <a:off x="8029800" y="1604520"/>
            <a:ext cx="3533040" cy="1896840"/>
          </a:xfrm>
          <a:prstGeom prst="rect">
            <a:avLst/>
          </a:prstGeom>
        </p:spPr>
        <p:txBody>
          <a:bodyPr lIns="0" rIns="0" tIns="0" bIns="0">
            <a:normAutofit/>
          </a:bodyPr>
          <a:p>
            <a:endParaRPr b="0" lang="en-US" sz="3200" spc="-1" strike="noStrike">
              <a:latin typeface="Arial"/>
            </a:endParaRPr>
          </a:p>
        </p:txBody>
      </p:sp>
      <p:sp>
        <p:nvSpPr>
          <p:cNvPr id="73" name="PlaceHolder 5"/>
          <p:cNvSpPr>
            <a:spLocks noGrp="1"/>
          </p:cNvSpPr>
          <p:nvPr>
            <p:ph type="body"/>
          </p:nvPr>
        </p:nvSpPr>
        <p:spPr>
          <a:xfrm>
            <a:off x="609480" y="3682080"/>
            <a:ext cx="3533040" cy="1896840"/>
          </a:xfrm>
          <a:prstGeom prst="rect">
            <a:avLst/>
          </a:prstGeom>
        </p:spPr>
        <p:txBody>
          <a:bodyPr lIns="0" rIns="0" tIns="0" bIns="0">
            <a:normAutofit/>
          </a:bodyPr>
          <a:p>
            <a:endParaRPr b="0" lang="en-US" sz="3200" spc="-1" strike="noStrike">
              <a:latin typeface="Arial"/>
            </a:endParaRPr>
          </a:p>
        </p:txBody>
      </p:sp>
      <p:sp>
        <p:nvSpPr>
          <p:cNvPr id="74" name="PlaceHolder 6"/>
          <p:cNvSpPr>
            <a:spLocks noGrp="1"/>
          </p:cNvSpPr>
          <p:nvPr>
            <p:ph type="body"/>
          </p:nvPr>
        </p:nvSpPr>
        <p:spPr>
          <a:xfrm>
            <a:off x="4319640" y="3682080"/>
            <a:ext cx="3533040" cy="1896840"/>
          </a:xfrm>
          <a:prstGeom prst="rect">
            <a:avLst/>
          </a:prstGeom>
        </p:spPr>
        <p:txBody>
          <a:bodyPr lIns="0" rIns="0" tIns="0" bIns="0">
            <a:normAutofit/>
          </a:bodyPr>
          <a:p>
            <a:endParaRPr b="0" lang="en-US" sz="3200" spc="-1" strike="noStrike">
              <a:latin typeface="Arial"/>
            </a:endParaRPr>
          </a:p>
        </p:txBody>
      </p:sp>
      <p:sp>
        <p:nvSpPr>
          <p:cNvPr id="75" name="PlaceHolder 7"/>
          <p:cNvSpPr>
            <a:spLocks noGrp="1"/>
          </p:cNvSpPr>
          <p:nvPr>
            <p:ph type="body"/>
          </p:nvPr>
        </p:nvSpPr>
        <p:spPr>
          <a:xfrm>
            <a:off x="8029800" y="3682080"/>
            <a:ext cx="3533040" cy="1896840"/>
          </a:xfrm>
          <a:prstGeom prst="rect">
            <a:avLst/>
          </a:prstGeom>
        </p:spPr>
        <p:txBody>
          <a:bodyPr lIns="0" rIns="0" tIns="0" bIns="0">
            <a:normAutofit/>
          </a:bodyPr>
          <a:p>
            <a:endParaRPr b="0" lang="en-US" sz="3200" spc="-1" strike="noStrike">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440" cy="1144800"/>
          </a:xfrm>
          <a:prstGeom prst="rect">
            <a:avLst/>
          </a:prstGeom>
        </p:spPr>
        <p:txBody>
          <a:bodyPr lIns="0" rIns="0" tIns="0" bIns="0" anchor="ctr"/>
          <a:p>
            <a:pPr algn="ctr"/>
            <a:r>
              <a:rPr b="0" lang="en-US" sz="4400" spc="-1" strike="noStrike">
                <a:latin typeface="Arial"/>
              </a:rPr>
              <a:t>Click to edit the title text format</a:t>
            </a:r>
            <a:endParaRPr b="0" lang="en-US" sz="4400" spc="-1" strike="noStrike">
              <a:latin typeface="Arial"/>
            </a:endParaRPr>
          </a:p>
        </p:txBody>
      </p:sp>
      <p:sp>
        <p:nvSpPr>
          <p:cNvPr id="1" name="PlaceHolder 2"/>
          <p:cNvSpPr>
            <a:spLocks noGrp="1"/>
          </p:cNvSpPr>
          <p:nvPr>
            <p:ph type="body"/>
          </p:nvPr>
        </p:nvSpPr>
        <p:spPr>
          <a:xfrm>
            <a:off x="609480" y="1604520"/>
            <a:ext cx="1097244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609480" y="273600"/>
            <a:ext cx="10972440" cy="1144800"/>
          </a:xfrm>
          <a:prstGeom prst="rect">
            <a:avLst/>
          </a:prstGeom>
        </p:spPr>
        <p:txBody>
          <a:bodyPr lIns="0" rIns="0" tIns="0" bIns="0" anchor="ctr"/>
          <a:p>
            <a:pPr algn="ctr"/>
            <a:r>
              <a:rPr b="0" lang="en-US" sz="4400" spc="-1" strike="noStrike">
                <a:latin typeface="Arial"/>
              </a:rPr>
              <a:t>Click to edit the title text format</a:t>
            </a:r>
            <a:endParaRPr b="0" lang="en-US" sz="4400" spc="-1" strike="noStrike">
              <a:latin typeface="Arial"/>
            </a:endParaRPr>
          </a:p>
        </p:txBody>
      </p:sp>
      <p:sp>
        <p:nvSpPr>
          <p:cNvPr id="39" name="PlaceHolder 2"/>
          <p:cNvSpPr>
            <a:spLocks noGrp="1"/>
          </p:cNvSpPr>
          <p:nvPr>
            <p:ph type="body"/>
          </p:nvPr>
        </p:nvSpPr>
        <p:spPr>
          <a:xfrm>
            <a:off x="609480" y="1604520"/>
            <a:ext cx="1097244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tif"/><Relationship Id="rId3"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tif"/><Relationship Id="rId3"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tif"/><Relationship Id="rId3" Type="http://schemas.openxmlformats.org/officeDocument/2006/relationships/slideLayout" Target="../slideLayouts/slideLayout13.xml"/><Relationship Id="rId4"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tif"/><Relationship Id="rId3" Type="http://schemas.openxmlformats.org/officeDocument/2006/relationships/slideLayout" Target="../slideLayouts/slideLayout13.xml"/><Relationship Id="rId4"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tif"/><Relationship Id="rId3" Type="http://schemas.openxmlformats.org/officeDocument/2006/relationships/slideLayout" Target="../slideLayouts/slideLayout13.xml"/><Relationship Id="rId4"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tif"/><Relationship Id="rId3" Type="http://schemas.openxmlformats.org/officeDocument/2006/relationships/slideLayout" Target="../slideLayouts/slideLayout13.xml"/><Relationship Id="rId4"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tif"/><Relationship Id="rId3" Type="http://schemas.openxmlformats.org/officeDocument/2006/relationships/slideLayout" Target="../slideLayouts/slideLayout13.xml"/><Relationship Id="rId4"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6.tif"/><Relationship Id="rId3" Type="http://schemas.openxmlformats.org/officeDocument/2006/relationships/slideLayout" Target="../slideLayouts/slideLayout13.xml"/><Relationship Id="rId4"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tif"/><Relationship Id="rId3" Type="http://schemas.openxmlformats.org/officeDocument/2006/relationships/slideLayout" Target="../slideLayouts/slideLayout13.xml"/><Relationship Id="rId4"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image" Target="../media/image20.tif"/><Relationship Id="rId3" Type="http://schemas.openxmlformats.org/officeDocument/2006/relationships/slideLayout" Target="../slideLayouts/slideLayout13.xml"/><Relationship Id="rId4"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tif"/><Relationship Id="rId3" Type="http://schemas.openxmlformats.org/officeDocument/2006/relationships/image" Target="../media/image23.png"/><Relationship Id="rId4" Type="http://schemas.openxmlformats.org/officeDocument/2006/relationships/slideLayout" Target="../slideLayouts/slideLayout13.xml"/><Relationship Id="rId5"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5.tif"/><Relationship Id="rId3" Type="http://schemas.openxmlformats.org/officeDocument/2006/relationships/slideLayout" Target="../slideLayouts/slideLayout13.xml"/><Relationship Id="rId4"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image" Target="../media/image27.tif"/><Relationship Id="rId3" Type="http://schemas.openxmlformats.org/officeDocument/2006/relationships/slideLayout" Target="../slideLayouts/slideLayout13.xml"/><Relationship Id="rId4"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28.png"/><Relationship Id="rId2" Type="http://schemas.openxmlformats.org/officeDocument/2006/relationships/image" Target="../media/image29.tif"/><Relationship Id="rId3" Type="http://schemas.openxmlformats.org/officeDocument/2006/relationships/slideLayout" Target="../slideLayouts/slideLayout13.xml"/><Relationship Id="rId4"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30.png"/><Relationship Id="rId2" Type="http://schemas.openxmlformats.org/officeDocument/2006/relationships/image" Target="../media/image31.tif"/><Relationship Id="rId3" Type="http://schemas.openxmlformats.org/officeDocument/2006/relationships/slideLayout" Target="../slideLayouts/slideLayout13.xml"/><Relationship Id="rId4"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32.png"/><Relationship Id="rId2" Type="http://schemas.openxmlformats.org/officeDocument/2006/relationships/image" Target="../media/image33.tif"/><Relationship Id="rId3" Type="http://schemas.openxmlformats.org/officeDocument/2006/relationships/image" Target="../media/image34.png"/><Relationship Id="rId4" Type="http://schemas.openxmlformats.org/officeDocument/2006/relationships/slideLayout" Target="../slideLayouts/slideLayout13.xml"/><Relationship Id="rId5"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35.png"/><Relationship Id="rId2" Type="http://schemas.openxmlformats.org/officeDocument/2006/relationships/image" Target="../media/image36.tif"/><Relationship Id="rId3" Type="http://schemas.openxmlformats.org/officeDocument/2006/relationships/slideLayout" Target="../slideLayouts/slideLayout13.xml"/><Relationship Id="rId4"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37.png"/><Relationship Id="rId2" Type="http://schemas.openxmlformats.org/officeDocument/2006/relationships/image" Target="../media/image38.tif"/><Relationship Id="rId3" Type="http://schemas.openxmlformats.org/officeDocument/2006/relationships/slideLayout" Target="../slideLayouts/slideLayout13.xml"/><Relationship Id="rId4"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39.png"/><Relationship Id="rId2" Type="http://schemas.openxmlformats.org/officeDocument/2006/relationships/image" Target="../media/image40.tif"/><Relationship Id="rId3" Type="http://schemas.openxmlformats.org/officeDocument/2006/relationships/slideLayout" Target="../slideLayouts/slideLayout13.xml"/><Relationship Id="rId4"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tif"/><Relationship Id="rId3" Type="http://schemas.openxmlformats.org/officeDocument/2006/relationships/slideLayout" Target="../slideLayouts/slideLayout13.xml"/><Relationship Id="rId4"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43.png"/><Relationship Id="rId2" Type="http://schemas.openxmlformats.org/officeDocument/2006/relationships/image" Target="../media/image44.tif"/><Relationship Id="rId3" Type="http://schemas.openxmlformats.org/officeDocument/2006/relationships/slideLayout" Target="../slideLayouts/slideLayout13.xml"/><Relationship Id="rId4"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image45.png"/><Relationship Id="rId2" Type="http://schemas.openxmlformats.org/officeDocument/2006/relationships/image" Target="../media/image46.png"/><Relationship Id="rId3" Type="http://schemas.openxmlformats.org/officeDocument/2006/relationships/image" Target="../media/image47.tif"/><Relationship Id="rId4" Type="http://schemas.openxmlformats.org/officeDocument/2006/relationships/slideLayout" Target="../slideLayouts/slideLayout13.xml"/><Relationship Id="rId5"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image" Target="../media/image48.png"/><Relationship Id="rId2" Type="http://schemas.openxmlformats.org/officeDocument/2006/relationships/image" Target="../media/image49.tif"/><Relationship Id="rId3" Type="http://schemas.openxmlformats.org/officeDocument/2006/relationships/slideLayout" Target="../slideLayouts/slideLayout13.xml"/><Relationship Id="rId4"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image" Target="../media/image50.png"/><Relationship Id="rId2" Type="http://schemas.openxmlformats.org/officeDocument/2006/relationships/image" Target="../media/image51.tif"/><Relationship Id="rId3" Type="http://schemas.openxmlformats.org/officeDocument/2006/relationships/slideLayout" Target="../slideLayouts/slideLayout13.xml"/><Relationship Id="rId4"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image" Target="../media/image52.png"/><Relationship Id="rId2" Type="http://schemas.openxmlformats.org/officeDocument/2006/relationships/image" Target="../media/image53.tif"/><Relationship Id="rId3" Type="http://schemas.openxmlformats.org/officeDocument/2006/relationships/slideLayout" Target="../slideLayouts/slideLayout13.xml"/><Relationship Id="rId4"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image" Target="../media/image54.png"/><Relationship Id="rId2" Type="http://schemas.openxmlformats.org/officeDocument/2006/relationships/image" Target="../media/image55.tif"/><Relationship Id="rId3" Type="http://schemas.openxmlformats.org/officeDocument/2006/relationships/slideLayout" Target="../slideLayouts/slideLayout13.xml"/><Relationship Id="rId4" Type="http://schemas.openxmlformats.org/officeDocument/2006/relationships/notesSlide" Target="../notesSlides/notesSlide2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CustomShape 1"/>
          <p:cNvSpPr/>
          <p:nvPr/>
        </p:nvSpPr>
        <p:spPr>
          <a:xfrm>
            <a:off x="1523880" y="1122480"/>
            <a:ext cx="9142560" cy="2386080"/>
          </a:xfrm>
          <a:prstGeom prst="rect">
            <a:avLst/>
          </a:prstGeom>
          <a:noFill/>
          <a:ln>
            <a:noFill/>
          </a:ln>
        </p:spPr>
        <p:style>
          <a:lnRef idx="0"/>
          <a:fillRef idx="0"/>
          <a:effectRef idx="0"/>
          <a:fontRef idx="minor"/>
        </p:style>
        <p:txBody>
          <a:bodyPr lIns="90000" rIns="90000" tIns="45000" bIns="45000" anchor="b">
            <a:normAutofit/>
          </a:bodyPr>
          <a:p>
            <a:pPr algn="ctr">
              <a:lnSpc>
                <a:spcPct val="90000"/>
              </a:lnSpc>
            </a:pPr>
            <a:r>
              <a:rPr b="0" lang="en-US" sz="6000" spc="-1" strike="noStrike">
                <a:solidFill>
                  <a:srgbClr val="000000"/>
                </a:solidFill>
                <a:latin typeface="Calibri Light"/>
                <a:ea typeface="DejaVu Sans"/>
              </a:rPr>
              <a:t>Introductory Computer Networking and IT Security </a:t>
            </a:r>
            <a:endParaRPr b="0" lang="en-US" sz="6000" spc="-1" strike="noStrike">
              <a:latin typeface="Arial"/>
            </a:endParaRPr>
          </a:p>
        </p:txBody>
      </p:sp>
      <p:sp>
        <p:nvSpPr>
          <p:cNvPr id="83" name="CustomShape 2"/>
          <p:cNvSpPr/>
          <p:nvPr/>
        </p:nvSpPr>
        <p:spPr>
          <a:xfrm>
            <a:off x="1523880" y="3987720"/>
            <a:ext cx="9142560" cy="1268640"/>
          </a:xfrm>
          <a:prstGeom prst="rect">
            <a:avLst/>
          </a:prstGeom>
          <a:noFill/>
          <a:ln>
            <a:noFill/>
          </a:ln>
        </p:spPr>
        <p:style>
          <a:lnRef idx="0"/>
          <a:fillRef idx="0"/>
          <a:effectRef idx="0"/>
          <a:fontRef idx="minor"/>
        </p:style>
        <p:txBody>
          <a:bodyPr lIns="90000" rIns="90000" tIns="45000" bIns="45000"/>
          <a:p>
            <a:pPr algn="ctr">
              <a:lnSpc>
                <a:spcPct val="90000"/>
              </a:lnSpc>
              <a:spcBef>
                <a:spcPts val="1001"/>
              </a:spcBef>
            </a:pPr>
            <a:r>
              <a:rPr b="0" lang="en-US" sz="2400" spc="-1" strike="noStrike">
                <a:solidFill>
                  <a:srgbClr val="000000"/>
                </a:solidFill>
                <a:latin typeface="Calibri"/>
                <a:ea typeface="DejaVu Sans"/>
              </a:rPr>
              <a:t>Week 9</a:t>
            </a:r>
            <a:endParaRPr b="0" lang="en-US" sz="2400" spc="-1" strike="noStrike">
              <a:latin typeface="Arial"/>
            </a:endParaRPr>
          </a:p>
          <a:p>
            <a:pPr algn="ctr">
              <a:lnSpc>
                <a:spcPct val="90000"/>
              </a:lnSpc>
              <a:spcBef>
                <a:spcPts val="1001"/>
              </a:spcBef>
            </a:pPr>
            <a:endParaRPr b="0" lang="en-US" sz="2400" spc="-1" strike="noStrike">
              <a:latin typeface="Arial"/>
            </a:endParaRPr>
          </a:p>
        </p:txBody>
      </p:sp>
      <p:pic>
        <p:nvPicPr>
          <p:cNvPr id="84" name="Picture 6" descr=""/>
          <p:cNvPicPr/>
          <p:nvPr/>
        </p:nvPicPr>
        <p:blipFill>
          <a:blip r:embed="rId1"/>
          <a:srcRect l="-4856" t="17234" r="4856" b="21958"/>
          <a:stretch/>
        </p:blipFill>
        <p:spPr>
          <a:xfrm>
            <a:off x="10883880" y="0"/>
            <a:ext cx="1306800" cy="793800"/>
          </a:xfrm>
          <a:prstGeom prst="rect">
            <a:avLst/>
          </a:prstGeom>
          <a:ln>
            <a:noFill/>
          </a:ln>
        </p:spPr>
      </p:pic>
      <p:pic>
        <p:nvPicPr>
          <p:cNvPr id="85" name="Picture 3" descr=""/>
          <p:cNvPicPr/>
          <p:nvPr/>
        </p:nvPicPr>
        <p:blipFill>
          <a:blip r:embed="rId2"/>
          <a:stretch/>
        </p:blipFill>
        <p:spPr>
          <a:xfrm>
            <a:off x="7873920" y="80280"/>
            <a:ext cx="3008520" cy="633600"/>
          </a:xfrm>
          <a:prstGeom prst="rect">
            <a:avLst/>
          </a:prstGeom>
          <a:ln>
            <a:noFill/>
          </a:ln>
        </p:spPr>
      </p:pic>
    </p:spTree>
  </p:cSld>
  <p:timing>
    <p:tnLst>
      <p:par>
        <p:cTn id="1" dur="indefinite" restart="never" nodeType="tmRoot">
          <p:childTnLst>
            <p:seq>
              <p:cTn id="2" dur="indefinite" nodeType="mainSeq"/>
              <p:prevCondLst>
                <p:cond delay="0" evt="onPrev">
                  <p:tgtEl>
                    <p:sldTgt/>
                  </p:tgtEl>
                </p:cond>
              </p:prevCondLst>
              <p:nextCondLst>
                <p:cond delay="0" evt="onNext">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CustomShape 1"/>
          <p:cNvSpPr/>
          <p:nvPr/>
        </p:nvSpPr>
        <p:spPr>
          <a:xfrm>
            <a:off x="838080" y="365040"/>
            <a:ext cx="10514160" cy="1324080"/>
          </a:xfrm>
          <a:prstGeom prst="rect">
            <a:avLst/>
          </a:prstGeom>
          <a:noFill/>
          <a:ln>
            <a:noFill/>
          </a:ln>
        </p:spPr>
        <p:style>
          <a:lnRef idx="0"/>
          <a:fillRef idx="0"/>
          <a:effectRef idx="0"/>
          <a:fontRef idx="minor"/>
        </p:style>
        <p:txBody>
          <a:bodyPr lIns="90000" rIns="90000" tIns="45000" bIns="45000" anchor="ctr"/>
          <a:p>
            <a:pPr>
              <a:lnSpc>
                <a:spcPct val="90000"/>
              </a:lnSpc>
            </a:pPr>
            <a:r>
              <a:rPr b="1" lang="en-US" sz="4400" spc="-1" strike="noStrike">
                <a:solidFill>
                  <a:srgbClr val="000000"/>
                </a:solidFill>
                <a:latin typeface="Calibri Light"/>
                <a:ea typeface="DejaVu Sans"/>
              </a:rPr>
              <a:t>Agenda</a:t>
            </a:r>
            <a:endParaRPr b="0" lang="en-US" sz="4400" spc="-1" strike="noStrike">
              <a:latin typeface="Arial"/>
            </a:endParaRPr>
          </a:p>
        </p:txBody>
      </p:sp>
      <p:sp>
        <p:nvSpPr>
          <p:cNvPr id="87" name="CustomShape 2"/>
          <p:cNvSpPr/>
          <p:nvPr/>
        </p:nvSpPr>
        <p:spPr>
          <a:xfrm>
            <a:off x="838080" y="1825560"/>
            <a:ext cx="10514160" cy="4349880"/>
          </a:xfrm>
          <a:prstGeom prst="rect">
            <a:avLst/>
          </a:prstGeom>
          <a:noFill/>
          <a:ln>
            <a:noFill/>
          </a:ln>
        </p:spPr>
        <p:style>
          <a:lnRef idx="0"/>
          <a:fillRef idx="0"/>
          <a:effectRef idx="0"/>
          <a:fontRef idx="minor"/>
        </p:style>
        <p:txBody>
          <a:bodyPr lIns="90000" rIns="90000" tIns="45000" bIns="45000">
            <a:normAutofit/>
          </a:bodyPr>
          <a:p>
            <a:pPr marL="228600" indent="-227160">
              <a:lnSpc>
                <a:spcPct val="90000"/>
              </a:lnSpc>
              <a:spcBef>
                <a:spcPts val="1001"/>
              </a:spcBef>
              <a:buClr>
                <a:srgbClr val="000000"/>
              </a:buClr>
              <a:buFont typeface="Arial"/>
              <a:buChar char="•"/>
            </a:pPr>
            <a:r>
              <a:rPr b="0" lang="en-US" sz="2800" spc="-1" strike="noStrike">
                <a:solidFill>
                  <a:srgbClr val="000000"/>
                </a:solidFill>
                <a:latin typeface="Calibri"/>
                <a:ea typeface="DejaVu Sans"/>
              </a:rPr>
              <a:t>Network Threats and mitigation</a:t>
            </a:r>
            <a:endParaRPr b="0" lang="en-US" sz="2800" spc="-1" strike="noStrike">
              <a:latin typeface="Arial"/>
            </a:endParaRPr>
          </a:p>
          <a:p>
            <a:pPr marL="228600" indent="-227160">
              <a:lnSpc>
                <a:spcPct val="90000"/>
              </a:lnSpc>
              <a:spcBef>
                <a:spcPts val="1001"/>
              </a:spcBef>
              <a:buClr>
                <a:srgbClr val="000000"/>
              </a:buClr>
              <a:buFont typeface="Arial"/>
              <a:buChar char="•"/>
            </a:pPr>
            <a:r>
              <a:rPr b="0" lang="en-US" sz="2800" spc="-1" strike="noStrike">
                <a:solidFill>
                  <a:srgbClr val="000000"/>
                </a:solidFill>
                <a:latin typeface="Calibri"/>
                <a:ea typeface="DejaVu Sans"/>
              </a:rPr>
              <a:t>Concept of AAA and CIA</a:t>
            </a:r>
            <a:endParaRPr b="0" lang="en-US" sz="2800" spc="-1" strike="noStrike">
              <a:latin typeface="Arial"/>
            </a:endParaRPr>
          </a:p>
          <a:p>
            <a:pPr marL="228600" indent="-227160">
              <a:lnSpc>
                <a:spcPct val="90000"/>
              </a:lnSpc>
              <a:spcBef>
                <a:spcPts val="1001"/>
              </a:spcBef>
              <a:buClr>
                <a:srgbClr val="000000"/>
              </a:buClr>
              <a:buFont typeface="Arial"/>
              <a:buChar char="•"/>
            </a:pPr>
            <a:r>
              <a:rPr b="0" lang="en-US" sz="2800" spc="-1" strike="noStrike">
                <a:solidFill>
                  <a:srgbClr val="000000"/>
                </a:solidFill>
                <a:latin typeface="Calibri"/>
                <a:ea typeface="DejaVu Sans"/>
              </a:rPr>
              <a:t>Recognizing security threats and vulnerabilities</a:t>
            </a:r>
            <a:endParaRPr b="0" lang="en-US" sz="2800" spc="-1" strike="noStrike">
              <a:latin typeface="Arial"/>
            </a:endParaRPr>
          </a:p>
          <a:p>
            <a:pPr marL="228600" indent="-227160">
              <a:lnSpc>
                <a:spcPct val="90000"/>
              </a:lnSpc>
              <a:spcBef>
                <a:spcPts val="1001"/>
              </a:spcBef>
              <a:buClr>
                <a:srgbClr val="000000"/>
              </a:buClr>
              <a:buFont typeface="Arial"/>
              <a:buChar char="•"/>
            </a:pPr>
            <a:r>
              <a:rPr b="0" lang="en-US" sz="2800" spc="-1" strike="noStrike">
                <a:solidFill>
                  <a:srgbClr val="000000"/>
                </a:solidFill>
                <a:latin typeface="Calibri"/>
                <a:ea typeface="DejaVu Sans"/>
              </a:rPr>
              <a:t>Management of Information Security</a:t>
            </a:r>
            <a:endParaRPr b="0" lang="en-US" sz="2800" spc="-1" strike="noStrike">
              <a:latin typeface="Arial"/>
            </a:endParaRPr>
          </a:p>
        </p:txBody>
      </p:sp>
      <p:pic>
        <p:nvPicPr>
          <p:cNvPr id="88" name="Picture 5" descr=""/>
          <p:cNvPicPr/>
          <p:nvPr/>
        </p:nvPicPr>
        <p:blipFill>
          <a:blip r:embed="rId1"/>
          <a:srcRect l="-4856" t="17234" r="4856" b="21958"/>
          <a:stretch/>
        </p:blipFill>
        <p:spPr>
          <a:xfrm>
            <a:off x="10883880" y="0"/>
            <a:ext cx="1306800" cy="793800"/>
          </a:xfrm>
          <a:prstGeom prst="rect">
            <a:avLst/>
          </a:prstGeom>
          <a:ln>
            <a:noFill/>
          </a:ln>
        </p:spPr>
      </p:pic>
      <p:pic>
        <p:nvPicPr>
          <p:cNvPr id="89" name="Picture 6" descr=""/>
          <p:cNvPicPr/>
          <p:nvPr/>
        </p:nvPicPr>
        <p:blipFill>
          <a:blip r:embed="rId2"/>
          <a:stretch/>
        </p:blipFill>
        <p:spPr>
          <a:xfrm>
            <a:off x="7873920" y="80280"/>
            <a:ext cx="3008520" cy="633600"/>
          </a:xfrm>
          <a:prstGeom prst="rect">
            <a:avLst/>
          </a:prstGeom>
          <a:ln>
            <a:noFill/>
          </a:ln>
        </p:spPr>
      </p:pic>
    </p:spTree>
  </p:cSld>
  <p:timing>
    <p:tnLst>
      <p:par>
        <p:cTn id="3" dur="indefinite" restart="never" nodeType="tmRoot">
          <p:childTnLst>
            <p:seq>
              <p:cTn id="4" dur="indefinite" nodeType="mainSeq"/>
              <p:prevCondLst>
                <p:cond delay="0" evt="onPrev">
                  <p:tgtEl>
                    <p:sldTgt/>
                  </p:tgtEl>
                </p:cond>
              </p:prevCondLst>
              <p:nextCondLst>
                <p:cond delay="0"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CustomShape 1"/>
          <p:cNvSpPr/>
          <p:nvPr/>
        </p:nvSpPr>
        <p:spPr>
          <a:xfrm>
            <a:off x="838080" y="365040"/>
            <a:ext cx="10514160" cy="1324080"/>
          </a:xfrm>
          <a:prstGeom prst="rect">
            <a:avLst/>
          </a:prstGeom>
          <a:noFill/>
          <a:ln>
            <a:noFill/>
          </a:ln>
        </p:spPr>
        <p:style>
          <a:lnRef idx="0"/>
          <a:fillRef idx="0"/>
          <a:effectRef idx="0"/>
          <a:fontRef idx="minor"/>
        </p:style>
        <p:txBody>
          <a:bodyPr lIns="90000" rIns="90000" tIns="45000" bIns="45000" anchor="ctr"/>
          <a:p>
            <a:pPr>
              <a:lnSpc>
                <a:spcPct val="90000"/>
              </a:lnSpc>
            </a:pPr>
            <a:r>
              <a:rPr b="1" lang="en-US" sz="4400" spc="-1" strike="noStrike">
                <a:solidFill>
                  <a:srgbClr val="000000"/>
                </a:solidFill>
                <a:latin typeface="Calibri Light"/>
                <a:ea typeface="DejaVu Sans"/>
              </a:rPr>
              <a:t>Security threats</a:t>
            </a:r>
            <a:endParaRPr b="0" lang="en-US" sz="4400" spc="-1" strike="noStrike">
              <a:latin typeface="Arial"/>
            </a:endParaRPr>
          </a:p>
        </p:txBody>
      </p:sp>
      <p:sp>
        <p:nvSpPr>
          <p:cNvPr id="91" name="CustomShape 2"/>
          <p:cNvSpPr/>
          <p:nvPr/>
        </p:nvSpPr>
        <p:spPr>
          <a:xfrm>
            <a:off x="838080" y="1825560"/>
            <a:ext cx="10704600" cy="4665960"/>
          </a:xfrm>
          <a:prstGeom prst="rect">
            <a:avLst/>
          </a:prstGeom>
          <a:noFill/>
          <a:ln>
            <a:noFill/>
          </a:ln>
        </p:spPr>
        <p:style>
          <a:lnRef idx="0"/>
          <a:fillRef idx="0"/>
          <a:effectRef idx="0"/>
          <a:fontRef idx="minor"/>
        </p:style>
        <p:txBody>
          <a:bodyPr lIns="90000" rIns="90000" tIns="45000" bIns="45000">
            <a:normAutofit/>
          </a:bodyPr>
          <a:p>
            <a:pPr marL="514440" indent="-513000">
              <a:lnSpc>
                <a:spcPct val="90000"/>
              </a:lnSpc>
              <a:spcBef>
                <a:spcPts val="1001"/>
              </a:spcBef>
              <a:buClr>
                <a:srgbClr val="000000"/>
              </a:buClr>
              <a:buFont typeface="Calibri Light"/>
              <a:buAutoNum type="arabicPeriod"/>
            </a:pPr>
            <a:r>
              <a:rPr b="0" lang="en-US" sz="2800" spc="-1" strike="noStrike">
                <a:solidFill>
                  <a:srgbClr val="000000"/>
                </a:solidFill>
                <a:latin typeface="Calibri"/>
                <a:ea typeface="DejaVu Sans"/>
              </a:rPr>
              <a:t>DoS </a:t>
            </a:r>
            <a:endParaRPr b="0" lang="en-US" sz="2800" spc="-1" strike="noStrike">
              <a:latin typeface="Arial"/>
            </a:endParaRPr>
          </a:p>
          <a:p>
            <a:pPr marL="514440" indent="-513000">
              <a:lnSpc>
                <a:spcPct val="90000"/>
              </a:lnSpc>
              <a:spcBef>
                <a:spcPts val="1001"/>
              </a:spcBef>
              <a:buClr>
                <a:srgbClr val="000000"/>
              </a:buClr>
              <a:buFont typeface="Calibri Light"/>
              <a:buAutoNum type="arabicPeriod"/>
            </a:pPr>
            <a:r>
              <a:rPr b="0" lang="en-US" sz="2800" spc="-1" strike="noStrike">
                <a:solidFill>
                  <a:srgbClr val="000000"/>
                </a:solidFill>
                <a:latin typeface="Calibri"/>
                <a:ea typeface="DejaVu Sans"/>
              </a:rPr>
              <a:t>Viruses </a:t>
            </a:r>
            <a:endParaRPr b="0" lang="en-US" sz="2800" spc="-1" strike="noStrike">
              <a:latin typeface="Arial"/>
            </a:endParaRPr>
          </a:p>
          <a:p>
            <a:pPr marL="514440" indent="-513000">
              <a:lnSpc>
                <a:spcPct val="90000"/>
              </a:lnSpc>
              <a:spcBef>
                <a:spcPts val="1001"/>
              </a:spcBef>
              <a:buClr>
                <a:srgbClr val="000000"/>
              </a:buClr>
              <a:buFont typeface="Calibri Light"/>
              <a:buAutoNum type="arabicPeriod"/>
            </a:pPr>
            <a:r>
              <a:rPr b="0" lang="en-US" sz="2800" spc="-1" strike="noStrike">
                <a:solidFill>
                  <a:srgbClr val="000000"/>
                </a:solidFill>
                <a:latin typeface="Calibri"/>
                <a:ea typeface="DejaVu Sans"/>
              </a:rPr>
              <a:t>Worms </a:t>
            </a:r>
            <a:endParaRPr b="0" lang="en-US" sz="2800" spc="-1" strike="noStrike">
              <a:latin typeface="Arial"/>
            </a:endParaRPr>
          </a:p>
          <a:p>
            <a:pPr marL="514440" indent="-513000">
              <a:lnSpc>
                <a:spcPct val="90000"/>
              </a:lnSpc>
              <a:spcBef>
                <a:spcPts val="1001"/>
              </a:spcBef>
              <a:buClr>
                <a:srgbClr val="000000"/>
              </a:buClr>
              <a:buFont typeface="Calibri Light"/>
              <a:buAutoNum type="arabicPeriod"/>
            </a:pPr>
            <a:r>
              <a:rPr b="0" lang="en-US" sz="2800" spc="-1" strike="noStrike">
                <a:solidFill>
                  <a:srgbClr val="000000"/>
                </a:solidFill>
                <a:latin typeface="Calibri"/>
                <a:ea typeface="DejaVu Sans"/>
              </a:rPr>
              <a:t>Man in the middle </a:t>
            </a:r>
            <a:endParaRPr b="0" lang="en-US" sz="2800" spc="-1" strike="noStrike">
              <a:latin typeface="Arial"/>
            </a:endParaRPr>
          </a:p>
          <a:p>
            <a:pPr marL="514440" indent="-513000">
              <a:lnSpc>
                <a:spcPct val="90000"/>
              </a:lnSpc>
              <a:spcBef>
                <a:spcPts val="1001"/>
              </a:spcBef>
              <a:buClr>
                <a:srgbClr val="000000"/>
              </a:buClr>
              <a:buFont typeface="Calibri Light"/>
              <a:buAutoNum type="arabicPeriod"/>
            </a:pPr>
            <a:r>
              <a:rPr b="0" lang="en-US" sz="2800" spc="-1" strike="noStrike">
                <a:solidFill>
                  <a:srgbClr val="000000"/>
                </a:solidFill>
                <a:latin typeface="Calibri"/>
                <a:ea typeface="DejaVu Sans"/>
              </a:rPr>
              <a:t>Smurf </a:t>
            </a:r>
            <a:endParaRPr b="0" lang="en-US" sz="2800" spc="-1" strike="noStrike">
              <a:latin typeface="Arial"/>
            </a:endParaRPr>
          </a:p>
          <a:p>
            <a:pPr marL="514440" indent="-513000">
              <a:lnSpc>
                <a:spcPct val="90000"/>
              </a:lnSpc>
              <a:spcBef>
                <a:spcPts val="1001"/>
              </a:spcBef>
              <a:buClr>
                <a:srgbClr val="000000"/>
              </a:buClr>
              <a:buFont typeface="Calibri Light"/>
              <a:buAutoNum type="arabicPeriod"/>
            </a:pPr>
            <a:r>
              <a:rPr b="0" lang="en-US" sz="2800" spc="-1" strike="noStrike">
                <a:solidFill>
                  <a:srgbClr val="000000"/>
                </a:solidFill>
                <a:latin typeface="Calibri"/>
                <a:ea typeface="DejaVu Sans"/>
              </a:rPr>
              <a:t>Rogue access points </a:t>
            </a:r>
            <a:endParaRPr b="0" lang="en-US" sz="2800" spc="-1" strike="noStrike">
              <a:latin typeface="Arial"/>
            </a:endParaRPr>
          </a:p>
          <a:p>
            <a:pPr marL="514440" indent="-513000">
              <a:lnSpc>
                <a:spcPct val="90000"/>
              </a:lnSpc>
              <a:spcBef>
                <a:spcPts val="1001"/>
              </a:spcBef>
              <a:buClr>
                <a:srgbClr val="000000"/>
              </a:buClr>
              <a:buFont typeface="Calibri Light"/>
              <a:buAutoNum type="arabicPeriod"/>
            </a:pPr>
            <a:r>
              <a:rPr b="0" lang="en-US" sz="2800" spc="-1" strike="noStrike">
                <a:solidFill>
                  <a:srgbClr val="000000"/>
                </a:solidFill>
                <a:latin typeface="Calibri"/>
                <a:ea typeface="DejaVu Sans"/>
              </a:rPr>
              <a:t>Social engineering (phishing)</a:t>
            </a:r>
            <a:endParaRPr b="0" lang="en-US" sz="2800" spc="-1" strike="noStrike">
              <a:latin typeface="Arial"/>
            </a:endParaRPr>
          </a:p>
        </p:txBody>
      </p:sp>
      <p:pic>
        <p:nvPicPr>
          <p:cNvPr id="92" name="Picture 3" descr=""/>
          <p:cNvPicPr/>
          <p:nvPr/>
        </p:nvPicPr>
        <p:blipFill>
          <a:blip r:embed="rId1"/>
          <a:srcRect l="-4856" t="17234" r="4856" b="21958"/>
          <a:stretch/>
        </p:blipFill>
        <p:spPr>
          <a:xfrm>
            <a:off x="10883880" y="0"/>
            <a:ext cx="1306800" cy="793800"/>
          </a:xfrm>
          <a:prstGeom prst="rect">
            <a:avLst/>
          </a:prstGeom>
          <a:ln>
            <a:noFill/>
          </a:ln>
        </p:spPr>
      </p:pic>
      <p:pic>
        <p:nvPicPr>
          <p:cNvPr id="93" name="Picture 4" descr=""/>
          <p:cNvPicPr/>
          <p:nvPr/>
        </p:nvPicPr>
        <p:blipFill>
          <a:blip r:embed="rId2"/>
          <a:stretch/>
        </p:blipFill>
        <p:spPr>
          <a:xfrm>
            <a:off x="7873920" y="80280"/>
            <a:ext cx="3008520" cy="633600"/>
          </a:xfrm>
          <a:prstGeom prst="rect">
            <a:avLst/>
          </a:prstGeom>
          <a:ln>
            <a:noFill/>
          </a:ln>
        </p:spPr>
      </p:pic>
    </p:spTree>
  </p:cSld>
  <p:timing>
    <p:tnLst>
      <p:par>
        <p:cTn id="5" dur="indefinite" restart="never" nodeType="tmRoot">
          <p:childTnLst>
            <p:seq>
              <p:cTn id="6" dur="indefinite" nodeType="mainSeq">
                <p:childTnLst>
                  <p:par>
                    <p:cTn id="7" fill="hold">
                      <p:stCondLst>
                        <p:cond delay="indefinite"/>
                      </p:stCondLst>
                      <p:childTnLst>
                        <p:par>
                          <p:cTn id="8" fill="hold">
                            <p:stCondLst>
                              <p:cond delay="0"/>
                            </p:stCondLst>
                            <p:childTnLst>
                              <p:par>
                                <p:cTn id="9" nodeType="clickEffect" fill="hold" presetClass="entr" presetID="1">
                                  <p:stCondLst>
                                    <p:cond delay="0"/>
                                  </p:stCondLst>
                                  <p:childTnLst>
                                    <p:set>
                                      <p:cBhvr>
                                        <p:cTn id="10" dur="1" fill="hold">
                                          <p:stCondLst>
                                            <p:cond delay="0"/>
                                          </p:stCondLst>
                                        </p:cTn>
                                        <p:tgtEl>
                                          <p:spTgt spid="91">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nodeType="clickEffect" fill="hold" presetClass="entr" presetID="1">
                                  <p:stCondLst>
                                    <p:cond delay="0"/>
                                  </p:stCondLst>
                                  <p:childTnLst>
                                    <p:set>
                                      <p:cBhvr>
                                        <p:cTn id="14" dur="1" fill="hold">
                                          <p:stCondLst>
                                            <p:cond delay="0"/>
                                          </p:stCondLst>
                                        </p:cTn>
                                        <p:tgtEl>
                                          <p:spTgt spid="91">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nodeType="clickEffect" fill="hold" presetClass="entr" presetID="1">
                                  <p:stCondLst>
                                    <p:cond delay="0"/>
                                  </p:stCondLst>
                                  <p:childTnLst>
                                    <p:set>
                                      <p:cBhvr>
                                        <p:cTn id="18" dur="1" fill="hold">
                                          <p:stCondLst>
                                            <p:cond delay="0"/>
                                          </p:stCondLst>
                                        </p:cTn>
                                        <p:tgtEl>
                                          <p:spTgt spid="91">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nodeType="clickEffect" fill="hold" presetClass="entr" presetID="1">
                                  <p:stCondLst>
                                    <p:cond delay="0"/>
                                  </p:stCondLst>
                                  <p:childTnLst>
                                    <p:set>
                                      <p:cBhvr>
                                        <p:cTn id="22" dur="1" fill="hold">
                                          <p:stCondLst>
                                            <p:cond delay="0"/>
                                          </p:stCondLst>
                                        </p:cTn>
                                        <p:tgtEl>
                                          <p:spTgt spid="91">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nodeType="clickEffect" fill="hold" presetClass="entr" presetID="1">
                                  <p:stCondLst>
                                    <p:cond delay="0"/>
                                  </p:stCondLst>
                                  <p:childTnLst>
                                    <p:set>
                                      <p:cBhvr>
                                        <p:cTn id="26" dur="1" fill="hold">
                                          <p:stCondLst>
                                            <p:cond delay="0"/>
                                          </p:stCondLst>
                                        </p:cTn>
                                        <p:tgtEl>
                                          <p:spTgt spid="91">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nodeType="clickEffect" fill="hold" presetClass="entr" presetID="1">
                                  <p:stCondLst>
                                    <p:cond delay="0"/>
                                  </p:stCondLst>
                                  <p:childTnLst>
                                    <p:set>
                                      <p:cBhvr>
                                        <p:cTn id="30" dur="1" fill="hold">
                                          <p:stCondLst>
                                            <p:cond delay="0"/>
                                          </p:stCondLst>
                                        </p:cTn>
                                        <p:tgtEl>
                                          <p:spTgt spid="91">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nodeType="clickEffect" fill="hold" presetClass="entr" presetID="1">
                                  <p:stCondLst>
                                    <p:cond delay="0"/>
                                  </p:stCondLst>
                                  <p:childTnLst>
                                    <p:set>
                                      <p:cBhvr>
                                        <p:cTn id="34" dur="1" fill="hold">
                                          <p:stCondLst>
                                            <p:cond delay="0"/>
                                          </p:stCondLst>
                                        </p:cTn>
                                        <p:tgtEl>
                                          <p:spTgt spid="91">
                                            <p:txEl>
                                              <p:pRg st="6" end="6"/>
                                            </p:txEl>
                                          </p:spTgt>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CustomShape 1"/>
          <p:cNvSpPr/>
          <p:nvPr/>
        </p:nvSpPr>
        <p:spPr>
          <a:xfrm>
            <a:off x="838080" y="365040"/>
            <a:ext cx="10514160" cy="1324080"/>
          </a:xfrm>
          <a:prstGeom prst="rect">
            <a:avLst/>
          </a:prstGeom>
          <a:noFill/>
          <a:ln>
            <a:noFill/>
          </a:ln>
        </p:spPr>
        <p:style>
          <a:lnRef idx="0"/>
          <a:fillRef idx="0"/>
          <a:effectRef idx="0"/>
          <a:fontRef idx="minor"/>
        </p:style>
        <p:txBody>
          <a:bodyPr lIns="90000" rIns="90000" tIns="45000" bIns="45000" anchor="ctr"/>
          <a:p>
            <a:pPr>
              <a:lnSpc>
                <a:spcPct val="100000"/>
              </a:lnSpc>
            </a:pPr>
            <a:r>
              <a:rPr b="1" lang="en-US" sz="2800" spc="-1" strike="noStrike">
                <a:solidFill>
                  <a:srgbClr val="000000"/>
                </a:solidFill>
                <a:latin typeface="Calibri"/>
                <a:ea typeface="DejaVu Sans"/>
              </a:rPr>
              <a:t>DoS (Denial of Service)</a:t>
            </a:r>
            <a:endParaRPr b="0" lang="en-US" sz="2800" spc="-1" strike="noStrike">
              <a:latin typeface="Arial"/>
            </a:endParaRPr>
          </a:p>
        </p:txBody>
      </p:sp>
      <p:sp>
        <p:nvSpPr>
          <p:cNvPr id="95" name="CustomShape 2"/>
          <p:cNvSpPr/>
          <p:nvPr/>
        </p:nvSpPr>
        <p:spPr>
          <a:xfrm>
            <a:off x="640080" y="2011680"/>
            <a:ext cx="11246040" cy="4570920"/>
          </a:xfrm>
          <a:prstGeom prst="rect">
            <a:avLst/>
          </a:prstGeom>
          <a:noFill/>
          <a:ln>
            <a:noFill/>
          </a:ln>
        </p:spPr>
        <p:style>
          <a:lnRef idx="0"/>
          <a:fillRef idx="0"/>
          <a:effectRef idx="0"/>
          <a:fontRef idx="minor"/>
        </p:style>
        <p:txBody>
          <a:bodyPr lIns="90000" rIns="90000" tIns="45000" bIns="45000">
            <a:normAutofit/>
          </a:bodyPr>
          <a:p>
            <a:pPr>
              <a:lnSpc>
                <a:spcPct val="90000"/>
              </a:lnSpc>
              <a:spcBef>
                <a:spcPts val="1001"/>
              </a:spcBef>
            </a:pPr>
            <a:endParaRPr b="0" lang="en-US" sz="1800" spc="-1" strike="noStrike">
              <a:latin typeface="Arial"/>
            </a:endParaRPr>
          </a:p>
          <a:p>
            <a:pPr marL="514440" indent="-513000">
              <a:lnSpc>
                <a:spcPct val="90000"/>
              </a:lnSpc>
              <a:spcBef>
                <a:spcPts val="1001"/>
              </a:spcBef>
              <a:buClr>
                <a:srgbClr val="000000"/>
              </a:buClr>
              <a:buFont typeface="Calibri Light"/>
              <a:buAutoNum type="arabicPeriod"/>
            </a:pPr>
            <a:r>
              <a:rPr b="0" lang="en-US" sz="2800" spc="-1" strike="noStrike">
                <a:solidFill>
                  <a:srgbClr val="000000"/>
                </a:solidFill>
                <a:latin typeface="Calibri"/>
                <a:ea typeface="DejaVu Sans"/>
              </a:rPr>
              <a:t>-Makes a system unavailable to its users</a:t>
            </a:r>
            <a:endParaRPr b="0" lang="en-US" sz="2800" spc="-1" strike="noStrike">
              <a:latin typeface="Arial"/>
            </a:endParaRPr>
          </a:p>
          <a:p>
            <a:pPr>
              <a:lnSpc>
                <a:spcPct val="90000"/>
              </a:lnSpc>
              <a:spcBef>
                <a:spcPts val="1001"/>
              </a:spcBef>
            </a:pPr>
            <a:r>
              <a:rPr b="0" lang="en-US" sz="2800" spc="-1" strike="noStrike">
                <a:solidFill>
                  <a:srgbClr val="000000"/>
                </a:solidFill>
                <a:latin typeface="Calibri"/>
                <a:ea typeface="DejaVu Sans"/>
              </a:rPr>
              <a:t>     </a:t>
            </a:r>
            <a:r>
              <a:rPr b="0" lang="en-US" sz="2800" spc="-1" strike="noStrike">
                <a:solidFill>
                  <a:srgbClr val="000000"/>
                </a:solidFill>
                <a:latin typeface="Calibri"/>
                <a:ea typeface="DejaVu Sans"/>
              </a:rPr>
              <a:t>-Blocks the access of intended users</a:t>
            </a:r>
            <a:endParaRPr b="0" lang="en-US" sz="2800" spc="-1" strike="noStrike">
              <a:latin typeface="Arial"/>
            </a:endParaRPr>
          </a:p>
          <a:p>
            <a:pPr>
              <a:lnSpc>
                <a:spcPct val="90000"/>
              </a:lnSpc>
              <a:spcBef>
                <a:spcPts val="1001"/>
              </a:spcBef>
            </a:pPr>
            <a:r>
              <a:rPr b="0" lang="en-US" sz="2800" spc="-1" strike="noStrike">
                <a:solidFill>
                  <a:srgbClr val="000000"/>
                </a:solidFill>
                <a:latin typeface="Calibri"/>
                <a:ea typeface="DejaVu Sans"/>
              </a:rPr>
              <a:t>      </a:t>
            </a:r>
            <a:endParaRPr b="0" lang="en-US" sz="2800" spc="-1" strike="noStrike">
              <a:latin typeface="Arial"/>
            </a:endParaRPr>
          </a:p>
          <a:p>
            <a:pPr>
              <a:lnSpc>
                <a:spcPct val="90000"/>
              </a:lnSpc>
              <a:spcBef>
                <a:spcPts val="1001"/>
              </a:spcBef>
            </a:pPr>
            <a:r>
              <a:rPr b="0" lang="en-US" sz="2800" spc="-1" strike="noStrike">
                <a:solidFill>
                  <a:srgbClr val="000000"/>
                </a:solidFill>
                <a:latin typeface="Calibri"/>
                <a:ea typeface="DejaVu Sans"/>
              </a:rPr>
              <a:t>     </a:t>
            </a:r>
            <a:r>
              <a:rPr b="0" lang="en-US" sz="2800" spc="-1" strike="noStrike">
                <a:solidFill>
                  <a:srgbClr val="000000"/>
                </a:solidFill>
                <a:latin typeface="Calibri"/>
                <a:ea typeface="DejaVu Sans"/>
              </a:rPr>
              <a:t>-overwhelms or floods the target machine</a:t>
            </a:r>
            <a:endParaRPr b="0" lang="en-US" sz="2800" spc="-1" strike="noStrike">
              <a:latin typeface="Arial"/>
            </a:endParaRPr>
          </a:p>
          <a:p>
            <a:pPr>
              <a:lnSpc>
                <a:spcPct val="90000"/>
              </a:lnSpc>
              <a:spcBef>
                <a:spcPts val="1001"/>
              </a:spcBef>
            </a:pPr>
            <a:r>
              <a:rPr b="0" lang="en-US" sz="2800" spc="-1" strike="noStrike">
                <a:solidFill>
                  <a:srgbClr val="000000"/>
                </a:solidFill>
                <a:latin typeface="Calibri"/>
                <a:ea typeface="DejaVu Sans"/>
              </a:rPr>
              <a:t>     </a:t>
            </a:r>
            <a:r>
              <a:rPr b="0" lang="en-US" sz="2800" spc="-1" strike="noStrike">
                <a:solidFill>
                  <a:srgbClr val="000000"/>
                </a:solidFill>
                <a:latin typeface="Calibri"/>
                <a:ea typeface="DejaVu Sans"/>
              </a:rPr>
              <a:t>-consumes significant amount of resources</a:t>
            </a:r>
            <a:endParaRPr b="0" lang="en-US" sz="2800" spc="-1" strike="noStrike">
              <a:latin typeface="Arial"/>
            </a:endParaRPr>
          </a:p>
        </p:txBody>
      </p:sp>
      <p:pic>
        <p:nvPicPr>
          <p:cNvPr id="96" name="Picture 3" descr=""/>
          <p:cNvPicPr/>
          <p:nvPr/>
        </p:nvPicPr>
        <p:blipFill>
          <a:blip r:embed="rId1"/>
          <a:srcRect l="-4856" t="17234" r="4856" b="21958"/>
          <a:stretch/>
        </p:blipFill>
        <p:spPr>
          <a:xfrm>
            <a:off x="10883880" y="0"/>
            <a:ext cx="1306800" cy="793800"/>
          </a:xfrm>
          <a:prstGeom prst="rect">
            <a:avLst/>
          </a:prstGeom>
          <a:ln>
            <a:noFill/>
          </a:ln>
        </p:spPr>
      </p:pic>
      <p:pic>
        <p:nvPicPr>
          <p:cNvPr id="97" name="Picture 4" descr=""/>
          <p:cNvPicPr/>
          <p:nvPr/>
        </p:nvPicPr>
        <p:blipFill>
          <a:blip r:embed="rId2"/>
          <a:stretch/>
        </p:blipFill>
        <p:spPr>
          <a:xfrm>
            <a:off x="7873920" y="80280"/>
            <a:ext cx="3008520" cy="633600"/>
          </a:xfrm>
          <a:prstGeom prst="rect">
            <a:avLst/>
          </a:prstGeom>
          <a:ln>
            <a:noFill/>
          </a:ln>
        </p:spPr>
      </p:pic>
    </p:spTree>
  </p:cSld>
  <p:timing>
    <p:tnLst>
      <p:par>
        <p:cTn id="35" dur="indefinite" restart="never" nodeType="tmRoot">
          <p:childTnLst>
            <p:seq>
              <p:cTn id="36" dur="indefinite" nodeType="mainSeq">
                <p:childTnLst>
                  <p:par>
                    <p:cTn id="37" fill="hold">
                      <p:stCondLst>
                        <p:cond delay="indefinite"/>
                      </p:stCondLst>
                      <p:childTnLst>
                        <p:par>
                          <p:cTn id="38" fill="hold">
                            <p:stCondLst>
                              <p:cond delay="0"/>
                            </p:stCondLst>
                            <p:childTnLst>
                              <p:par>
                                <p:cTn id="39" nodeType="clickEffect" fill="hold" presetClass="entr" presetID="1">
                                  <p:stCondLst>
                                    <p:cond delay="0"/>
                                  </p:stCondLst>
                                  <p:childTnLst>
                                    <p:set>
                                      <p:cBhvr>
                                        <p:cTn id="40" dur="1" fill="hold">
                                          <p:stCondLst>
                                            <p:cond delay="0"/>
                                          </p:stCondLst>
                                        </p:cTn>
                                        <p:tgtEl>
                                          <p:spTgt spid="95">
                                            <p:txEl>
                                              <p:pRg st="0" end="0"/>
                                            </p:txEl>
                                          </p:spTgt>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CustomShape 1"/>
          <p:cNvSpPr/>
          <p:nvPr/>
        </p:nvSpPr>
        <p:spPr>
          <a:xfrm>
            <a:off x="838080" y="365040"/>
            <a:ext cx="10514160" cy="1324080"/>
          </a:xfrm>
          <a:prstGeom prst="rect">
            <a:avLst/>
          </a:prstGeom>
          <a:noFill/>
          <a:ln>
            <a:noFill/>
          </a:ln>
        </p:spPr>
        <p:style>
          <a:lnRef idx="0"/>
          <a:fillRef idx="0"/>
          <a:effectRef idx="0"/>
          <a:fontRef idx="minor"/>
        </p:style>
        <p:txBody>
          <a:bodyPr lIns="90000" rIns="90000" tIns="45000" bIns="45000" anchor="ctr"/>
          <a:p>
            <a:pPr>
              <a:lnSpc>
                <a:spcPct val="100000"/>
              </a:lnSpc>
            </a:pPr>
            <a:r>
              <a:rPr b="1" lang="en-US" sz="2800" spc="-1" strike="noStrike">
                <a:solidFill>
                  <a:srgbClr val="000000"/>
                </a:solidFill>
                <a:latin typeface="Calibri"/>
                <a:ea typeface="DejaVu Sans"/>
              </a:rPr>
              <a:t>DDoS (Distributed Denial of Service)</a:t>
            </a:r>
            <a:endParaRPr b="0" lang="en-US" sz="2800" spc="-1" strike="noStrike">
              <a:latin typeface="Arial"/>
            </a:endParaRPr>
          </a:p>
        </p:txBody>
      </p:sp>
      <p:sp>
        <p:nvSpPr>
          <p:cNvPr id="99" name="CustomShape 2"/>
          <p:cNvSpPr/>
          <p:nvPr/>
        </p:nvSpPr>
        <p:spPr>
          <a:xfrm>
            <a:off x="640080" y="2011680"/>
            <a:ext cx="11246040" cy="4570920"/>
          </a:xfrm>
          <a:prstGeom prst="rect">
            <a:avLst/>
          </a:prstGeom>
          <a:noFill/>
          <a:ln>
            <a:noFill/>
          </a:ln>
        </p:spPr>
        <p:style>
          <a:lnRef idx="0"/>
          <a:fillRef idx="0"/>
          <a:effectRef idx="0"/>
          <a:fontRef idx="minor"/>
        </p:style>
        <p:txBody>
          <a:bodyPr lIns="90000" rIns="90000" tIns="45000" bIns="45000">
            <a:normAutofit/>
          </a:bodyPr>
          <a:p>
            <a:pPr marL="514440" indent="-513000">
              <a:lnSpc>
                <a:spcPct val="90000"/>
              </a:lnSpc>
              <a:spcBef>
                <a:spcPts val="1001"/>
              </a:spcBef>
              <a:buClr>
                <a:srgbClr val="000000"/>
              </a:buClr>
              <a:buFont typeface="Calibri Light"/>
              <a:buAutoNum type="arabicPeriod"/>
            </a:pPr>
            <a:r>
              <a:rPr b="0" lang="en-US" sz="2800" spc="-1" strike="noStrike">
                <a:solidFill>
                  <a:srgbClr val="000000"/>
                </a:solidFill>
                <a:latin typeface="Calibri"/>
                <a:ea typeface="DejaVu Sans"/>
              </a:rPr>
              <a:t>- Simlar to DoS but much worse</a:t>
            </a:r>
            <a:endParaRPr b="0" lang="en-US" sz="2800" spc="-1" strike="noStrike">
              <a:latin typeface="Arial"/>
            </a:endParaRPr>
          </a:p>
          <a:p>
            <a:pPr marL="514440" indent="-513000">
              <a:lnSpc>
                <a:spcPct val="90000"/>
              </a:lnSpc>
              <a:spcBef>
                <a:spcPts val="1001"/>
              </a:spcBef>
              <a:buClr>
                <a:srgbClr val="000000"/>
              </a:buClr>
              <a:buFont typeface="Calibri Light"/>
              <a:buAutoNum type="arabicPeriod"/>
            </a:pPr>
            <a:r>
              <a:rPr b="0" lang="en-US" sz="2800" spc="-1" strike="noStrike">
                <a:solidFill>
                  <a:srgbClr val="000000"/>
                </a:solidFill>
                <a:latin typeface="Calibri"/>
                <a:ea typeface="DejaVu Sans"/>
              </a:rPr>
              <a:t>- Botnets attack – group of compromised hosts</a:t>
            </a:r>
            <a:endParaRPr b="0" lang="en-US" sz="2800" spc="-1" strike="noStrike">
              <a:latin typeface="Arial"/>
            </a:endParaRPr>
          </a:p>
          <a:p>
            <a:pPr marL="514440" indent="-513000">
              <a:lnSpc>
                <a:spcPct val="90000"/>
              </a:lnSpc>
              <a:spcBef>
                <a:spcPts val="1001"/>
              </a:spcBef>
              <a:buClr>
                <a:srgbClr val="000000"/>
              </a:buClr>
              <a:buFont typeface="Calibri Light"/>
              <a:buAutoNum type="arabicPeriod"/>
            </a:pPr>
            <a:r>
              <a:rPr b="0" lang="en-US" sz="2800" spc="-1" strike="noStrike">
                <a:solidFill>
                  <a:srgbClr val="000000"/>
                </a:solidFill>
                <a:latin typeface="Calibri"/>
                <a:ea typeface="DejaVu Sans"/>
              </a:rPr>
              <a:t>- Smurf attack eg: exploiting memcached servers</a:t>
            </a:r>
            <a:endParaRPr b="0" lang="en-US" sz="2800" spc="-1" strike="noStrike">
              <a:latin typeface="Arial"/>
            </a:endParaRPr>
          </a:p>
          <a:p>
            <a:pPr>
              <a:lnSpc>
                <a:spcPct val="90000"/>
              </a:lnSpc>
              <a:spcBef>
                <a:spcPts val="1001"/>
              </a:spcBef>
            </a:pPr>
            <a:endParaRPr b="0" lang="en-US" sz="2800" spc="-1" strike="noStrike">
              <a:latin typeface="Arial"/>
            </a:endParaRPr>
          </a:p>
          <a:p>
            <a:pPr marL="514440" indent="-513000">
              <a:lnSpc>
                <a:spcPct val="90000"/>
              </a:lnSpc>
              <a:spcBef>
                <a:spcPts val="1001"/>
              </a:spcBef>
              <a:buClr>
                <a:srgbClr val="000000"/>
              </a:buClr>
              <a:buFont typeface="Calibri Light"/>
              <a:buAutoNum type="arabicPeriod"/>
            </a:pPr>
            <a:r>
              <a:rPr b="0" lang="en-US" sz="2800" spc="-1" strike="noStrike">
                <a:solidFill>
                  <a:srgbClr val="000000"/>
                </a:solidFill>
                <a:latin typeface="Calibri"/>
                <a:ea typeface="DejaVu Sans"/>
              </a:rPr>
              <a:t>e.g.: Github DDoS attack, Dyn got hit by more than 1.2Tbps of traffic</a:t>
            </a:r>
            <a:endParaRPr b="0" lang="en-US" sz="2800" spc="-1" strike="noStrike">
              <a:latin typeface="Arial"/>
            </a:endParaRPr>
          </a:p>
        </p:txBody>
      </p:sp>
      <p:pic>
        <p:nvPicPr>
          <p:cNvPr id="100" name="Picture 3" descr=""/>
          <p:cNvPicPr/>
          <p:nvPr/>
        </p:nvPicPr>
        <p:blipFill>
          <a:blip r:embed="rId1"/>
          <a:srcRect l="-4856" t="17234" r="4856" b="21958"/>
          <a:stretch/>
        </p:blipFill>
        <p:spPr>
          <a:xfrm>
            <a:off x="10883880" y="0"/>
            <a:ext cx="1306800" cy="793800"/>
          </a:xfrm>
          <a:prstGeom prst="rect">
            <a:avLst/>
          </a:prstGeom>
          <a:ln>
            <a:noFill/>
          </a:ln>
        </p:spPr>
      </p:pic>
      <p:pic>
        <p:nvPicPr>
          <p:cNvPr id="101" name="Picture 4" descr=""/>
          <p:cNvPicPr/>
          <p:nvPr/>
        </p:nvPicPr>
        <p:blipFill>
          <a:blip r:embed="rId2"/>
          <a:stretch/>
        </p:blipFill>
        <p:spPr>
          <a:xfrm>
            <a:off x="7873920" y="80280"/>
            <a:ext cx="3008520" cy="633600"/>
          </a:xfrm>
          <a:prstGeom prst="rect">
            <a:avLst/>
          </a:prstGeom>
          <a:ln>
            <a:noFill/>
          </a:ln>
        </p:spPr>
      </p:pic>
    </p:spTree>
  </p:cSld>
  <p:timing>
    <p:tnLst>
      <p:par>
        <p:cTn id="41" dur="indefinite" restart="never" nodeType="tmRoot">
          <p:childTnLst>
            <p:seq>
              <p:cTn id="42" dur="indefinite" nodeType="mainSeq">
                <p:childTnLst>
                  <p:par>
                    <p:cTn id="43" fill="hold">
                      <p:stCondLst>
                        <p:cond delay="indefinite"/>
                      </p:stCondLst>
                      <p:childTnLst>
                        <p:par>
                          <p:cTn id="44" fill="hold">
                            <p:stCondLst>
                              <p:cond delay="0"/>
                            </p:stCondLst>
                            <p:childTnLst>
                              <p:par>
                                <p:cTn id="45" nodeType="clickEffect" fill="hold" presetClass="entr" presetID="1">
                                  <p:stCondLst>
                                    <p:cond delay="0"/>
                                  </p:stCondLst>
                                  <p:childTnLst>
                                    <p:set>
                                      <p:cBhvr>
                                        <p:cTn id="46" dur="1" fill="hold">
                                          <p:stCondLst>
                                            <p:cond delay="0"/>
                                          </p:stCondLst>
                                        </p:cTn>
                                        <p:tgtEl>
                                          <p:spTgt spid="99">
                                            <p:txEl>
                                              <p:pRg st="0" end="0"/>
                                            </p:txEl>
                                          </p:spTgt>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CustomShape 1"/>
          <p:cNvSpPr/>
          <p:nvPr/>
        </p:nvSpPr>
        <p:spPr>
          <a:xfrm>
            <a:off x="838080" y="365040"/>
            <a:ext cx="10514160" cy="1324080"/>
          </a:xfrm>
          <a:prstGeom prst="rect">
            <a:avLst/>
          </a:prstGeom>
          <a:noFill/>
          <a:ln>
            <a:noFill/>
          </a:ln>
        </p:spPr>
        <p:style>
          <a:lnRef idx="0"/>
          <a:fillRef idx="0"/>
          <a:effectRef idx="0"/>
          <a:fontRef idx="minor"/>
        </p:style>
        <p:txBody>
          <a:bodyPr lIns="90000" rIns="90000" tIns="45000" bIns="45000" anchor="ctr"/>
          <a:p>
            <a:pPr>
              <a:lnSpc>
                <a:spcPct val="100000"/>
              </a:lnSpc>
            </a:pPr>
            <a:r>
              <a:rPr b="1" lang="en-US" sz="2800" spc="-1" strike="noStrike">
                <a:solidFill>
                  <a:srgbClr val="000000"/>
                </a:solidFill>
                <a:latin typeface="Calibri"/>
                <a:ea typeface="DejaVu Sans"/>
              </a:rPr>
              <a:t>Man in the Middle attack</a:t>
            </a:r>
            <a:endParaRPr b="0" lang="en-US" sz="2800" spc="-1" strike="noStrike">
              <a:latin typeface="Arial"/>
            </a:endParaRPr>
          </a:p>
        </p:txBody>
      </p:sp>
      <p:sp>
        <p:nvSpPr>
          <p:cNvPr id="103" name="CustomShape 2"/>
          <p:cNvSpPr/>
          <p:nvPr/>
        </p:nvSpPr>
        <p:spPr>
          <a:xfrm>
            <a:off x="640080" y="2011680"/>
            <a:ext cx="11246040" cy="4570920"/>
          </a:xfrm>
          <a:prstGeom prst="rect">
            <a:avLst/>
          </a:prstGeom>
          <a:noFill/>
          <a:ln>
            <a:noFill/>
          </a:ln>
        </p:spPr>
        <p:style>
          <a:lnRef idx="0"/>
          <a:fillRef idx="0"/>
          <a:effectRef idx="0"/>
          <a:fontRef idx="minor"/>
        </p:style>
        <p:txBody>
          <a:bodyPr lIns="90000" rIns="90000" tIns="45000" bIns="45000">
            <a:normAutofit/>
          </a:bodyPr>
          <a:p>
            <a:pPr marL="514440" indent="-513000">
              <a:lnSpc>
                <a:spcPct val="90000"/>
              </a:lnSpc>
              <a:spcBef>
                <a:spcPts val="1001"/>
              </a:spcBef>
              <a:buClr>
                <a:srgbClr val="000000"/>
              </a:buClr>
              <a:buFont typeface="Calibri Light"/>
              <a:buAutoNum type="arabicPeriod"/>
            </a:pPr>
            <a:r>
              <a:rPr b="0" lang="en-US" sz="2800" spc="-1" strike="noStrike">
                <a:solidFill>
                  <a:srgbClr val="000000"/>
                </a:solidFill>
                <a:latin typeface="Calibri"/>
                <a:ea typeface="DejaVu Sans"/>
              </a:rPr>
              <a:t>- sophisticated and targeted attack</a:t>
            </a:r>
            <a:endParaRPr b="0" lang="en-US" sz="2800" spc="-1" strike="noStrike">
              <a:latin typeface="Arial"/>
            </a:endParaRPr>
          </a:p>
          <a:p>
            <a:pPr marL="514440" indent="-513000">
              <a:lnSpc>
                <a:spcPct val="90000"/>
              </a:lnSpc>
              <a:spcBef>
                <a:spcPts val="1001"/>
              </a:spcBef>
              <a:buClr>
                <a:srgbClr val="000000"/>
              </a:buClr>
              <a:buFont typeface="Calibri Light"/>
              <a:buAutoNum type="arabicPeriod"/>
            </a:pPr>
            <a:r>
              <a:rPr b="0" lang="en-US" sz="2800" spc="-1" strike="noStrike">
                <a:solidFill>
                  <a:srgbClr val="000000"/>
                </a:solidFill>
                <a:latin typeface="Calibri"/>
                <a:ea typeface="DejaVu Sans"/>
              </a:rPr>
              <a:t>- set up a Rogue Access Point</a:t>
            </a:r>
            <a:endParaRPr b="0" lang="en-US" sz="2800" spc="-1" strike="noStrike">
              <a:latin typeface="Arial"/>
            </a:endParaRPr>
          </a:p>
          <a:p>
            <a:pPr marL="514440" indent="-513000">
              <a:lnSpc>
                <a:spcPct val="90000"/>
              </a:lnSpc>
              <a:spcBef>
                <a:spcPts val="1001"/>
              </a:spcBef>
              <a:buClr>
                <a:srgbClr val="000000"/>
              </a:buClr>
              <a:buFont typeface="Calibri Light"/>
              <a:buAutoNum type="arabicPeriod"/>
            </a:pPr>
            <a:r>
              <a:rPr b="0" lang="en-US" sz="2800" spc="-1" strike="noStrike">
                <a:solidFill>
                  <a:srgbClr val="000000"/>
                </a:solidFill>
                <a:latin typeface="Calibri"/>
                <a:ea typeface="DejaVu Sans"/>
              </a:rPr>
              <a:t>- attacker stays in between the user and internet</a:t>
            </a:r>
            <a:endParaRPr b="0" lang="en-US" sz="2800" spc="-1" strike="noStrike">
              <a:latin typeface="Arial"/>
            </a:endParaRPr>
          </a:p>
          <a:p>
            <a:pPr marL="514440" indent="-513000">
              <a:lnSpc>
                <a:spcPct val="90000"/>
              </a:lnSpc>
              <a:spcBef>
                <a:spcPts val="1001"/>
              </a:spcBef>
              <a:buClr>
                <a:srgbClr val="000000"/>
              </a:buClr>
              <a:buFont typeface="Calibri Light"/>
              <a:buAutoNum type="arabicPeriod"/>
            </a:pPr>
            <a:r>
              <a:rPr b="0" lang="en-US" sz="2800" spc="-1" strike="noStrike">
                <a:solidFill>
                  <a:srgbClr val="000000"/>
                </a:solidFill>
                <a:latin typeface="Calibri"/>
                <a:ea typeface="DejaVu Sans"/>
              </a:rPr>
              <a:t>- sniffs the user’s traffic and steals credentials</a:t>
            </a:r>
            <a:endParaRPr b="0" lang="en-US" sz="2800" spc="-1" strike="noStrike">
              <a:latin typeface="Arial"/>
            </a:endParaRPr>
          </a:p>
        </p:txBody>
      </p:sp>
      <p:pic>
        <p:nvPicPr>
          <p:cNvPr id="104" name="Picture 3" descr=""/>
          <p:cNvPicPr/>
          <p:nvPr/>
        </p:nvPicPr>
        <p:blipFill>
          <a:blip r:embed="rId1"/>
          <a:srcRect l="-4856" t="17234" r="4856" b="21958"/>
          <a:stretch/>
        </p:blipFill>
        <p:spPr>
          <a:xfrm>
            <a:off x="10883880" y="0"/>
            <a:ext cx="1306800" cy="793800"/>
          </a:xfrm>
          <a:prstGeom prst="rect">
            <a:avLst/>
          </a:prstGeom>
          <a:ln>
            <a:noFill/>
          </a:ln>
        </p:spPr>
      </p:pic>
      <p:pic>
        <p:nvPicPr>
          <p:cNvPr id="105" name="Picture 4" descr=""/>
          <p:cNvPicPr/>
          <p:nvPr/>
        </p:nvPicPr>
        <p:blipFill>
          <a:blip r:embed="rId2"/>
          <a:stretch/>
        </p:blipFill>
        <p:spPr>
          <a:xfrm>
            <a:off x="7873920" y="80280"/>
            <a:ext cx="3008520" cy="633600"/>
          </a:xfrm>
          <a:prstGeom prst="rect">
            <a:avLst/>
          </a:prstGeom>
          <a:ln>
            <a:noFill/>
          </a:ln>
        </p:spPr>
      </p:pic>
    </p:spTree>
  </p:cSld>
  <p:timing>
    <p:tnLst>
      <p:par>
        <p:cTn id="47" dur="indefinite" restart="never" nodeType="tmRoot">
          <p:childTnLst>
            <p:seq>
              <p:cTn id="48" dur="indefinite" nodeType="mainSeq">
                <p:childTnLst>
                  <p:par>
                    <p:cTn id="49" fill="hold">
                      <p:stCondLst>
                        <p:cond delay="indefinite"/>
                      </p:stCondLst>
                      <p:childTnLst>
                        <p:par>
                          <p:cTn id="50" fill="hold">
                            <p:stCondLst>
                              <p:cond delay="0"/>
                            </p:stCondLst>
                            <p:childTnLst>
                              <p:par>
                                <p:cTn id="51" nodeType="clickEffect" fill="hold" presetClass="entr" presetID="1">
                                  <p:stCondLst>
                                    <p:cond delay="0"/>
                                  </p:stCondLst>
                                  <p:childTnLst>
                                    <p:set>
                                      <p:cBhvr>
                                        <p:cTn id="52" dur="1" fill="hold">
                                          <p:stCondLst>
                                            <p:cond delay="0"/>
                                          </p:stCondLst>
                                        </p:cTn>
                                        <p:tgtEl>
                                          <p:spTgt spid="103">
                                            <p:txEl>
                                              <p:pRg st="0" end="0"/>
                                            </p:txEl>
                                          </p:spTgt>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CustomShape 1"/>
          <p:cNvSpPr/>
          <p:nvPr/>
        </p:nvSpPr>
        <p:spPr>
          <a:xfrm>
            <a:off x="838080" y="365040"/>
            <a:ext cx="10514160" cy="1324080"/>
          </a:xfrm>
          <a:prstGeom prst="rect">
            <a:avLst/>
          </a:prstGeom>
          <a:noFill/>
          <a:ln>
            <a:noFill/>
          </a:ln>
        </p:spPr>
        <p:style>
          <a:lnRef idx="0"/>
          <a:fillRef idx="0"/>
          <a:effectRef idx="0"/>
          <a:fontRef idx="minor"/>
        </p:style>
        <p:txBody>
          <a:bodyPr lIns="90000" rIns="90000" tIns="45000" bIns="45000" anchor="ctr"/>
          <a:p>
            <a:pPr>
              <a:lnSpc>
                <a:spcPct val="100000"/>
              </a:lnSpc>
            </a:pPr>
            <a:r>
              <a:rPr b="1" lang="en-US" sz="2800" spc="-1" strike="noStrike">
                <a:solidFill>
                  <a:srgbClr val="000000"/>
                </a:solidFill>
                <a:latin typeface="Calibri"/>
                <a:ea typeface="DejaVu Sans"/>
              </a:rPr>
              <a:t>Social Engineering</a:t>
            </a:r>
            <a:endParaRPr b="0" lang="en-US" sz="2800" spc="-1" strike="noStrike">
              <a:latin typeface="Arial"/>
            </a:endParaRPr>
          </a:p>
        </p:txBody>
      </p:sp>
      <p:sp>
        <p:nvSpPr>
          <p:cNvPr id="107" name="CustomShape 2"/>
          <p:cNvSpPr/>
          <p:nvPr/>
        </p:nvSpPr>
        <p:spPr>
          <a:xfrm>
            <a:off x="640440" y="1828800"/>
            <a:ext cx="11246040" cy="4570920"/>
          </a:xfrm>
          <a:prstGeom prst="rect">
            <a:avLst/>
          </a:prstGeom>
          <a:noFill/>
          <a:ln>
            <a:noFill/>
          </a:ln>
        </p:spPr>
        <p:style>
          <a:lnRef idx="0"/>
          <a:fillRef idx="0"/>
          <a:effectRef idx="0"/>
          <a:fontRef idx="minor"/>
        </p:style>
        <p:txBody>
          <a:bodyPr lIns="90000" rIns="90000" tIns="45000" bIns="45000">
            <a:normAutofit/>
          </a:bodyPr>
          <a:p>
            <a:pPr marL="514440" indent="-513000">
              <a:lnSpc>
                <a:spcPct val="90000"/>
              </a:lnSpc>
              <a:spcBef>
                <a:spcPts val="1001"/>
              </a:spcBef>
              <a:buClr>
                <a:srgbClr val="000000"/>
              </a:buClr>
              <a:buFont typeface="Calibri Light"/>
              <a:buAutoNum type="arabicPeriod"/>
            </a:pPr>
            <a:r>
              <a:rPr b="0" lang="en-US" sz="2800" spc="-1" strike="noStrike">
                <a:solidFill>
                  <a:srgbClr val="000000"/>
                </a:solidFill>
                <a:latin typeface="Calibri"/>
                <a:ea typeface="DejaVu Sans"/>
              </a:rPr>
              <a:t>Easiest as it attacks the human factor</a:t>
            </a:r>
            <a:endParaRPr b="0" lang="en-US" sz="2800" spc="-1" strike="noStrike">
              <a:latin typeface="Arial"/>
            </a:endParaRPr>
          </a:p>
          <a:p>
            <a:pPr marL="514440" indent="-513000">
              <a:lnSpc>
                <a:spcPct val="90000"/>
              </a:lnSpc>
              <a:spcBef>
                <a:spcPts val="1001"/>
              </a:spcBef>
              <a:buClr>
                <a:srgbClr val="000000"/>
              </a:buClr>
              <a:buFont typeface="Calibri Light"/>
              <a:buAutoNum type="arabicPeriod"/>
            </a:pPr>
            <a:r>
              <a:rPr b="0" lang="en-US" sz="2800" spc="-1" strike="noStrike">
                <a:solidFill>
                  <a:srgbClr val="000000"/>
                </a:solidFill>
                <a:latin typeface="Calibri"/>
                <a:ea typeface="DejaVu Sans"/>
              </a:rPr>
              <a:t>Getting confidential credentials from victims</a:t>
            </a:r>
            <a:endParaRPr b="0" lang="en-US" sz="2800" spc="-1" strike="noStrike">
              <a:latin typeface="Arial"/>
            </a:endParaRPr>
          </a:p>
          <a:p>
            <a:pPr marL="514440" indent="-513000">
              <a:lnSpc>
                <a:spcPct val="90000"/>
              </a:lnSpc>
              <a:spcBef>
                <a:spcPts val="1001"/>
              </a:spcBef>
              <a:buClr>
                <a:srgbClr val="000000"/>
              </a:buClr>
              <a:buFont typeface="Calibri Light"/>
              <a:buAutoNum type="arabicPeriod"/>
            </a:pPr>
            <a:r>
              <a:rPr b="0" lang="en-US" sz="2800" spc="-1" strike="noStrike">
                <a:solidFill>
                  <a:srgbClr val="000000"/>
                </a:solidFill>
                <a:latin typeface="Calibri"/>
                <a:ea typeface="DejaVu Sans"/>
              </a:rPr>
              <a:t>Attackers can be highly skilled or not at all</a:t>
            </a:r>
            <a:endParaRPr b="0" lang="en-US" sz="2800" spc="-1" strike="noStrike">
              <a:latin typeface="Arial"/>
            </a:endParaRPr>
          </a:p>
        </p:txBody>
      </p:sp>
      <p:pic>
        <p:nvPicPr>
          <p:cNvPr id="108" name="Picture 3" descr=""/>
          <p:cNvPicPr/>
          <p:nvPr/>
        </p:nvPicPr>
        <p:blipFill>
          <a:blip r:embed="rId1"/>
          <a:srcRect l="-4856" t="17234" r="4856" b="21958"/>
          <a:stretch/>
        </p:blipFill>
        <p:spPr>
          <a:xfrm>
            <a:off x="10883880" y="0"/>
            <a:ext cx="1306800" cy="793800"/>
          </a:xfrm>
          <a:prstGeom prst="rect">
            <a:avLst/>
          </a:prstGeom>
          <a:ln>
            <a:noFill/>
          </a:ln>
        </p:spPr>
      </p:pic>
      <p:pic>
        <p:nvPicPr>
          <p:cNvPr id="109" name="Picture 4" descr=""/>
          <p:cNvPicPr/>
          <p:nvPr/>
        </p:nvPicPr>
        <p:blipFill>
          <a:blip r:embed="rId2"/>
          <a:stretch/>
        </p:blipFill>
        <p:spPr>
          <a:xfrm>
            <a:off x="7873920" y="80280"/>
            <a:ext cx="3008520" cy="633600"/>
          </a:xfrm>
          <a:prstGeom prst="rect">
            <a:avLst/>
          </a:prstGeom>
          <a:ln>
            <a:noFill/>
          </a:ln>
        </p:spPr>
      </p:pic>
    </p:spTree>
  </p:cSld>
  <p:timing>
    <p:tnLst>
      <p:par>
        <p:cTn id="53" dur="indefinite" restart="never" nodeType="tmRoot">
          <p:childTnLst>
            <p:seq>
              <p:cTn id="54" dur="indefinite" nodeType="mainSeq">
                <p:childTnLst>
                  <p:par>
                    <p:cTn id="55" fill="hold">
                      <p:stCondLst>
                        <p:cond delay="indefinite"/>
                      </p:stCondLst>
                      <p:childTnLst>
                        <p:par>
                          <p:cTn id="56" fill="hold">
                            <p:stCondLst>
                              <p:cond delay="0"/>
                            </p:stCondLst>
                            <p:childTnLst>
                              <p:par>
                                <p:cTn id="57" nodeType="clickEffect" fill="hold" presetClass="entr" presetID="1">
                                  <p:stCondLst>
                                    <p:cond delay="0"/>
                                  </p:stCondLst>
                                  <p:childTnLst>
                                    <p:set>
                                      <p:cBhvr>
                                        <p:cTn id="58" dur="1" fill="hold">
                                          <p:stCondLst>
                                            <p:cond delay="0"/>
                                          </p:stCondLst>
                                        </p:cTn>
                                        <p:tgtEl>
                                          <p:spTgt spid="107">
                                            <p:txEl>
                                              <p:pRg st="0" end="0"/>
                                            </p:txEl>
                                          </p:spTgt>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CustomShape 1"/>
          <p:cNvSpPr/>
          <p:nvPr/>
        </p:nvSpPr>
        <p:spPr>
          <a:xfrm>
            <a:off x="838080" y="365040"/>
            <a:ext cx="10514160" cy="1324080"/>
          </a:xfrm>
          <a:prstGeom prst="rect">
            <a:avLst/>
          </a:prstGeom>
          <a:noFill/>
          <a:ln>
            <a:noFill/>
          </a:ln>
        </p:spPr>
        <p:style>
          <a:lnRef idx="0"/>
          <a:fillRef idx="0"/>
          <a:effectRef idx="0"/>
          <a:fontRef idx="minor"/>
        </p:style>
        <p:txBody>
          <a:bodyPr lIns="90000" rIns="90000" tIns="45000" bIns="45000" anchor="ctr"/>
          <a:p>
            <a:pPr>
              <a:lnSpc>
                <a:spcPct val="100000"/>
              </a:lnSpc>
            </a:pPr>
            <a:r>
              <a:rPr b="1" lang="en-US" sz="2800" spc="-1" strike="noStrike">
                <a:solidFill>
                  <a:srgbClr val="000000"/>
                </a:solidFill>
                <a:latin typeface="Calibri"/>
                <a:ea typeface="DejaVu Sans"/>
              </a:rPr>
              <a:t>Malwares</a:t>
            </a:r>
            <a:endParaRPr b="0" lang="en-US" sz="2800" spc="-1" strike="noStrike">
              <a:latin typeface="Arial"/>
            </a:endParaRPr>
          </a:p>
        </p:txBody>
      </p:sp>
      <p:sp>
        <p:nvSpPr>
          <p:cNvPr id="111" name="CustomShape 2"/>
          <p:cNvSpPr/>
          <p:nvPr/>
        </p:nvSpPr>
        <p:spPr>
          <a:xfrm>
            <a:off x="640080" y="2011680"/>
            <a:ext cx="11246040" cy="4570920"/>
          </a:xfrm>
          <a:prstGeom prst="rect">
            <a:avLst/>
          </a:prstGeom>
          <a:noFill/>
          <a:ln>
            <a:noFill/>
          </a:ln>
        </p:spPr>
        <p:style>
          <a:lnRef idx="0"/>
          <a:fillRef idx="0"/>
          <a:effectRef idx="0"/>
          <a:fontRef idx="minor"/>
        </p:style>
        <p:txBody>
          <a:bodyPr lIns="90000" rIns="90000" tIns="45000" bIns="45000">
            <a:normAutofit/>
          </a:bodyPr>
          <a:p>
            <a:pPr marL="514440" indent="-513000">
              <a:lnSpc>
                <a:spcPct val="90000"/>
              </a:lnSpc>
              <a:spcBef>
                <a:spcPts val="1001"/>
              </a:spcBef>
              <a:buClr>
                <a:srgbClr val="000000"/>
              </a:buClr>
              <a:buFont typeface="Calibri Light"/>
              <a:buAutoNum type="arabicPeriod"/>
            </a:pPr>
            <a:r>
              <a:rPr b="0" lang="en-US" sz="2800" spc="-1" strike="noStrike">
                <a:solidFill>
                  <a:srgbClr val="000000"/>
                </a:solidFill>
                <a:latin typeface="Calibri"/>
                <a:ea typeface="DejaVu Sans"/>
              </a:rPr>
              <a:t>- Viruses</a:t>
            </a:r>
            <a:endParaRPr b="0" lang="en-US" sz="2800" spc="-1" strike="noStrike">
              <a:latin typeface="Arial"/>
            </a:endParaRPr>
          </a:p>
          <a:p>
            <a:pPr marL="514440" indent="-513000">
              <a:lnSpc>
                <a:spcPct val="90000"/>
              </a:lnSpc>
              <a:spcBef>
                <a:spcPts val="1001"/>
              </a:spcBef>
              <a:buClr>
                <a:srgbClr val="000000"/>
              </a:buClr>
              <a:buFont typeface="Calibri Light"/>
              <a:buAutoNum type="arabicPeriod"/>
            </a:pPr>
            <a:r>
              <a:rPr b="0" lang="en-US" sz="2800" spc="-1" strike="noStrike">
                <a:solidFill>
                  <a:srgbClr val="000000"/>
                </a:solidFill>
                <a:latin typeface="Calibri"/>
                <a:ea typeface="DejaVu Sans"/>
              </a:rPr>
              <a:t>- Worms</a:t>
            </a:r>
            <a:endParaRPr b="0" lang="en-US" sz="2800" spc="-1" strike="noStrike">
              <a:latin typeface="Arial"/>
            </a:endParaRPr>
          </a:p>
          <a:p>
            <a:pPr marL="514440" indent="-513000">
              <a:lnSpc>
                <a:spcPct val="90000"/>
              </a:lnSpc>
              <a:spcBef>
                <a:spcPts val="1001"/>
              </a:spcBef>
              <a:buClr>
                <a:srgbClr val="000000"/>
              </a:buClr>
              <a:buFont typeface="Calibri Light"/>
              <a:buAutoNum type="arabicPeriod"/>
            </a:pPr>
            <a:r>
              <a:rPr b="0" lang="en-US" sz="2800" spc="-1" strike="noStrike">
                <a:solidFill>
                  <a:srgbClr val="000000"/>
                </a:solidFill>
                <a:latin typeface="Calibri"/>
                <a:ea typeface="DejaVu Sans"/>
              </a:rPr>
              <a:t>- Trojan</a:t>
            </a:r>
            <a:endParaRPr b="0" lang="en-US" sz="2800" spc="-1" strike="noStrike">
              <a:latin typeface="Arial"/>
            </a:endParaRPr>
          </a:p>
          <a:p>
            <a:pPr>
              <a:lnSpc>
                <a:spcPct val="90000"/>
              </a:lnSpc>
              <a:spcBef>
                <a:spcPts val="1001"/>
              </a:spcBef>
            </a:pPr>
            <a:r>
              <a:rPr b="0" lang="en-US" sz="2800" spc="-1" strike="noStrike">
                <a:solidFill>
                  <a:srgbClr val="000000"/>
                </a:solidFill>
                <a:latin typeface="Calibri"/>
                <a:ea typeface="DejaVu Sans"/>
              </a:rPr>
              <a:t>     </a:t>
            </a:r>
            <a:r>
              <a:rPr b="0" lang="en-US" sz="2800" spc="-1" strike="noStrike">
                <a:solidFill>
                  <a:srgbClr val="000000"/>
                </a:solidFill>
                <a:latin typeface="Calibri"/>
                <a:ea typeface="DejaVu Sans"/>
              </a:rPr>
              <a:t>- Spyware</a:t>
            </a:r>
            <a:endParaRPr b="0" lang="en-US" sz="2800" spc="-1" strike="noStrike">
              <a:latin typeface="Arial"/>
            </a:endParaRPr>
          </a:p>
          <a:p>
            <a:pPr>
              <a:lnSpc>
                <a:spcPct val="90000"/>
              </a:lnSpc>
              <a:spcBef>
                <a:spcPts val="1001"/>
              </a:spcBef>
            </a:pPr>
            <a:r>
              <a:rPr b="0" lang="en-US" sz="2800" spc="-1" strike="noStrike">
                <a:solidFill>
                  <a:srgbClr val="000000"/>
                </a:solidFill>
                <a:latin typeface="Calibri"/>
                <a:ea typeface="DejaVu Sans"/>
              </a:rPr>
              <a:t>     </a:t>
            </a:r>
            <a:r>
              <a:rPr b="0" lang="en-US" sz="2800" spc="-1" strike="noStrike">
                <a:solidFill>
                  <a:srgbClr val="000000"/>
                </a:solidFill>
                <a:latin typeface="Calibri"/>
                <a:ea typeface="DejaVu Sans"/>
              </a:rPr>
              <a:t>- Ransomware</a:t>
            </a:r>
            <a:endParaRPr b="0" lang="en-US" sz="2800" spc="-1" strike="noStrike">
              <a:latin typeface="Arial"/>
            </a:endParaRPr>
          </a:p>
          <a:p>
            <a:pPr>
              <a:lnSpc>
                <a:spcPct val="90000"/>
              </a:lnSpc>
              <a:spcBef>
                <a:spcPts val="1001"/>
              </a:spcBef>
            </a:pPr>
            <a:r>
              <a:rPr b="0" lang="en-US" sz="2800" spc="-1" strike="noStrike">
                <a:solidFill>
                  <a:srgbClr val="000000"/>
                </a:solidFill>
                <a:latin typeface="Calibri"/>
                <a:ea typeface="DejaVu Sans"/>
              </a:rPr>
              <a:t>      </a:t>
            </a:r>
            <a:endParaRPr b="0" lang="en-US" sz="2800" spc="-1" strike="noStrike">
              <a:latin typeface="Arial"/>
            </a:endParaRPr>
          </a:p>
          <a:p>
            <a:pPr>
              <a:lnSpc>
                <a:spcPct val="90000"/>
              </a:lnSpc>
              <a:spcBef>
                <a:spcPts val="1001"/>
              </a:spcBef>
            </a:pPr>
            <a:r>
              <a:rPr b="0" lang="en-US" sz="2800" spc="-1" strike="noStrike">
                <a:solidFill>
                  <a:srgbClr val="000000"/>
                </a:solidFill>
                <a:latin typeface="Calibri"/>
                <a:ea typeface="DejaVu Sans"/>
              </a:rPr>
              <a:t>     </a:t>
            </a:r>
            <a:r>
              <a:rPr b="0" lang="en-US" sz="2800" spc="-1" strike="noStrike">
                <a:solidFill>
                  <a:srgbClr val="000000"/>
                </a:solidFill>
                <a:latin typeface="Calibri"/>
                <a:ea typeface="DejaVu Sans"/>
              </a:rPr>
              <a:t>-intends to damage the target system with malicious intent</a:t>
            </a:r>
            <a:endParaRPr b="0" lang="en-US" sz="2800" spc="-1" strike="noStrike">
              <a:latin typeface="Arial"/>
            </a:endParaRPr>
          </a:p>
        </p:txBody>
      </p:sp>
      <p:pic>
        <p:nvPicPr>
          <p:cNvPr id="112" name="Picture 3" descr=""/>
          <p:cNvPicPr/>
          <p:nvPr/>
        </p:nvPicPr>
        <p:blipFill>
          <a:blip r:embed="rId1"/>
          <a:srcRect l="-4856" t="17234" r="4856" b="21958"/>
          <a:stretch/>
        </p:blipFill>
        <p:spPr>
          <a:xfrm>
            <a:off x="10883880" y="0"/>
            <a:ext cx="1306800" cy="793800"/>
          </a:xfrm>
          <a:prstGeom prst="rect">
            <a:avLst/>
          </a:prstGeom>
          <a:ln>
            <a:noFill/>
          </a:ln>
        </p:spPr>
      </p:pic>
      <p:pic>
        <p:nvPicPr>
          <p:cNvPr id="113" name="Picture 4" descr=""/>
          <p:cNvPicPr/>
          <p:nvPr/>
        </p:nvPicPr>
        <p:blipFill>
          <a:blip r:embed="rId2"/>
          <a:stretch/>
        </p:blipFill>
        <p:spPr>
          <a:xfrm>
            <a:off x="7873920" y="80280"/>
            <a:ext cx="3008520" cy="633600"/>
          </a:xfrm>
          <a:prstGeom prst="rect">
            <a:avLst/>
          </a:prstGeom>
          <a:ln>
            <a:noFill/>
          </a:ln>
        </p:spPr>
      </p:pic>
    </p:spTree>
  </p:cSld>
  <p:timing>
    <p:tnLst>
      <p:par>
        <p:cTn id="59" dur="indefinite" restart="never" nodeType="tmRoot">
          <p:childTnLst>
            <p:seq>
              <p:cTn id="60" dur="indefinite" nodeType="mainSeq">
                <p:childTnLst>
                  <p:par>
                    <p:cTn id="61" fill="hold">
                      <p:stCondLst>
                        <p:cond delay="indefinite"/>
                      </p:stCondLst>
                      <p:childTnLst>
                        <p:par>
                          <p:cTn id="62" fill="hold">
                            <p:stCondLst>
                              <p:cond delay="0"/>
                            </p:stCondLst>
                            <p:childTnLst>
                              <p:par>
                                <p:cTn id="63" nodeType="clickEffect" fill="hold" presetClass="entr" presetID="1">
                                  <p:stCondLst>
                                    <p:cond delay="0"/>
                                  </p:stCondLst>
                                  <p:childTnLst>
                                    <p:set>
                                      <p:cBhvr>
                                        <p:cTn id="64" dur="1" fill="hold">
                                          <p:stCondLst>
                                            <p:cond delay="0"/>
                                          </p:stCondLst>
                                        </p:cTn>
                                        <p:tgtEl>
                                          <p:spTgt spid="111">
                                            <p:txEl>
                                              <p:pRg st="0" end="0"/>
                                            </p:txEl>
                                          </p:spTgt>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CustomShape 1"/>
          <p:cNvSpPr/>
          <p:nvPr/>
        </p:nvSpPr>
        <p:spPr>
          <a:xfrm>
            <a:off x="838080" y="365040"/>
            <a:ext cx="10514160" cy="1324080"/>
          </a:xfrm>
          <a:prstGeom prst="rect">
            <a:avLst/>
          </a:prstGeom>
          <a:noFill/>
          <a:ln>
            <a:noFill/>
          </a:ln>
        </p:spPr>
        <p:style>
          <a:lnRef idx="0"/>
          <a:fillRef idx="0"/>
          <a:effectRef idx="0"/>
          <a:fontRef idx="minor"/>
        </p:style>
        <p:txBody>
          <a:bodyPr lIns="90000" rIns="90000" tIns="45000" bIns="45000" anchor="ctr"/>
          <a:p>
            <a:pPr>
              <a:lnSpc>
                <a:spcPct val="90000"/>
              </a:lnSpc>
            </a:pPr>
            <a:r>
              <a:rPr b="1" lang="en-US" sz="4400" spc="-1" strike="noStrike">
                <a:solidFill>
                  <a:srgbClr val="000000"/>
                </a:solidFill>
                <a:latin typeface="Calibri Light"/>
                <a:ea typeface="DejaVu Sans"/>
              </a:rPr>
              <a:t>Mitigation techniques</a:t>
            </a:r>
            <a:endParaRPr b="0" lang="en-US" sz="4400" spc="-1" strike="noStrike">
              <a:latin typeface="Arial"/>
            </a:endParaRPr>
          </a:p>
        </p:txBody>
      </p:sp>
      <p:sp>
        <p:nvSpPr>
          <p:cNvPr id="115" name="CustomShape 2"/>
          <p:cNvSpPr/>
          <p:nvPr/>
        </p:nvSpPr>
        <p:spPr>
          <a:xfrm>
            <a:off x="838080" y="1825560"/>
            <a:ext cx="10704600" cy="4665960"/>
          </a:xfrm>
          <a:prstGeom prst="rect">
            <a:avLst/>
          </a:prstGeom>
          <a:noFill/>
          <a:ln>
            <a:noFill/>
          </a:ln>
        </p:spPr>
        <p:style>
          <a:lnRef idx="0"/>
          <a:fillRef idx="0"/>
          <a:effectRef idx="0"/>
          <a:fontRef idx="minor"/>
        </p:style>
        <p:txBody>
          <a:bodyPr lIns="90000" rIns="90000" tIns="45000" bIns="45000">
            <a:normAutofit/>
          </a:bodyPr>
          <a:p>
            <a:pPr marL="514440" indent="-513000">
              <a:lnSpc>
                <a:spcPct val="90000"/>
              </a:lnSpc>
              <a:spcBef>
                <a:spcPts val="1001"/>
              </a:spcBef>
              <a:buClr>
                <a:srgbClr val="000000"/>
              </a:buClr>
              <a:buFont typeface="Calibri Light"/>
              <a:buAutoNum type="arabicPeriod"/>
            </a:pPr>
            <a:r>
              <a:rPr b="0" lang="en-US" sz="2800" spc="-1" strike="noStrike">
                <a:solidFill>
                  <a:srgbClr val="000000"/>
                </a:solidFill>
                <a:latin typeface="Calibri"/>
                <a:ea typeface="DejaVu Sans"/>
              </a:rPr>
              <a:t>Policies and procedures</a:t>
            </a:r>
            <a:endParaRPr b="0" lang="en-US" sz="2800" spc="-1" strike="noStrike">
              <a:latin typeface="Arial"/>
            </a:endParaRPr>
          </a:p>
          <a:p>
            <a:pPr>
              <a:lnSpc>
                <a:spcPct val="90000"/>
              </a:lnSpc>
              <a:spcBef>
                <a:spcPts val="1001"/>
              </a:spcBef>
            </a:pPr>
            <a:endParaRPr b="0" lang="en-US" sz="2800" spc="-1" strike="noStrike">
              <a:latin typeface="Arial"/>
            </a:endParaRPr>
          </a:p>
          <a:p>
            <a:pPr marL="514440" indent="-513000">
              <a:lnSpc>
                <a:spcPct val="90000"/>
              </a:lnSpc>
              <a:spcBef>
                <a:spcPts val="1001"/>
              </a:spcBef>
              <a:buClr>
                <a:srgbClr val="000000"/>
              </a:buClr>
              <a:buFont typeface="Calibri Light"/>
              <a:buAutoNum type="arabicPeriod"/>
            </a:pPr>
            <a:r>
              <a:rPr b="0" lang="en-US" sz="2800" spc="-1" strike="noStrike">
                <a:solidFill>
                  <a:srgbClr val="000000"/>
                </a:solidFill>
                <a:latin typeface="Calibri"/>
                <a:ea typeface="DejaVu Sans"/>
              </a:rPr>
              <a:t>User training </a:t>
            </a:r>
            <a:endParaRPr b="0" lang="en-US" sz="2800" spc="-1" strike="noStrike">
              <a:latin typeface="Arial"/>
            </a:endParaRPr>
          </a:p>
          <a:p>
            <a:pPr>
              <a:lnSpc>
                <a:spcPct val="90000"/>
              </a:lnSpc>
              <a:spcBef>
                <a:spcPts val="1001"/>
              </a:spcBef>
            </a:pPr>
            <a:endParaRPr b="0" lang="en-US" sz="2800" spc="-1" strike="noStrike">
              <a:latin typeface="Arial"/>
            </a:endParaRPr>
          </a:p>
          <a:p>
            <a:pPr marL="514440" indent="-513000">
              <a:lnSpc>
                <a:spcPct val="90000"/>
              </a:lnSpc>
              <a:spcBef>
                <a:spcPts val="1001"/>
              </a:spcBef>
              <a:buClr>
                <a:srgbClr val="000000"/>
              </a:buClr>
              <a:buFont typeface="Calibri Light"/>
              <a:buAutoNum type="arabicPeriod"/>
            </a:pPr>
            <a:r>
              <a:rPr b="0" lang="en-US" sz="2800" spc="-1" strike="noStrike">
                <a:solidFill>
                  <a:srgbClr val="000000"/>
                </a:solidFill>
                <a:latin typeface="Calibri"/>
                <a:ea typeface="DejaVu Sans"/>
              </a:rPr>
              <a:t>Patches and updates</a:t>
            </a:r>
            <a:endParaRPr b="0" lang="en-US" sz="2800" spc="-1" strike="noStrike">
              <a:latin typeface="Arial"/>
            </a:endParaRPr>
          </a:p>
        </p:txBody>
      </p:sp>
      <p:pic>
        <p:nvPicPr>
          <p:cNvPr id="116" name="Picture 3" descr=""/>
          <p:cNvPicPr/>
          <p:nvPr/>
        </p:nvPicPr>
        <p:blipFill>
          <a:blip r:embed="rId1"/>
          <a:srcRect l="-4856" t="17234" r="4856" b="21958"/>
          <a:stretch/>
        </p:blipFill>
        <p:spPr>
          <a:xfrm>
            <a:off x="10883880" y="0"/>
            <a:ext cx="1306800" cy="793800"/>
          </a:xfrm>
          <a:prstGeom prst="rect">
            <a:avLst/>
          </a:prstGeom>
          <a:ln>
            <a:noFill/>
          </a:ln>
        </p:spPr>
      </p:pic>
      <p:pic>
        <p:nvPicPr>
          <p:cNvPr id="117" name="Picture 4" descr=""/>
          <p:cNvPicPr/>
          <p:nvPr/>
        </p:nvPicPr>
        <p:blipFill>
          <a:blip r:embed="rId2"/>
          <a:stretch/>
        </p:blipFill>
        <p:spPr>
          <a:xfrm>
            <a:off x="7873920" y="80280"/>
            <a:ext cx="3008520" cy="633600"/>
          </a:xfrm>
          <a:prstGeom prst="rect">
            <a:avLst/>
          </a:prstGeom>
          <a:ln>
            <a:noFill/>
          </a:ln>
        </p:spPr>
      </p:pic>
    </p:spTree>
  </p:cSld>
  <p:timing>
    <p:tnLst>
      <p:par>
        <p:cTn id="65" dur="indefinite" restart="never" nodeType="tmRoot">
          <p:childTnLst>
            <p:seq>
              <p:cTn id="66" dur="indefinite" nodeType="mainSeq">
                <p:childTnLst>
                  <p:par>
                    <p:cTn id="67" fill="hold">
                      <p:stCondLst>
                        <p:cond delay="indefinite"/>
                      </p:stCondLst>
                      <p:childTnLst>
                        <p:par>
                          <p:cTn id="68" fill="hold">
                            <p:stCondLst>
                              <p:cond delay="0"/>
                            </p:stCondLst>
                            <p:childTnLst>
                              <p:par>
                                <p:cTn id="69" nodeType="clickEffect" fill="hold" presetClass="entr" presetID="1">
                                  <p:stCondLst>
                                    <p:cond delay="0"/>
                                  </p:stCondLst>
                                  <p:childTnLst>
                                    <p:set>
                                      <p:cBhvr>
                                        <p:cTn id="70" dur="1" fill="hold">
                                          <p:stCondLst>
                                            <p:cond delay="0"/>
                                          </p:stCondLst>
                                        </p:cTn>
                                        <p:tgtEl>
                                          <p:spTgt spid="115">
                                            <p:txEl>
                                              <p:pRg st="0" end="0"/>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nodeType="clickEffect" fill="hold" presetClass="entr" presetID="1">
                                  <p:stCondLst>
                                    <p:cond delay="0"/>
                                  </p:stCondLst>
                                  <p:childTnLst>
                                    <p:set>
                                      <p:cBhvr>
                                        <p:cTn id="74" dur="1" fill="hold">
                                          <p:stCondLst>
                                            <p:cond delay="0"/>
                                          </p:stCondLst>
                                        </p:cTn>
                                        <p:tgtEl>
                                          <p:spTgt spid="115">
                                            <p:txEl>
                                              <p:pRg st="2" end="2"/>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nodeType="clickEffect" fill="hold" presetClass="entr" presetID="1">
                                  <p:stCondLst>
                                    <p:cond delay="0"/>
                                  </p:stCondLst>
                                  <p:childTnLst>
                                    <p:set>
                                      <p:cBhvr>
                                        <p:cTn id="78" dur="1" fill="hold">
                                          <p:stCondLst>
                                            <p:cond delay="0"/>
                                          </p:stCondLst>
                                        </p:cTn>
                                        <p:tgtEl>
                                          <p:spTgt spid="115">
                                            <p:txEl>
                                              <p:pRg st="4" end="4"/>
                                            </p:txEl>
                                          </p:spTgt>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CustomShape 1"/>
          <p:cNvSpPr/>
          <p:nvPr/>
        </p:nvSpPr>
        <p:spPr>
          <a:xfrm>
            <a:off x="558360" y="782640"/>
            <a:ext cx="10704600" cy="1324080"/>
          </a:xfrm>
          <a:prstGeom prst="rect">
            <a:avLst/>
          </a:prstGeom>
          <a:noFill/>
          <a:ln>
            <a:noFill/>
          </a:ln>
        </p:spPr>
        <p:style>
          <a:lnRef idx="0"/>
          <a:fillRef idx="0"/>
          <a:effectRef idx="0"/>
          <a:fontRef idx="minor"/>
        </p:style>
        <p:txBody>
          <a:bodyPr lIns="90000" rIns="90000" tIns="45000" bIns="45000" anchor="ctr">
            <a:normAutofit/>
          </a:bodyPr>
          <a:p>
            <a:pPr>
              <a:lnSpc>
                <a:spcPct val="90000"/>
              </a:lnSpc>
            </a:pPr>
            <a:r>
              <a:rPr b="1" lang="en-US" sz="4400" spc="-1" strike="noStrike">
                <a:solidFill>
                  <a:srgbClr val="000000"/>
                </a:solidFill>
                <a:latin typeface="Calibri Light"/>
                <a:ea typeface="DejaVu Sans"/>
              </a:rPr>
              <a:t>Recognizing security threats and vulnerabilities</a:t>
            </a:r>
            <a:endParaRPr b="0" lang="en-US" sz="4400" spc="-1" strike="noStrike">
              <a:latin typeface="Arial"/>
            </a:endParaRPr>
          </a:p>
        </p:txBody>
      </p:sp>
      <p:sp>
        <p:nvSpPr>
          <p:cNvPr id="119" name="CustomShape 2"/>
          <p:cNvSpPr/>
          <p:nvPr/>
        </p:nvSpPr>
        <p:spPr>
          <a:xfrm>
            <a:off x="838080" y="2286000"/>
            <a:ext cx="10704600" cy="4205520"/>
          </a:xfrm>
          <a:prstGeom prst="rect">
            <a:avLst/>
          </a:prstGeom>
          <a:noFill/>
          <a:ln>
            <a:noFill/>
          </a:ln>
        </p:spPr>
        <p:style>
          <a:lnRef idx="0"/>
          <a:fillRef idx="0"/>
          <a:effectRef idx="0"/>
          <a:fontRef idx="minor"/>
        </p:style>
        <p:txBody>
          <a:bodyPr lIns="90000" rIns="90000" tIns="45000" bIns="45000">
            <a:normAutofit/>
          </a:bodyPr>
          <a:p>
            <a:pPr marL="228600" indent="-227160">
              <a:lnSpc>
                <a:spcPct val="90000"/>
              </a:lnSpc>
              <a:spcBef>
                <a:spcPts val="1001"/>
              </a:spcBef>
              <a:buClr>
                <a:srgbClr val="000000"/>
              </a:buClr>
              <a:buFont typeface="Arial"/>
              <a:buChar char="•"/>
            </a:pPr>
            <a:r>
              <a:rPr b="1" lang="en-US" sz="3200" spc="-1" strike="noStrike">
                <a:solidFill>
                  <a:srgbClr val="000000"/>
                </a:solidFill>
                <a:latin typeface="Calibri"/>
                <a:ea typeface="DejaVu Sans"/>
              </a:rPr>
              <a:t>Understand common attacks</a:t>
            </a:r>
            <a:endParaRPr b="0" lang="en-US" sz="3200" spc="-1" strike="noStrike">
              <a:latin typeface="Arial"/>
            </a:endParaRPr>
          </a:p>
          <a:p>
            <a:pPr>
              <a:lnSpc>
                <a:spcPct val="90000"/>
              </a:lnSpc>
              <a:spcBef>
                <a:spcPts val="1001"/>
              </a:spcBef>
            </a:pPr>
            <a:endParaRPr b="0" lang="en-US" sz="3200" spc="-1" strike="noStrike">
              <a:latin typeface="Arial"/>
            </a:endParaRPr>
          </a:p>
          <a:p>
            <a:pPr marL="228600" indent="-227160">
              <a:lnSpc>
                <a:spcPct val="90000"/>
              </a:lnSpc>
              <a:spcBef>
                <a:spcPts val="1001"/>
              </a:spcBef>
              <a:buClr>
                <a:srgbClr val="000000"/>
              </a:buClr>
              <a:buFont typeface="Arial"/>
              <a:buChar char="•"/>
            </a:pPr>
            <a:r>
              <a:rPr b="1" lang="en-US" sz="3200" spc="-1" strike="noStrike">
                <a:solidFill>
                  <a:srgbClr val="000000"/>
                </a:solidFill>
                <a:latin typeface="Calibri"/>
                <a:ea typeface="DejaVu Sans"/>
              </a:rPr>
              <a:t>Inventory your vulnerabilities</a:t>
            </a:r>
            <a:endParaRPr b="0" lang="en-US" sz="3200" spc="-1" strike="noStrike">
              <a:latin typeface="Arial"/>
            </a:endParaRPr>
          </a:p>
          <a:p>
            <a:pPr>
              <a:lnSpc>
                <a:spcPct val="90000"/>
              </a:lnSpc>
              <a:spcBef>
                <a:spcPts val="1001"/>
              </a:spcBef>
            </a:pPr>
            <a:endParaRPr b="0" lang="en-US" sz="3200" spc="-1" strike="noStrike">
              <a:latin typeface="Arial"/>
            </a:endParaRPr>
          </a:p>
          <a:p>
            <a:pPr marL="228600" indent="-227160">
              <a:lnSpc>
                <a:spcPct val="90000"/>
              </a:lnSpc>
              <a:spcBef>
                <a:spcPts val="1001"/>
              </a:spcBef>
              <a:buClr>
                <a:srgbClr val="000000"/>
              </a:buClr>
              <a:buFont typeface="Arial"/>
              <a:buChar char="•"/>
            </a:pPr>
            <a:r>
              <a:rPr b="1" lang="en-US" sz="3200" spc="-1" strike="noStrike">
                <a:solidFill>
                  <a:srgbClr val="000000"/>
                </a:solidFill>
                <a:latin typeface="Calibri"/>
                <a:ea typeface="DejaVu Sans"/>
              </a:rPr>
              <a:t>Use vulnerability scanning tools</a:t>
            </a:r>
            <a:endParaRPr b="0" lang="en-US" sz="3200" spc="-1" strike="noStrike">
              <a:latin typeface="Arial"/>
            </a:endParaRPr>
          </a:p>
          <a:p>
            <a:pPr>
              <a:lnSpc>
                <a:spcPct val="90000"/>
              </a:lnSpc>
              <a:spcBef>
                <a:spcPts val="1001"/>
              </a:spcBef>
            </a:pPr>
            <a:endParaRPr b="0" lang="en-US" sz="3200" spc="-1" strike="noStrike">
              <a:latin typeface="Arial"/>
            </a:endParaRPr>
          </a:p>
          <a:p>
            <a:pPr marL="228600" indent="-227160">
              <a:lnSpc>
                <a:spcPct val="90000"/>
              </a:lnSpc>
              <a:spcBef>
                <a:spcPts val="1001"/>
              </a:spcBef>
              <a:buClr>
                <a:srgbClr val="000000"/>
              </a:buClr>
              <a:buFont typeface="Arial"/>
              <a:buChar char="•"/>
            </a:pPr>
            <a:r>
              <a:rPr b="1" lang="en-US" sz="3200" spc="-1" strike="noStrike">
                <a:solidFill>
                  <a:srgbClr val="000000"/>
                </a:solidFill>
                <a:latin typeface="Calibri"/>
                <a:ea typeface="DejaVu Sans"/>
              </a:rPr>
              <a:t>Assess the risks</a:t>
            </a:r>
            <a:endParaRPr b="0" lang="en-US" sz="3200" spc="-1" strike="noStrike">
              <a:latin typeface="Arial"/>
            </a:endParaRPr>
          </a:p>
        </p:txBody>
      </p:sp>
      <p:pic>
        <p:nvPicPr>
          <p:cNvPr id="120" name="Picture 3" descr=""/>
          <p:cNvPicPr/>
          <p:nvPr/>
        </p:nvPicPr>
        <p:blipFill>
          <a:blip r:embed="rId1"/>
          <a:srcRect l="-4856" t="17234" r="4856" b="21958"/>
          <a:stretch/>
        </p:blipFill>
        <p:spPr>
          <a:xfrm>
            <a:off x="10883880" y="0"/>
            <a:ext cx="1306800" cy="793800"/>
          </a:xfrm>
          <a:prstGeom prst="rect">
            <a:avLst/>
          </a:prstGeom>
          <a:ln>
            <a:noFill/>
          </a:ln>
        </p:spPr>
      </p:pic>
      <p:pic>
        <p:nvPicPr>
          <p:cNvPr id="121" name="Picture 4" descr=""/>
          <p:cNvPicPr/>
          <p:nvPr/>
        </p:nvPicPr>
        <p:blipFill>
          <a:blip r:embed="rId2"/>
          <a:stretch/>
        </p:blipFill>
        <p:spPr>
          <a:xfrm>
            <a:off x="7873920" y="80280"/>
            <a:ext cx="3008520" cy="633600"/>
          </a:xfrm>
          <a:prstGeom prst="rect">
            <a:avLst/>
          </a:prstGeom>
          <a:ln>
            <a:noFill/>
          </a:ln>
        </p:spPr>
      </p:pic>
    </p:spTree>
  </p:cSld>
  <p:timing>
    <p:tnLst>
      <p:par>
        <p:cTn id="79" dur="indefinite" restart="never" nodeType="tmRoot">
          <p:childTnLst>
            <p:seq>
              <p:cTn id="80" dur="indefinite" nodeType="mainSeq">
                <p:childTnLst>
                  <p:par>
                    <p:cTn id="81" fill="hold">
                      <p:stCondLst>
                        <p:cond delay="indefinite"/>
                      </p:stCondLst>
                      <p:childTnLst>
                        <p:par>
                          <p:cTn id="82" fill="hold">
                            <p:stCondLst>
                              <p:cond delay="0"/>
                            </p:stCondLst>
                            <p:childTnLst>
                              <p:par>
                                <p:cTn id="83" nodeType="clickEffect" fill="hold" presetClass="entr" presetID="1">
                                  <p:stCondLst>
                                    <p:cond delay="0"/>
                                  </p:stCondLst>
                                  <p:childTnLst>
                                    <p:set>
                                      <p:cBhvr>
                                        <p:cTn id="84" dur="1" fill="hold">
                                          <p:stCondLst>
                                            <p:cond delay="0"/>
                                          </p:stCondLst>
                                        </p:cTn>
                                        <p:tgtEl>
                                          <p:spTgt spid="119">
                                            <p:txEl>
                                              <p:pRg st="0" end="0"/>
                                            </p:txEl>
                                          </p:spTgt>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nodeType="clickEffect" fill="hold" presetClass="entr" presetID="1">
                                  <p:stCondLst>
                                    <p:cond delay="0"/>
                                  </p:stCondLst>
                                  <p:childTnLst>
                                    <p:set>
                                      <p:cBhvr>
                                        <p:cTn id="88" dur="1" fill="hold">
                                          <p:stCondLst>
                                            <p:cond delay="0"/>
                                          </p:stCondLst>
                                        </p:cTn>
                                        <p:tgtEl>
                                          <p:spTgt spid="119">
                                            <p:txEl>
                                              <p:pRg st="2" end="2"/>
                                            </p:txEl>
                                          </p:spTgt>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nodeType="clickEffect" fill="hold" presetClass="entr" presetID="1">
                                  <p:stCondLst>
                                    <p:cond delay="0"/>
                                  </p:stCondLst>
                                  <p:childTnLst>
                                    <p:set>
                                      <p:cBhvr>
                                        <p:cTn id="92" dur="1" fill="hold">
                                          <p:stCondLst>
                                            <p:cond delay="0"/>
                                          </p:stCondLst>
                                        </p:cTn>
                                        <p:tgtEl>
                                          <p:spTgt spid="119">
                                            <p:txEl>
                                              <p:pRg st="4" end="4"/>
                                            </p:txEl>
                                          </p:spTgt>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nodeType="clickEffect" fill="hold" presetClass="entr" presetID="1">
                                  <p:stCondLst>
                                    <p:cond delay="0"/>
                                  </p:stCondLst>
                                  <p:childTnLst>
                                    <p:set>
                                      <p:cBhvr>
                                        <p:cTn id="96" dur="1" fill="hold">
                                          <p:stCondLst>
                                            <p:cond delay="0"/>
                                          </p:stCondLst>
                                        </p:cTn>
                                        <p:tgtEl>
                                          <p:spTgt spid="119">
                                            <p:txEl>
                                              <p:pRg st="6" end="6"/>
                                            </p:txEl>
                                          </p:spTgt>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 name="CustomShape 1"/>
          <p:cNvSpPr/>
          <p:nvPr/>
        </p:nvSpPr>
        <p:spPr>
          <a:xfrm>
            <a:off x="838080" y="365040"/>
            <a:ext cx="10514160" cy="1324080"/>
          </a:xfrm>
          <a:prstGeom prst="rect">
            <a:avLst/>
          </a:prstGeom>
          <a:noFill/>
          <a:ln>
            <a:noFill/>
          </a:ln>
        </p:spPr>
        <p:style>
          <a:lnRef idx="0"/>
          <a:fillRef idx="0"/>
          <a:effectRef idx="0"/>
          <a:fontRef idx="minor"/>
        </p:style>
        <p:txBody>
          <a:bodyPr lIns="90000" rIns="90000" tIns="45000" bIns="45000" anchor="ctr"/>
          <a:p>
            <a:pPr>
              <a:lnSpc>
                <a:spcPct val="90000"/>
              </a:lnSpc>
            </a:pPr>
            <a:r>
              <a:rPr b="1" lang="en-US" sz="4400" spc="-1" strike="noStrike">
                <a:solidFill>
                  <a:srgbClr val="000000"/>
                </a:solidFill>
                <a:latin typeface="Calibri Light"/>
                <a:ea typeface="DejaVu Sans"/>
              </a:rPr>
              <a:t>CIA triad </a:t>
            </a:r>
            <a:endParaRPr b="0" lang="en-US" sz="4400" spc="-1" strike="noStrike">
              <a:latin typeface="Arial"/>
            </a:endParaRPr>
          </a:p>
        </p:txBody>
      </p:sp>
      <p:sp>
        <p:nvSpPr>
          <p:cNvPr id="123" name="CustomShape 2"/>
          <p:cNvSpPr/>
          <p:nvPr/>
        </p:nvSpPr>
        <p:spPr>
          <a:xfrm>
            <a:off x="1771560" y="1080360"/>
            <a:ext cx="8266320" cy="5261760"/>
          </a:xfrm>
          <a:prstGeom prst="rect">
            <a:avLst/>
          </a:prstGeom>
          <a:noFill/>
          <a:ln>
            <a:noFill/>
          </a:ln>
        </p:spPr>
        <p:style>
          <a:lnRef idx="0"/>
          <a:fillRef idx="0"/>
          <a:effectRef idx="0"/>
          <a:fontRef idx="minor"/>
        </p:style>
        <p:txBody>
          <a:bodyPr lIns="90000" rIns="90000" tIns="45000" bIns="45000">
            <a:normAutofit/>
          </a:bodyPr>
          <a:p>
            <a:pPr>
              <a:lnSpc>
                <a:spcPct val="90000"/>
              </a:lnSpc>
              <a:spcBef>
                <a:spcPts val="1001"/>
              </a:spcBef>
            </a:pPr>
            <a:endParaRPr b="0" lang="en-US" sz="1800" spc="-1" strike="noStrike">
              <a:latin typeface="Arial"/>
            </a:endParaRPr>
          </a:p>
          <a:p>
            <a:pPr marL="457200">
              <a:lnSpc>
                <a:spcPct val="90000"/>
              </a:lnSpc>
              <a:spcBef>
                <a:spcPts val="499"/>
              </a:spcBef>
            </a:pPr>
            <a:endParaRPr b="0" lang="en-US" sz="1800" spc="-1" strike="noStrike">
              <a:latin typeface="Arial"/>
            </a:endParaRPr>
          </a:p>
          <a:p>
            <a:pPr marL="457200">
              <a:lnSpc>
                <a:spcPct val="100000"/>
              </a:lnSpc>
            </a:pPr>
            <a:endParaRPr b="0" lang="en-US" sz="1800" spc="-1" strike="noStrike">
              <a:latin typeface="Arial"/>
            </a:endParaRPr>
          </a:p>
        </p:txBody>
      </p:sp>
      <p:pic>
        <p:nvPicPr>
          <p:cNvPr id="124" name="Picture 5" descr=""/>
          <p:cNvPicPr/>
          <p:nvPr/>
        </p:nvPicPr>
        <p:blipFill>
          <a:blip r:embed="rId1"/>
          <a:srcRect l="-4856" t="17234" r="4856" b="21958"/>
          <a:stretch/>
        </p:blipFill>
        <p:spPr>
          <a:xfrm>
            <a:off x="10883880" y="0"/>
            <a:ext cx="1306800" cy="793800"/>
          </a:xfrm>
          <a:prstGeom prst="rect">
            <a:avLst/>
          </a:prstGeom>
          <a:ln>
            <a:noFill/>
          </a:ln>
        </p:spPr>
      </p:pic>
      <p:pic>
        <p:nvPicPr>
          <p:cNvPr id="125" name="Picture 6" descr=""/>
          <p:cNvPicPr/>
          <p:nvPr/>
        </p:nvPicPr>
        <p:blipFill>
          <a:blip r:embed="rId2"/>
          <a:stretch/>
        </p:blipFill>
        <p:spPr>
          <a:xfrm>
            <a:off x="7873920" y="80280"/>
            <a:ext cx="3008520" cy="633600"/>
          </a:xfrm>
          <a:prstGeom prst="rect">
            <a:avLst/>
          </a:prstGeom>
          <a:ln>
            <a:noFill/>
          </a:ln>
        </p:spPr>
      </p:pic>
      <p:pic>
        <p:nvPicPr>
          <p:cNvPr id="126" name="Picture 7" descr=""/>
          <p:cNvPicPr/>
          <p:nvPr/>
        </p:nvPicPr>
        <p:blipFill>
          <a:blip r:embed="rId3"/>
          <a:stretch/>
        </p:blipFill>
        <p:spPr>
          <a:xfrm>
            <a:off x="3568320" y="1721880"/>
            <a:ext cx="6067800" cy="4769280"/>
          </a:xfrm>
          <a:prstGeom prst="rect">
            <a:avLst/>
          </a:prstGeom>
          <a:ln>
            <a:noFill/>
          </a:ln>
        </p:spPr>
      </p:pic>
    </p:spTree>
  </p:cSld>
  <p:timing>
    <p:tnLst>
      <p:par>
        <p:cTn id="97" dur="indefinite" restart="never" nodeType="tmRoot">
          <p:childTnLst>
            <p:seq>
              <p:cTn id="98" dur="indefinite" nodeType="mainSeq"/>
              <p:prevCondLst>
                <p:cond delay="0" evt="onPrev">
                  <p:tgtEl>
                    <p:sldTgt/>
                  </p:tgtEl>
                </p:cond>
              </p:prevCondLst>
              <p:nextCondLst>
                <p:cond delay="0"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 name="CustomShape 1"/>
          <p:cNvSpPr/>
          <p:nvPr/>
        </p:nvSpPr>
        <p:spPr>
          <a:xfrm>
            <a:off x="542880" y="88920"/>
            <a:ext cx="10514160" cy="1324080"/>
          </a:xfrm>
          <a:prstGeom prst="rect">
            <a:avLst/>
          </a:prstGeom>
          <a:noFill/>
          <a:ln>
            <a:noFill/>
          </a:ln>
        </p:spPr>
        <p:style>
          <a:lnRef idx="0"/>
          <a:fillRef idx="0"/>
          <a:effectRef idx="0"/>
          <a:fontRef idx="minor"/>
        </p:style>
        <p:txBody>
          <a:bodyPr lIns="90000" rIns="90000" tIns="45000" bIns="45000" anchor="ctr"/>
          <a:p>
            <a:pPr>
              <a:lnSpc>
                <a:spcPct val="90000"/>
              </a:lnSpc>
            </a:pPr>
            <a:r>
              <a:rPr b="1" lang="en-US" sz="4400" spc="-1" strike="noStrike">
                <a:solidFill>
                  <a:srgbClr val="000000"/>
                </a:solidFill>
                <a:latin typeface="Calibri Light"/>
                <a:ea typeface="DejaVu Sans"/>
              </a:rPr>
              <a:t>CIA triad </a:t>
            </a:r>
            <a:endParaRPr b="0" lang="en-US" sz="4400" spc="-1" strike="noStrike">
              <a:latin typeface="Arial"/>
            </a:endParaRPr>
          </a:p>
        </p:txBody>
      </p:sp>
      <p:sp>
        <p:nvSpPr>
          <p:cNvPr id="128" name="CustomShape 2"/>
          <p:cNvSpPr/>
          <p:nvPr/>
        </p:nvSpPr>
        <p:spPr>
          <a:xfrm>
            <a:off x="655920" y="1503720"/>
            <a:ext cx="10792440" cy="5272920"/>
          </a:xfrm>
          <a:prstGeom prst="rect">
            <a:avLst/>
          </a:prstGeom>
          <a:noFill/>
          <a:ln>
            <a:noFill/>
          </a:ln>
        </p:spPr>
        <p:style>
          <a:lnRef idx="0"/>
          <a:fillRef idx="0"/>
          <a:effectRef idx="0"/>
          <a:fontRef idx="minor"/>
        </p:style>
        <p:txBody>
          <a:bodyPr lIns="90000" rIns="90000" tIns="45000" bIns="45000">
            <a:normAutofit/>
          </a:bodyPr>
          <a:p>
            <a:pPr marL="228600" indent="-227160">
              <a:lnSpc>
                <a:spcPct val="90000"/>
              </a:lnSpc>
              <a:spcBef>
                <a:spcPts val="1001"/>
              </a:spcBef>
              <a:buClr>
                <a:srgbClr val="000000"/>
              </a:buClr>
              <a:buFont typeface="Arial"/>
              <a:buChar char="•"/>
            </a:pPr>
            <a:r>
              <a:rPr b="1" i="1" lang="en-US" sz="2800" spc="-1" strike="noStrike">
                <a:solidFill>
                  <a:srgbClr val="000000"/>
                </a:solidFill>
                <a:latin typeface="Calibri"/>
                <a:ea typeface="DejaVu Sans"/>
              </a:rPr>
              <a:t>Confidentiality </a:t>
            </a:r>
            <a:r>
              <a:rPr b="0" lang="en-US" sz="2800" spc="-1" strike="noStrike">
                <a:solidFill>
                  <a:srgbClr val="000000"/>
                </a:solidFill>
                <a:latin typeface="Calibri"/>
                <a:ea typeface="DejaVu Sans"/>
              </a:rPr>
              <a:t>ensures that the necessary level of secrecy is enforced at each junction of data processing and prevents unauthorized disclosure. This level of confidentiality should prevail while data resides on systems and devices within the network, as it is transmitted, and once it reaches its destination.</a:t>
            </a:r>
            <a:endParaRPr b="0" lang="en-US" sz="2800" spc="-1" strike="noStrike">
              <a:latin typeface="Arial"/>
            </a:endParaRPr>
          </a:p>
          <a:p>
            <a:pPr>
              <a:lnSpc>
                <a:spcPct val="90000"/>
              </a:lnSpc>
              <a:spcBef>
                <a:spcPts val="1001"/>
              </a:spcBef>
            </a:pPr>
            <a:endParaRPr b="0" lang="en-US" sz="2800" spc="-1" strike="noStrike">
              <a:latin typeface="Arial"/>
            </a:endParaRPr>
          </a:p>
          <a:p>
            <a:pPr lvl="2" marL="1143000" indent="-227160">
              <a:lnSpc>
                <a:spcPct val="90000"/>
              </a:lnSpc>
              <a:spcBef>
                <a:spcPts val="499"/>
              </a:spcBef>
              <a:buClr>
                <a:srgbClr val="000000"/>
              </a:buClr>
              <a:buFont typeface="Arial"/>
              <a:buChar char="•"/>
            </a:pPr>
            <a:r>
              <a:rPr b="0" lang="en-US" sz="2000" spc="-1" strike="noStrike">
                <a:solidFill>
                  <a:srgbClr val="000000"/>
                </a:solidFill>
                <a:latin typeface="Calibri"/>
                <a:ea typeface="DejaVu Sans"/>
              </a:rPr>
              <a:t>Some examples</a:t>
            </a:r>
            <a:endParaRPr b="0" lang="en-US" sz="2000" spc="-1" strike="noStrike">
              <a:latin typeface="Arial"/>
            </a:endParaRPr>
          </a:p>
          <a:p>
            <a:pPr lvl="3" marL="1600200" indent="-227160">
              <a:lnSpc>
                <a:spcPct val="90000"/>
              </a:lnSpc>
              <a:spcBef>
                <a:spcPts val="499"/>
              </a:spcBef>
              <a:buClr>
                <a:srgbClr val="000000"/>
              </a:buClr>
              <a:buFont typeface="Arial"/>
              <a:buChar char="•"/>
            </a:pP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Encryption for data at rest (whole disk, database encryption)</a:t>
            </a:r>
            <a:endParaRPr b="0" lang="en-US" sz="1800" spc="-1" strike="noStrike">
              <a:latin typeface="Arial"/>
            </a:endParaRPr>
          </a:p>
          <a:p>
            <a:pPr lvl="3" marL="1600200" indent="-227160">
              <a:lnSpc>
                <a:spcPct val="90000"/>
              </a:lnSpc>
              <a:spcBef>
                <a:spcPts val="499"/>
              </a:spcBef>
              <a:buClr>
                <a:srgbClr val="000000"/>
              </a:buClr>
              <a:buFont typeface="Arial"/>
              <a:buChar char="•"/>
            </a:pPr>
            <a:r>
              <a:rPr b="0" lang="en-US" sz="1800" spc="-1" strike="noStrike">
                <a:solidFill>
                  <a:srgbClr val="000000"/>
                </a:solidFill>
                <a:latin typeface="Calibri"/>
                <a:ea typeface="DejaVu Sans"/>
              </a:rPr>
              <a:t>Encryption for data in transit (IPSec, SSL, PPTP, SSH)</a:t>
            </a:r>
            <a:endParaRPr b="0" lang="en-US" sz="1800" spc="-1" strike="noStrike">
              <a:latin typeface="Arial"/>
            </a:endParaRPr>
          </a:p>
          <a:p>
            <a:pPr>
              <a:lnSpc>
                <a:spcPct val="100000"/>
              </a:lnSpc>
            </a:pPr>
            <a:endParaRPr b="0" lang="en-US" sz="1800" spc="-1" strike="noStrike">
              <a:latin typeface="Arial"/>
            </a:endParaRPr>
          </a:p>
          <a:p>
            <a:pPr marL="457200">
              <a:lnSpc>
                <a:spcPct val="90000"/>
              </a:lnSpc>
              <a:spcBef>
                <a:spcPts val="499"/>
              </a:spcBef>
            </a:pPr>
            <a:endParaRPr b="0" lang="en-US" sz="1800" spc="-1" strike="noStrike">
              <a:latin typeface="Arial"/>
            </a:endParaRPr>
          </a:p>
          <a:p>
            <a:pPr marL="457200">
              <a:lnSpc>
                <a:spcPct val="100000"/>
              </a:lnSpc>
            </a:pPr>
            <a:endParaRPr b="0" lang="en-US" sz="1800" spc="-1" strike="noStrike">
              <a:latin typeface="Arial"/>
            </a:endParaRPr>
          </a:p>
        </p:txBody>
      </p:sp>
      <p:pic>
        <p:nvPicPr>
          <p:cNvPr id="129" name="Picture 3" descr=""/>
          <p:cNvPicPr/>
          <p:nvPr/>
        </p:nvPicPr>
        <p:blipFill>
          <a:blip r:embed="rId1"/>
          <a:srcRect l="-4856" t="17234" r="4856" b="21958"/>
          <a:stretch/>
        </p:blipFill>
        <p:spPr>
          <a:xfrm>
            <a:off x="10883880" y="0"/>
            <a:ext cx="1306800" cy="793800"/>
          </a:xfrm>
          <a:prstGeom prst="rect">
            <a:avLst/>
          </a:prstGeom>
          <a:ln>
            <a:noFill/>
          </a:ln>
        </p:spPr>
      </p:pic>
      <p:pic>
        <p:nvPicPr>
          <p:cNvPr id="130" name="Picture 4" descr=""/>
          <p:cNvPicPr/>
          <p:nvPr/>
        </p:nvPicPr>
        <p:blipFill>
          <a:blip r:embed="rId2"/>
          <a:stretch/>
        </p:blipFill>
        <p:spPr>
          <a:xfrm>
            <a:off x="7873920" y="80280"/>
            <a:ext cx="3008520" cy="633600"/>
          </a:xfrm>
          <a:prstGeom prst="rect">
            <a:avLst/>
          </a:prstGeom>
          <a:ln>
            <a:noFill/>
          </a:ln>
        </p:spPr>
      </p:pic>
    </p:spTree>
  </p:cSld>
  <p:timing>
    <p:tnLst>
      <p:par>
        <p:cTn id="99" dur="indefinite" restart="never" nodeType="tmRoot">
          <p:childTnLst>
            <p:seq>
              <p:cTn id="100" dur="indefinite" nodeType="mainSeq"/>
              <p:prevCondLst>
                <p:cond delay="0" evt="onPrev">
                  <p:tgtEl>
                    <p:sldTgt/>
                  </p:tgtEl>
                </p:cond>
              </p:prevCondLst>
              <p:nextCondLst>
                <p:cond delay="0" evt="onNext">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 name="CustomShape 1"/>
          <p:cNvSpPr/>
          <p:nvPr/>
        </p:nvSpPr>
        <p:spPr>
          <a:xfrm>
            <a:off x="271800" y="92520"/>
            <a:ext cx="10514160" cy="1324080"/>
          </a:xfrm>
          <a:prstGeom prst="rect">
            <a:avLst/>
          </a:prstGeom>
          <a:noFill/>
          <a:ln>
            <a:noFill/>
          </a:ln>
        </p:spPr>
        <p:style>
          <a:lnRef idx="0"/>
          <a:fillRef idx="0"/>
          <a:effectRef idx="0"/>
          <a:fontRef idx="minor"/>
        </p:style>
        <p:txBody>
          <a:bodyPr lIns="90000" rIns="90000" tIns="45000" bIns="45000" anchor="ctr"/>
          <a:p>
            <a:pPr>
              <a:lnSpc>
                <a:spcPct val="90000"/>
              </a:lnSpc>
            </a:pPr>
            <a:r>
              <a:rPr b="1" lang="en-US" sz="4400" spc="-1" strike="noStrike">
                <a:solidFill>
                  <a:srgbClr val="000000"/>
                </a:solidFill>
                <a:latin typeface="Calibri Light"/>
                <a:ea typeface="DejaVu Sans"/>
              </a:rPr>
              <a:t>CIA triad </a:t>
            </a:r>
            <a:endParaRPr b="0" lang="en-US" sz="4400" spc="-1" strike="noStrike">
              <a:latin typeface="Arial"/>
            </a:endParaRPr>
          </a:p>
        </p:txBody>
      </p:sp>
      <p:sp>
        <p:nvSpPr>
          <p:cNvPr id="132" name="CustomShape 2"/>
          <p:cNvSpPr/>
          <p:nvPr/>
        </p:nvSpPr>
        <p:spPr>
          <a:xfrm>
            <a:off x="844920" y="1610280"/>
            <a:ext cx="11050920" cy="5047560"/>
          </a:xfrm>
          <a:prstGeom prst="rect">
            <a:avLst/>
          </a:prstGeom>
          <a:noFill/>
          <a:ln>
            <a:noFill/>
          </a:ln>
        </p:spPr>
        <p:style>
          <a:lnRef idx="0"/>
          <a:fillRef idx="0"/>
          <a:effectRef idx="0"/>
          <a:fontRef idx="minor"/>
        </p:style>
        <p:txBody>
          <a:bodyPr lIns="90000" rIns="90000" tIns="45000" bIns="45000">
            <a:normAutofit/>
          </a:bodyPr>
          <a:p>
            <a:pPr marL="228600" indent="-227160">
              <a:lnSpc>
                <a:spcPct val="90000"/>
              </a:lnSpc>
              <a:spcBef>
                <a:spcPts val="1001"/>
              </a:spcBef>
              <a:buClr>
                <a:srgbClr val="000000"/>
              </a:buClr>
              <a:buFont typeface="Arial"/>
              <a:buChar char="•"/>
            </a:pPr>
            <a:r>
              <a:rPr b="1" i="1" lang="en-US" sz="2800" spc="-1" strike="noStrike">
                <a:solidFill>
                  <a:srgbClr val="000000"/>
                </a:solidFill>
                <a:latin typeface="Calibri"/>
                <a:ea typeface="DejaVu Sans"/>
              </a:rPr>
              <a:t>Integrity </a:t>
            </a:r>
            <a:r>
              <a:rPr b="0" lang="en-US" sz="2800" spc="-1" strike="noStrike">
                <a:solidFill>
                  <a:srgbClr val="000000"/>
                </a:solidFill>
                <a:latin typeface="Calibri"/>
                <a:ea typeface="DejaVu Sans"/>
              </a:rPr>
              <a:t>is upheld when the assurance of the accuracy and reliability of information and systems is provided and any unauthorized modification is prevented.</a:t>
            </a:r>
            <a:endParaRPr b="0" lang="en-US" sz="2800" spc="-1" strike="noStrike">
              <a:latin typeface="Arial"/>
            </a:endParaRPr>
          </a:p>
          <a:p>
            <a:pPr lvl="1" marL="685800" indent="-227160">
              <a:lnSpc>
                <a:spcPct val="90000"/>
              </a:lnSpc>
              <a:spcBef>
                <a:spcPts val="499"/>
              </a:spcBef>
              <a:buClr>
                <a:srgbClr val="000000"/>
              </a:buClr>
              <a:buFont typeface="Arial"/>
              <a:buChar char="•"/>
            </a:pPr>
            <a:r>
              <a:rPr b="0" lang="en-US" sz="2400" spc="-1" strike="noStrike">
                <a:solidFill>
                  <a:srgbClr val="000000"/>
                </a:solidFill>
                <a:latin typeface="Calibri"/>
                <a:ea typeface="DejaVu Sans"/>
              </a:rPr>
              <a:t>For example, a user may insert incorrect values into a data processing application that ends up charging a customer $3,000 instead of $300</a:t>
            </a:r>
            <a:endParaRPr b="0" lang="en-US" sz="2400" spc="-1" strike="noStrike">
              <a:latin typeface="Arial"/>
            </a:endParaRPr>
          </a:p>
          <a:p>
            <a:pPr lvl="1" marL="685800" indent="-227160">
              <a:lnSpc>
                <a:spcPct val="90000"/>
              </a:lnSpc>
              <a:spcBef>
                <a:spcPts val="499"/>
              </a:spcBef>
              <a:buClr>
                <a:srgbClr val="000000"/>
              </a:buClr>
              <a:buFont typeface="Arial"/>
              <a:buChar char="•"/>
            </a:pPr>
            <a:r>
              <a:rPr b="0" lang="en-US" sz="2400" spc="-1" strike="noStrike">
                <a:solidFill>
                  <a:srgbClr val="000000"/>
                </a:solidFill>
                <a:latin typeface="Calibri"/>
                <a:ea typeface="DejaVu Sans"/>
              </a:rPr>
              <a:t>Some examples</a:t>
            </a:r>
            <a:endParaRPr b="0" lang="en-US" sz="2400" spc="-1" strike="noStrike">
              <a:latin typeface="Arial"/>
            </a:endParaRPr>
          </a:p>
          <a:p>
            <a:pPr lvl="2" marL="1143000" indent="-227160">
              <a:lnSpc>
                <a:spcPct val="90000"/>
              </a:lnSpc>
              <a:spcBef>
                <a:spcPts val="499"/>
              </a:spcBef>
              <a:buClr>
                <a:srgbClr val="000000"/>
              </a:buClr>
              <a:buFont typeface="Arial"/>
              <a:buChar char="•"/>
            </a:pPr>
            <a:r>
              <a:rPr b="0" lang="en-US" sz="2000" spc="-1" strike="noStrike">
                <a:solidFill>
                  <a:srgbClr val="000000"/>
                </a:solidFill>
                <a:latin typeface="Calibri"/>
                <a:ea typeface="DejaVu Sans"/>
              </a:rPr>
              <a:t>Hashing (data integrity)</a:t>
            </a:r>
            <a:endParaRPr b="0" lang="en-US" sz="2000" spc="-1" strike="noStrike">
              <a:latin typeface="Arial"/>
            </a:endParaRPr>
          </a:p>
          <a:p>
            <a:pPr lvl="2" marL="1143000" indent="-227160">
              <a:lnSpc>
                <a:spcPct val="90000"/>
              </a:lnSpc>
              <a:spcBef>
                <a:spcPts val="499"/>
              </a:spcBef>
              <a:buClr>
                <a:srgbClr val="000000"/>
              </a:buClr>
              <a:buFont typeface="Arial"/>
              <a:buChar char="•"/>
            </a:pPr>
            <a:r>
              <a:rPr b="0" lang="en-US" sz="2000" spc="-1" strike="noStrike">
                <a:solidFill>
                  <a:srgbClr val="000000"/>
                </a:solidFill>
                <a:latin typeface="Calibri"/>
                <a:ea typeface="DejaVu Sans"/>
              </a:rPr>
              <a:t>Configuration management (system integrity)</a:t>
            </a:r>
            <a:endParaRPr b="0" lang="en-US" sz="2000" spc="-1" strike="noStrike">
              <a:latin typeface="Arial"/>
            </a:endParaRPr>
          </a:p>
          <a:p>
            <a:pPr lvl="2" marL="1143000" indent="-227160">
              <a:lnSpc>
                <a:spcPct val="90000"/>
              </a:lnSpc>
              <a:spcBef>
                <a:spcPts val="499"/>
              </a:spcBef>
              <a:buClr>
                <a:srgbClr val="000000"/>
              </a:buClr>
              <a:buFont typeface="Arial"/>
              <a:buChar char="•"/>
            </a:pPr>
            <a:r>
              <a:rPr b="0" lang="en-US" sz="2000" spc="-1" strike="noStrike">
                <a:solidFill>
                  <a:srgbClr val="000000"/>
                </a:solidFill>
                <a:latin typeface="Calibri"/>
                <a:ea typeface="DejaVu Sans"/>
              </a:rPr>
              <a:t>Change control (process integrity)</a:t>
            </a:r>
            <a:endParaRPr b="0" lang="en-US" sz="2000" spc="-1" strike="noStrike">
              <a:latin typeface="Arial"/>
            </a:endParaRPr>
          </a:p>
          <a:p>
            <a:pPr lvl="2" marL="1143000" indent="-227160">
              <a:lnSpc>
                <a:spcPct val="90000"/>
              </a:lnSpc>
              <a:spcBef>
                <a:spcPts val="499"/>
              </a:spcBef>
              <a:buClr>
                <a:srgbClr val="000000"/>
              </a:buClr>
              <a:buFont typeface="Arial"/>
              <a:buChar char="•"/>
            </a:pPr>
            <a:r>
              <a:rPr b="0" lang="en-US" sz="2000" spc="-1" strike="noStrike">
                <a:solidFill>
                  <a:srgbClr val="000000"/>
                </a:solidFill>
                <a:latin typeface="Calibri"/>
                <a:ea typeface="DejaVu Sans"/>
              </a:rPr>
              <a:t>Access control (physical and technical)</a:t>
            </a:r>
            <a:endParaRPr b="0" lang="en-US" sz="2000" spc="-1" strike="noStrike">
              <a:latin typeface="Arial"/>
            </a:endParaRPr>
          </a:p>
          <a:p>
            <a:pPr>
              <a:lnSpc>
                <a:spcPct val="100000"/>
              </a:lnSpc>
            </a:pPr>
            <a:endParaRPr b="0" lang="en-US" sz="2000" spc="-1" strike="noStrike">
              <a:latin typeface="Arial"/>
            </a:endParaRPr>
          </a:p>
          <a:p>
            <a:pPr marL="457200">
              <a:lnSpc>
                <a:spcPct val="90000"/>
              </a:lnSpc>
              <a:spcBef>
                <a:spcPts val="499"/>
              </a:spcBef>
            </a:pPr>
            <a:endParaRPr b="0" lang="en-US" sz="2000" spc="-1" strike="noStrike">
              <a:latin typeface="Arial"/>
            </a:endParaRPr>
          </a:p>
          <a:p>
            <a:pPr marL="457200">
              <a:lnSpc>
                <a:spcPct val="100000"/>
              </a:lnSpc>
            </a:pPr>
            <a:endParaRPr b="0" lang="en-US" sz="2000" spc="-1" strike="noStrike">
              <a:latin typeface="Arial"/>
            </a:endParaRPr>
          </a:p>
        </p:txBody>
      </p:sp>
      <p:pic>
        <p:nvPicPr>
          <p:cNvPr id="133" name="Picture 3" descr=""/>
          <p:cNvPicPr/>
          <p:nvPr/>
        </p:nvPicPr>
        <p:blipFill>
          <a:blip r:embed="rId1"/>
          <a:srcRect l="-4856" t="17234" r="4856" b="21958"/>
          <a:stretch/>
        </p:blipFill>
        <p:spPr>
          <a:xfrm>
            <a:off x="10883880" y="0"/>
            <a:ext cx="1306800" cy="793800"/>
          </a:xfrm>
          <a:prstGeom prst="rect">
            <a:avLst/>
          </a:prstGeom>
          <a:ln>
            <a:noFill/>
          </a:ln>
        </p:spPr>
      </p:pic>
      <p:pic>
        <p:nvPicPr>
          <p:cNvPr id="134" name="Picture 4" descr=""/>
          <p:cNvPicPr/>
          <p:nvPr/>
        </p:nvPicPr>
        <p:blipFill>
          <a:blip r:embed="rId2"/>
          <a:stretch/>
        </p:blipFill>
        <p:spPr>
          <a:xfrm>
            <a:off x="7873920" y="80280"/>
            <a:ext cx="3008520" cy="633600"/>
          </a:xfrm>
          <a:prstGeom prst="rect">
            <a:avLst/>
          </a:prstGeom>
          <a:ln>
            <a:noFill/>
          </a:ln>
        </p:spPr>
      </p:pic>
    </p:spTree>
  </p:cSld>
  <p:timing>
    <p:tnLst>
      <p:par>
        <p:cTn id="101" dur="indefinite" restart="never" nodeType="tmRoot">
          <p:childTnLst>
            <p:seq>
              <p:cTn id="102" dur="indefinite" nodeType="mainSeq"/>
              <p:prevCondLst>
                <p:cond delay="0" evt="onPrev">
                  <p:tgtEl>
                    <p:sldTgt/>
                  </p:tgtEl>
                </p:cond>
              </p:prevCondLst>
              <p:nextCondLst>
                <p:cond delay="0" evt="onNext">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 name="CustomShape 1"/>
          <p:cNvSpPr/>
          <p:nvPr/>
        </p:nvSpPr>
        <p:spPr>
          <a:xfrm>
            <a:off x="281520" y="132480"/>
            <a:ext cx="10514160" cy="1324080"/>
          </a:xfrm>
          <a:prstGeom prst="rect">
            <a:avLst/>
          </a:prstGeom>
          <a:noFill/>
          <a:ln>
            <a:noFill/>
          </a:ln>
        </p:spPr>
        <p:style>
          <a:lnRef idx="0"/>
          <a:fillRef idx="0"/>
          <a:effectRef idx="0"/>
          <a:fontRef idx="minor"/>
        </p:style>
        <p:txBody>
          <a:bodyPr lIns="90000" rIns="90000" tIns="45000" bIns="45000" anchor="ctr"/>
          <a:p>
            <a:pPr>
              <a:lnSpc>
                <a:spcPct val="90000"/>
              </a:lnSpc>
            </a:pPr>
            <a:r>
              <a:rPr b="1" lang="en-US" sz="4400" spc="-1" strike="noStrike">
                <a:solidFill>
                  <a:srgbClr val="000000"/>
                </a:solidFill>
                <a:latin typeface="Calibri Light"/>
                <a:ea typeface="DejaVu Sans"/>
              </a:rPr>
              <a:t>CIA triad </a:t>
            </a:r>
            <a:endParaRPr b="0" lang="en-US" sz="4400" spc="-1" strike="noStrike">
              <a:latin typeface="Arial"/>
            </a:endParaRPr>
          </a:p>
        </p:txBody>
      </p:sp>
      <p:sp>
        <p:nvSpPr>
          <p:cNvPr id="136" name="CustomShape 2"/>
          <p:cNvSpPr/>
          <p:nvPr/>
        </p:nvSpPr>
        <p:spPr>
          <a:xfrm>
            <a:off x="715680" y="1610280"/>
            <a:ext cx="10772640" cy="5113800"/>
          </a:xfrm>
          <a:prstGeom prst="rect">
            <a:avLst/>
          </a:prstGeom>
          <a:noFill/>
          <a:ln>
            <a:noFill/>
          </a:ln>
        </p:spPr>
        <p:style>
          <a:lnRef idx="0"/>
          <a:fillRef idx="0"/>
          <a:effectRef idx="0"/>
          <a:fontRef idx="minor"/>
        </p:style>
        <p:txBody>
          <a:bodyPr lIns="90000" rIns="90000" tIns="45000" bIns="45000">
            <a:normAutofit/>
          </a:bodyPr>
          <a:p>
            <a:pPr marL="228600" indent="-227160">
              <a:lnSpc>
                <a:spcPct val="90000"/>
              </a:lnSpc>
              <a:spcBef>
                <a:spcPts val="1001"/>
              </a:spcBef>
              <a:buClr>
                <a:srgbClr val="000000"/>
              </a:buClr>
              <a:buFont typeface="Arial"/>
              <a:buChar char="•"/>
            </a:pPr>
            <a:r>
              <a:rPr b="1" i="1" lang="en-US" sz="2800" spc="-1" strike="noStrike">
                <a:solidFill>
                  <a:srgbClr val="000000"/>
                </a:solidFill>
                <a:latin typeface="Calibri"/>
                <a:ea typeface="DejaVu Sans"/>
              </a:rPr>
              <a:t>Availability </a:t>
            </a:r>
            <a:r>
              <a:rPr b="0" lang="en-US" sz="2800" spc="-1" strike="noStrike">
                <a:solidFill>
                  <a:srgbClr val="000000"/>
                </a:solidFill>
                <a:latin typeface="Calibri"/>
                <a:ea typeface="DejaVu Sans"/>
              </a:rPr>
              <a:t>protection ensures reliability and timely access to data and resources to authorized individuals.</a:t>
            </a:r>
            <a:endParaRPr b="0" lang="en-US" sz="2800" spc="-1" strike="noStrike">
              <a:latin typeface="Arial"/>
            </a:endParaRPr>
          </a:p>
          <a:p>
            <a:pPr lvl="2" marL="1143000" indent="-227160">
              <a:lnSpc>
                <a:spcPct val="90000"/>
              </a:lnSpc>
              <a:spcBef>
                <a:spcPts val="499"/>
              </a:spcBef>
              <a:buClr>
                <a:srgbClr val="000000"/>
              </a:buClr>
              <a:buFont typeface="Arial"/>
              <a:buChar char="•"/>
            </a:pPr>
            <a:r>
              <a:rPr b="0" lang="en-US" sz="2000" spc="-1" strike="noStrike">
                <a:solidFill>
                  <a:srgbClr val="000000"/>
                </a:solidFill>
                <a:latin typeface="Calibri"/>
                <a:ea typeface="DejaVu Sans"/>
              </a:rPr>
              <a:t>Networks have so many pieces that must stay up and running (routers, switches, DNS servers, DHCP servers, proxies, firewalls). Software has many components that must be executing in a healthy manner (operating system, applications, antimalware software). There are environmental aspects that can negatively affect an organization’s operations (fire, flood, HVAC issues, electrical problems), potential natural disasters, and physical theft or attacks.</a:t>
            </a:r>
            <a:endParaRPr b="0" lang="en-US" sz="2000" spc="-1" strike="noStrike">
              <a:latin typeface="Arial"/>
            </a:endParaRPr>
          </a:p>
          <a:p>
            <a:pPr>
              <a:lnSpc>
                <a:spcPct val="100000"/>
              </a:lnSpc>
            </a:pPr>
            <a:endParaRPr b="0" lang="en-US" sz="2000" spc="-1" strike="noStrike">
              <a:latin typeface="Arial"/>
            </a:endParaRPr>
          </a:p>
          <a:p>
            <a:pPr lvl="2" marL="1143000" indent="-227160">
              <a:lnSpc>
                <a:spcPct val="90000"/>
              </a:lnSpc>
              <a:spcBef>
                <a:spcPts val="499"/>
              </a:spcBef>
              <a:buClr>
                <a:srgbClr val="000000"/>
              </a:buClr>
              <a:buFont typeface="Arial"/>
              <a:buChar char="•"/>
            </a:pPr>
            <a:r>
              <a:rPr b="0" lang="en-US" sz="2000" spc="-1" strike="noStrike">
                <a:solidFill>
                  <a:srgbClr val="000000"/>
                </a:solidFill>
                <a:latin typeface="Calibri"/>
                <a:ea typeface="DejaVu Sans"/>
              </a:rPr>
              <a:t>Some examples </a:t>
            </a:r>
            <a:endParaRPr b="0" lang="en-US" sz="2000" spc="-1" strike="noStrike">
              <a:latin typeface="Arial"/>
            </a:endParaRPr>
          </a:p>
          <a:p>
            <a:pPr lvl="3" marL="1600200" indent="-227160">
              <a:lnSpc>
                <a:spcPct val="90000"/>
              </a:lnSpc>
              <a:spcBef>
                <a:spcPts val="499"/>
              </a:spcBef>
              <a:buClr>
                <a:srgbClr val="000000"/>
              </a:buClr>
              <a:buFont typeface="Arial"/>
              <a:buChar char="•"/>
            </a:pPr>
            <a:r>
              <a:rPr b="0" lang="en-US" sz="1800" spc="-1" strike="noStrike">
                <a:solidFill>
                  <a:srgbClr val="000000"/>
                </a:solidFill>
                <a:latin typeface="Calibri"/>
                <a:ea typeface="DejaVu Sans"/>
              </a:rPr>
              <a:t>Redundant array of inexpensive disks (RAID)</a:t>
            </a:r>
            <a:endParaRPr b="0" lang="en-US" sz="1800" spc="-1" strike="noStrike">
              <a:latin typeface="Arial"/>
            </a:endParaRPr>
          </a:p>
          <a:p>
            <a:pPr lvl="3" marL="1600200" indent="-227160">
              <a:lnSpc>
                <a:spcPct val="90000"/>
              </a:lnSpc>
              <a:spcBef>
                <a:spcPts val="499"/>
              </a:spcBef>
              <a:buClr>
                <a:srgbClr val="000000"/>
              </a:buClr>
              <a:buFont typeface="Arial"/>
              <a:buChar char="•"/>
            </a:pPr>
            <a:r>
              <a:rPr b="0" lang="en-US" sz="1800" spc="-1" strike="noStrike">
                <a:solidFill>
                  <a:srgbClr val="000000"/>
                </a:solidFill>
                <a:latin typeface="Calibri"/>
                <a:ea typeface="DejaVu Sans"/>
              </a:rPr>
              <a:t>Clustering</a:t>
            </a:r>
            <a:endParaRPr b="0" lang="en-US" sz="1800" spc="-1" strike="noStrike">
              <a:latin typeface="Arial"/>
            </a:endParaRPr>
          </a:p>
          <a:p>
            <a:pPr lvl="3" marL="1600200" indent="-227160">
              <a:lnSpc>
                <a:spcPct val="90000"/>
              </a:lnSpc>
              <a:spcBef>
                <a:spcPts val="499"/>
              </a:spcBef>
              <a:buClr>
                <a:srgbClr val="000000"/>
              </a:buClr>
              <a:buFont typeface="Arial"/>
              <a:buChar char="•"/>
            </a:pPr>
            <a:r>
              <a:rPr b="0" lang="en-US" sz="1800" spc="-1" strike="noStrike">
                <a:solidFill>
                  <a:srgbClr val="000000"/>
                </a:solidFill>
                <a:latin typeface="Calibri"/>
                <a:ea typeface="DejaVu Sans"/>
              </a:rPr>
              <a:t>Load balancing</a:t>
            </a:r>
            <a:endParaRPr b="0" lang="en-US" sz="1800" spc="-1" strike="noStrike">
              <a:latin typeface="Arial"/>
            </a:endParaRPr>
          </a:p>
          <a:p>
            <a:pPr lvl="3" marL="1600200" indent="-227160">
              <a:lnSpc>
                <a:spcPct val="90000"/>
              </a:lnSpc>
              <a:spcBef>
                <a:spcPts val="499"/>
              </a:spcBef>
              <a:buClr>
                <a:srgbClr val="000000"/>
              </a:buClr>
              <a:buFont typeface="Arial"/>
              <a:buChar char="•"/>
            </a:pPr>
            <a:r>
              <a:rPr b="0" lang="en-US" sz="1800" spc="-1" strike="noStrike">
                <a:solidFill>
                  <a:srgbClr val="000000"/>
                </a:solidFill>
                <a:latin typeface="Calibri"/>
                <a:ea typeface="DejaVu Sans"/>
              </a:rPr>
              <a:t>Redundant data and power lines</a:t>
            </a:r>
            <a:endParaRPr b="0" lang="en-US" sz="1800" spc="-1" strike="noStrike">
              <a:latin typeface="Arial"/>
            </a:endParaRPr>
          </a:p>
          <a:p>
            <a:pPr marL="685800">
              <a:lnSpc>
                <a:spcPct val="90000"/>
              </a:lnSpc>
              <a:spcBef>
                <a:spcPts val="499"/>
              </a:spcBef>
            </a:pPr>
            <a:endParaRPr b="0" lang="en-US" sz="1800" spc="-1" strike="noStrike">
              <a:latin typeface="Arial"/>
            </a:endParaRPr>
          </a:p>
          <a:p>
            <a:pPr marL="457200">
              <a:lnSpc>
                <a:spcPct val="90000"/>
              </a:lnSpc>
              <a:spcBef>
                <a:spcPts val="499"/>
              </a:spcBef>
            </a:pPr>
            <a:endParaRPr b="0" lang="en-US" sz="1800" spc="-1" strike="noStrike">
              <a:latin typeface="Arial"/>
            </a:endParaRPr>
          </a:p>
          <a:p>
            <a:pPr marL="457200">
              <a:lnSpc>
                <a:spcPct val="100000"/>
              </a:lnSpc>
            </a:pPr>
            <a:endParaRPr b="0" lang="en-US" sz="1800" spc="-1" strike="noStrike">
              <a:latin typeface="Arial"/>
            </a:endParaRPr>
          </a:p>
        </p:txBody>
      </p:sp>
      <p:pic>
        <p:nvPicPr>
          <p:cNvPr id="137" name="Picture 3" descr=""/>
          <p:cNvPicPr/>
          <p:nvPr/>
        </p:nvPicPr>
        <p:blipFill>
          <a:blip r:embed="rId1"/>
          <a:srcRect l="-4856" t="17234" r="4856" b="21958"/>
          <a:stretch/>
        </p:blipFill>
        <p:spPr>
          <a:xfrm>
            <a:off x="10883880" y="0"/>
            <a:ext cx="1306800" cy="793800"/>
          </a:xfrm>
          <a:prstGeom prst="rect">
            <a:avLst/>
          </a:prstGeom>
          <a:ln>
            <a:noFill/>
          </a:ln>
        </p:spPr>
      </p:pic>
      <p:pic>
        <p:nvPicPr>
          <p:cNvPr id="138" name="Picture 4" descr=""/>
          <p:cNvPicPr/>
          <p:nvPr/>
        </p:nvPicPr>
        <p:blipFill>
          <a:blip r:embed="rId2"/>
          <a:stretch/>
        </p:blipFill>
        <p:spPr>
          <a:xfrm>
            <a:off x="7873920" y="80280"/>
            <a:ext cx="3008520" cy="633600"/>
          </a:xfrm>
          <a:prstGeom prst="rect">
            <a:avLst/>
          </a:prstGeom>
          <a:ln>
            <a:noFill/>
          </a:ln>
        </p:spPr>
      </p:pic>
    </p:spTree>
  </p:cSld>
  <p:timing>
    <p:tnLst>
      <p:par>
        <p:cTn id="103" dur="indefinite" restart="never" nodeType="tmRoot">
          <p:childTnLst>
            <p:seq>
              <p:cTn id="104" dur="indefinite" nodeType="mainSeq"/>
              <p:prevCondLst>
                <p:cond delay="0" evt="onPrev">
                  <p:tgtEl>
                    <p:sldTgt/>
                  </p:tgtEl>
                </p:cond>
              </p:prevCondLst>
              <p:nextCondLst>
                <p:cond delay="0" evt="onNext">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 name="CustomShape 1"/>
          <p:cNvSpPr/>
          <p:nvPr/>
        </p:nvSpPr>
        <p:spPr>
          <a:xfrm>
            <a:off x="542880" y="88920"/>
            <a:ext cx="10514160" cy="1324080"/>
          </a:xfrm>
          <a:prstGeom prst="rect">
            <a:avLst/>
          </a:prstGeom>
          <a:noFill/>
          <a:ln>
            <a:noFill/>
          </a:ln>
        </p:spPr>
        <p:style>
          <a:lnRef idx="0"/>
          <a:fillRef idx="0"/>
          <a:effectRef idx="0"/>
          <a:fontRef idx="minor"/>
        </p:style>
        <p:txBody>
          <a:bodyPr lIns="90000" rIns="90000" tIns="45000" bIns="45000" anchor="ctr"/>
          <a:p>
            <a:pPr>
              <a:lnSpc>
                <a:spcPct val="90000"/>
              </a:lnSpc>
            </a:pPr>
            <a:r>
              <a:rPr b="1" lang="en-US" sz="4400" spc="-1" strike="noStrike">
                <a:solidFill>
                  <a:srgbClr val="000000"/>
                </a:solidFill>
                <a:latin typeface="Calibri Light"/>
                <a:ea typeface="DejaVu Sans"/>
              </a:rPr>
              <a:t>CIA triad </a:t>
            </a:r>
            <a:endParaRPr b="0" lang="en-US" sz="4400" spc="-1" strike="noStrike">
              <a:latin typeface="Arial"/>
            </a:endParaRPr>
          </a:p>
        </p:txBody>
      </p:sp>
      <p:sp>
        <p:nvSpPr>
          <p:cNvPr id="140" name="CustomShape 2"/>
          <p:cNvSpPr/>
          <p:nvPr/>
        </p:nvSpPr>
        <p:spPr>
          <a:xfrm>
            <a:off x="542880" y="1414440"/>
            <a:ext cx="11104920" cy="5173560"/>
          </a:xfrm>
          <a:prstGeom prst="rect">
            <a:avLst/>
          </a:prstGeom>
          <a:noFill/>
          <a:ln>
            <a:noFill/>
          </a:ln>
        </p:spPr>
        <p:style>
          <a:lnRef idx="0"/>
          <a:fillRef idx="0"/>
          <a:effectRef idx="0"/>
          <a:fontRef idx="minor"/>
        </p:style>
        <p:txBody>
          <a:bodyPr lIns="90000" rIns="90000" tIns="45000" bIns="45000">
            <a:normAutofit/>
          </a:bodyPr>
          <a:p>
            <a:pPr marL="228600" indent="-227160">
              <a:lnSpc>
                <a:spcPct val="90000"/>
              </a:lnSpc>
              <a:spcBef>
                <a:spcPts val="1001"/>
              </a:spcBef>
              <a:buClr>
                <a:srgbClr val="000000"/>
              </a:buClr>
              <a:buFont typeface="Arial"/>
              <a:buChar char="•"/>
            </a:pPr>
            <a:r>
              <a:rPr b="0" lang="en-US" sz="2800" spc="-1" strike="noStrike">
                <a:solidFill>
                  <a:srgbClr val="000000"/>
                </a:solidFill>
                <a:latin typeface="Calibri"/>
                <a:ea typeface="DejaVu Sans"/>
              </a:rPr>
              <a:t>Key Concept beyond CIA triad </a:t>
            </a:r>
            <a:endParaRPr b="0" lang="en-US" sz="2800" spc="-1" strike="noStrike">
              <a:latin typeface="Arial"/>
            </a:endParaRPr>
          </a:p>
          <a:p>
            <a:pPr>
              <a:lnSpc>
                <a:spcPct val="90000"/>
              </a:lnSpc>
              <a:spcBef>
                <a:spcPts val="1001"/>
              </a:spcBef>
            </a:pPr>
            <a:endParaRPr b="0" lang="en-US" sz="2800" spc="-1" strike="noStrike">
              <a:latin typeface="Arial"/>
            </a:endParaRPr>
          </a:p>
          <a:p>
            <a:pPr lvl="1" marL="685800" indent="-227160">
              <a:lnSpc>
                <a:spcPct val="90000"/>
              </a:lnSpc>
              <a:spcBef>
                <a:spcPts val="499"/>
              </a:spcBef>
              <a:buClr>
                <a:srgbClr val="000000"/>
              </a:buClr>
              <a:buFont typeface="Arial"/>
              <a:buChar char="•"/>
            </a:pPr>
            <a:r>
              <a:rPr b="0" lang="en-US" sz="2400" spc="-1" strike="noStrike">
                <a:solidFill>
                  <a:srgbClr val="000000"/>
                </a:solidFill>
                <a:latin typeface="Calibri"/>
                <a:ea typeface="DejaVu Sans"/>
              </a:rPr>
              <a:t>Privacy </a:t>
            </a:r>
            <a:endParaRPr b="0" lang="en-US" sz="2400" spc="-1" strike="noStrike">
              <a:latin typeface="Arial"/>
            </a:endParaRPr>
          </a:p>
          <a:p>
            <a:pPr lvl="2" marL="1143000" indent="-227160">
              <a:lnSpc>
                <a:spcPct val="90000"/>
              </a:lnSpc>
              <a:spcBef>
                <a:spcPts val="499"/>
              </a:spcBef>
              <a:buClr>
                <a:srgbClr val="000000"/>
              </a:buClr>
              <a:buFont typeface="Arial"/>
              <a:buChar char="•"/>
            </a:pPr>
            <a:r>
              <a:rPr b="0" lang="en-US" sz="2000" spc="-1" strike="noStrike">
                <a:solidFill>
                  <a:srgbClr val="000000"/>
                </a:solidFill>
                <a:latin typeface="Calibri"/>
                <a:ea typeface="DejaVu Sans"/>
              </a:rPr>
              <a:t>Information is to be used only for purposes known to the data owner. </a:t>
            </a:r>
            <a:endParaRPr b="0" lang="en-US" sz="2000" spc="-1" strike="noStrike">
              <a:latin typeface="Arial"/>
            </a:endParaRPr>
          </a:p>
          <a:p>
            <a:pPr lvl="2" marL="1143000" indent="-227160">
              <a:lnSpc>
                <a:spcPct val="90000"/>
              </a:lnSpc>
              <a:spcBef>
                <a:spcPts val="499"/>
              </a:spcBef>
              <a:buClr>
                <a:srgbClr val="000000"/>
              </a:buClr>
              <a:buFont typeface="Arial"/>
              <a:buChar char="•"/>
            </a:pPr>
            <a:r>
              <a:rPr b="0" lang="en-US" sz="2000" spc="-1" strike="noStrike">
                <a:solidFill>
                  <a:srgbClr val="000000"/>
                </a:solidFill>
                <a:latin typeface="Calibri"/>
                <a:ea typeface="DejaVu Sans"/>
              </a:rPr>
              <a:t>This does not focus on freedom from observation, but rather that information will be used only in ways known to the owner. </a:t>
            </a:r>
            <a:endParaRPr b="0" lang="en-US" sz="2000" spc="-1" strike="noStrike">
              <a:latin typeface="Arial"/>
            </a:endParaRPr>
          </a:p>
          <a:p>
            <a:pPr>
              <a:lnSpc>
                <a:spcPct val="100000"/>
              </a:lnSpc>
            </a:pPr>
            <a:endParaRPr b="0" lang="en-US" sz="2000" spc="-1" strike="noStrike">
              <a:latin typeface="Arial"/>
            </a:endParaRPr>
          </a:p>
          <a:p>
            <a:pPr lvl="1" marL="685800" indent="-227160">
              <a:lnSpc>
                <a:spcPct val="90000"/>
              </a:lnSpc>
              <a:spcBef>
                <a:spcPts val="499"/>
              </a:spcBef>
              <a:buClr>
                <a:srgbClr val="000000"/>
              </a:buClr>
              <a:buFont typeface="Arial"/>
              <a:buChar char="•"/>
            </a:pPr>
            <a:r>
              <a:rPr b="0" lang="en-US" sz="2400" spc="-1" strike="noStrike">
                <a:solidFill>
                  <a:srgbClr val="000000"/>
                </a:solidFill>
                <a:latin typeface="Calibri"/>
                <a:ea typeface="DejaVu Sans"/>
              </a:rPr>
              <a:t>Identification </a:t>
            </a:r>
            <a:endParaRPr b="0" lang="en-US" sz="2400" spc="-1" strike="noStrike">
              <a:latin typeface="Arial"/>
            </a:endParaRPr>
          </a:p>
          <a:p>
            <a:pPr lvl="2" marL="1143000" indent="-227160">
              <a:lnSpc>
                <a:spcPct val="90000"/>
              </a:lnSpc>
              <a:spcBef>
                <a:spcPts val="499"/>
              </a:spcBef>
              <a:buClr>
                <a:srgbClr val="000000"/>
              </a:buClr>
              <a:buFont typeface="Arial"/>
              <a:buChar char="•"/>
            </a:pPr>
            <a:r>
              <a:rPr b="1" i="1" lang="en-US" sz="2000" spc="-1" strike="noStrike">
                <a:solidFill>
                  <a:srgbClr val="000000"/>
                </a:solidFill>
                <a:latin typeface="Calibri"/>
                <a:ea typeface="DejaVu Sans"/>
              </a:rPr>
              <a:t> </a:t>
            </a:r>
            <a:r>
              <a:rPr b="0" lang="en-US" sz="2000" spc="-1" strike="noStrike">
                <a:solidFill>
                  <a:srgbClr val="000000"/>
                </a:solidFill>
                <a:latin typeface="Calibri"/>
                <a:ea typeface="DejaVu Sans"/>
              </a:rPr>
              <a:t>describes a method of ensuring that a subject (user, program, or process) is the entity it claims to be</a:t>
            </a:r>
            <a:endParaRPr b="0" lang="en-US" sz="2000" spc="-1" strike="noStrike">
              <a:latin typeface="Arial"/>
            </a:endParaRPr>
          </a:p>
          <a:p>
            <a:pPr lvl="2" marL="1143000" indent="-227160">
              <a:lnSpc>
                <a:spcPct val="90000"/>
              </a:lnSpc>
              <a:spcBef>
                <a:spcPts val="499"/>
              </a:spcBef>
              <a:buClr>
                <a:srgbClr val="000000"/>
              </a:buClr>
              <a:buFont typeface="Arial"/>
              <a:buChar char="•"/>
            </a:pPr>
            <a:r>
              <a:rPr b="0" lang="en-US" sz="2000" spc="-1" strike="noStrike">
                <a:solidFill>
                  <a:srgbClr val="000000"/>
                </a:solidFill>
                <a:latin typeface="Calibri"/>
                <a:ea typeface="DejaVu Sans"/>
              </a:rPr>
              <a:t>Identification can be provided with the use of a username or account number.</a:t>
            </a:r>
            <a:endParaRPr b="0" lang="en-US" sz="2000" spc="-1" strike="noStrike">
              <a:latin typeface="Arial"/>
            </a:endParaRPr>
          </a:p>
          <a:p>
            <a:pPr>
              <a:lnSpc>
                <a:spcPct val="100000"/>
              </a:lnSpc>
            </a:pPr>
            <a:endParaRPr b="0" lang="en-US" sz="2000" spc="-1" strike="noStrike">
              <a:latin typeface="Arial"/>
            </a:endParaRPr>
          </a:p>
          <a:p>
            <a:pPr>
              <a:lnSpc>
                <a:spcPct val="100000"/>
              </a:lnSpc>
            </a:pPr>
            <a:endParaRPr b="0" lang="en-US" sz="2000" spc="-1" strike="noStrike">
              <a:latin typeface="Arial"/>
            </a:endParaRPr>
          </a:p>
        </p:txBody>
      </p:sp>
      <p:pic>
        <p:nvPicPr>
          <p:cNvPr id="141" name="Picture 3" descr=""/>
          <p:cNvPicPr/>
          <p:nvPr/>
        </p:nvPicPr>
        <p:blipFill>
          <a:blip r:embed="rId1"/>
          <a:srcRect l="-4856" t="17234" r="4856" b="21958"/>
          <a:stretch/>
        </p:blipFill>
        <p:spPr>
          <a:xfrm>
            <a:off x="10883880" y="0"/>
            <a:ext cx="1306800" cy="793800"/>
          </a:xfrm>
          <a:prstGeom prst="rect">
            <a:avLst/>
          </a:prstGeom>
          <a:ln>
            <a:noFill/>
          </a:ln>
        </p:spPr>
      </p:pic>
      <p:pic>
        <p:nvPicPr>
          <p:cNvPr id="142" name="Picture 4" descr=""/>
          <p:cNvPicPr/>
          <p:nvPr/>
        </p:nvPicPr>
        <p:blipFill>
          <a:blip r:embed="rId2"/>
          <a:stretch/>
        </p:blipFill>
        <p:spPr>
          <a:xfrm>
            <a:off x="7873920" y="80280"/>
            <a:ext cx="3008520" cy="633600"/>
          </a:xfrm>
          <a:prstGeom prst="rect">
            <a:avLst/>
          </a:prstGeom>
          <a:ln>
            <a:noFill/>
          </a:ln>
        </p:spPr>
      </p:pic>
    </p:spTree>
  </p:cSld>
  <p:timing>
    <p:tnLst>
      <p:par>
        <p:cTn id="105" dur="indefinite" restart="never" nodeType="tmRoot">
          <p:childTnLst>
            <p:seq>
              <p:cTn id="106" dur="indefinite" nodeType="mainSeq"/>
              <p:prevCondLst>
                <p:cond delay="0" evt="onPrev">
                  <p:tgtEl>
                    <p:sldTgt/>
                  </p:tgtEl>
                </p:cond>
              </p:prevCondLst>
              <p:nextCondLst>
                <p:cond delay="0" evt="onNext">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 name="CustomShape 1"/>
          <p:cNvSpPr/>
          <p:nvPr/>
        </p:nvSpPr>
        <p:spPr>
          <a:xfrm>
            <a:off x="838080" y="365040"/>
            <a:ext cx="10514160" cy="1324080"/>
          </a:xfrm>
          <a:prstGeom prst="rect">
            <a:avLst/>
          </a:prstGeom>
          <a:noFill/>
          <a:ln>
            <a:noFill/>
          </a:ln>
        </p:spPr>
        <p:style>
          <a:lnRef idx="0"/>
          <a:fillRef idx="0"/>
          <a:effectRef idx="0"/>
          <a:fontRef idx="minor"/>
        </p:style>
        <p:txBody>
          <a:bodyPr lIns="90000" rIns="90000" tIns="45000" bIns="45000" anchor="ctr"/>
          <a:p>
            <a:pPr>
              <a:lnSpc>
                <a:spcPct val="90000"/>
              </a:lnSpc>
            </a:pPr>
            <a:r>
              <a:rPr b="1" lang="en-US" sz="4400" spc="-1" strike="noStrike">
                <a:solidFill>
                  <a:srgbClr val="000000"/>
                </a:solidFill>
                <a:latin typeface="Calibri Light"/>
                <a:ea typeface="DejaVu Sans"/>
              </a:rPr>
              <a:t>AAA</a:t>
            </a:r>
            <a:endParaRPr b="0" lang="en-US" sz="4400" spc="-1" strike="noStrike">
              <a:latin typeface="Arial"/>
            </a:endParaRPr>
          </a:p>
        </p:txBody>
      </p:sp>
      <p:pic>
        <p:nvPicPr>
          <p:cNvPr id="144" name="Picture 3" descr=""/>
          <p:cNvPicPr/>
          <p:nvPr/>
        </p:nvPicPr>
        <p:blipFill>
          <a:blip r:embed="rId1"/>
          <a:srcRect l="-4856" t="17234" r="4856" b="21958"/>
          <a:stretch/>
        </p:blipFill>
        <p:spPr>
          <a:xfrm>
            <a:off x="10883880" y="0"/>
            <a:ext cx="1306800" cy="793800"/>
          </a:xfrm>
          <a:prstGeom prst="rect">
            <a:avLst/>
          </a:prstGeom>
          <a:ln>
            <a:noFill/>
          </a:ln>
        </p:spPr>
      </p:pic>
      <p:pic>
        <p:nvPicPr>
          <p:cNvPr id="145" name="Picture 4" descr=""/>
          <p:cNvPicPr/>
          <p:nvPr/>
        </p:nvPicPr>
        <p:blipFill>
          <a:blip r:embed="rId2"/>
          <a:stretch/>
        </p:blipFill>
        <p:spPr>
          <a:xfrm>
            <a:off x="7873920" y="80280"/>
            <a:ext cx="3008520" cy="633600"/>
          </a:xfrm>
          <a:prstGeom prst="rect">
            <a:avLst/>
          </a:prstGeom>
          <a:ln>
            <a:noFill/>
          </a:ln>
        </p:spPr>
      </p:pic>
      <p:sp>
        <p:nvSpPr>
          <p:cNvPr id="146" name="CustomShape 2"/>
          <p:cNvSpPr/>
          <p:nvPr/>
        </p:nvSpPr>
        <p:spPr>
          <a:xfrm>
            <a:off x="3001680" y="6205680"/>
            <a:ext cx="6280200" cy="352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pic>
        <p:nvPicPr>
          <p:cNvPr id="147" name="Content Placeholder 13" descr=""/>
          <p:cNvPicPr/>
          <p:nvPr/>
        </p:nvPicPr>
        <p:blipFill>
          <a:blip r:embed="rId3"/>
          <a:stretch/>
        </p:blipFill>
        <p:spPr>
          <a:xfrm>
            <a:off x="2771640" y="1555920"/>
            <a:ext cx="6280200" cy="4619880"/>
          </a:xfrm>
          <a:prstGeom prst="rect">
            <a:avLst/>
          </a:prstGeom>
          <a:ln>
            <a:noFill/>
          </a:ln>
        </p:spPr>
      </p:pic>
    </p:spTree>
  </p:cSld>
  <p:timing>
    <p:tnLst>
      <p:par>
        <p:cTn id="107" dur="indefinite" restart="never" nodeType="tmRoot">
          <p:childTnLst>
            <p:seq>
              <p:cTn id="108" dur="indefinite" nodeType="mainSeq"/>
              <p:prevCondLst>
                <p:cond delay="0" evt="onPrev">
                  <p:tgtEl>
                    <p:sldTgt/>
                  </p:tgtEl>
                </p:cond>
              </p:prevCondLst>
              <p:nextCondLst>
                <p:cond delay="0" evt="onNext">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 name="CustomShape 1"/>
          <p:cNvSpPr/>
          <p:nvPr/>
        </p:nvSpPr>
        <p:spPr>
          <a:xfrm>
            <a:off x="838080" y="365040"/>
            <a:ext cx="10514160" cy="1324080"/>
          </a:xfrm>
          <a:prstGeom prst="rect">
            <a:avLst/>
          </a:prstGeom>
          <a:noFill/>
          <a:ln>
            <a:noFill/>
          </a:ln>
        </p:spPr>
        <p:style>
          <a:lnRef idx="0"/>
          <a:fillRef idx="0"/>
          <a:effectRef idx="0"/>
          <a:fontRef idx="minor"/>
        </p:style>
        <p:txBody>
          <a:bodyPr lIns="90000" rIns="90000" tIns="45000" bIns="45000" anchor="ctr"/>
          <a:p>
            <a:pPr>
              <a:lnSpc>
                <a:spcPct val="90000"/>
              </a:lnSpc>
            </a:pPr>
            <a:r>
              <a:rPr b="1" lang="en-US" sz="4400" spc="-1" strike="noStrike">
                <a:solidFill>
                  <a:srgbClr val="000000"/>
                </a:solidFill>
                <a:latin typeface="Calibri Light"/>
                <a:ea typeface="DejaVu Sans"/>
              </a:rPr>
              <a:t>AAA</a:t>
            </a:r>
            <a:endParaRPr b="0" lang="en-US" sz="4400" spc="-1" strike="noStrike">
              <a:latin typeface="Arial"/>
            </a:endParaRPr>
          </a:p>
        </p:txBody>
      </p:sp>
      <p:sp>
        <p:nvSpPr>
          <p:cNvPr id="149" name="CustomShape 2"/>
          <p:cNvSpPr/>
          <p:nvPr/>
        </p:nvSpPr>
        <p:spPr>
          <a:xfrm>
            <a:off x="1003680" y="1690560"/>
            <a:ext cx="10348560" cy="4987080"/>
          </a:xfrm>
          <a:prstGeom prst="rect">
            <a:avLst/>
          </a:prstGeom>
          <a:noFill/>
          <a:ln>
            <a:noFill/>
          </a:ln>
        </p:spPr>
        <p:style>
          <a:lnRef idx="0"/>
          <a:fillRef idx="0"/>
          <a:effectRef idx="0"/>
          <a:fontRef idx="minor"/>
        </p:style>
        <p:txBody>
          <a:bodyPr lIns="90000" rIns="90000" tIns="45000" bIns="45000">
            <a:normAutofit/>
          </a:bodyPr>
          <a:p>
            <a:pPr marL="228600" indent="-227160">
              <a:lnSpc>
                <a:spcPct val="90000"/>
              </a:lnSpc>
              <a:spcBef>
                <a:spcPts val="1001"/>
              </a:spcBef>
              <a:buClr>
                <a:srgbClr val="000000"/>
              </a:buClr>
              <a:buFont typeface="Arial"/>
              <a:buChar char="•"/>
            </a:pPr>
            <a:r>
              <a:rPr b="0" lang="en-US" sz="2800" spc="-1" strike="noStrike">
                <a:solidFill>
                  <a:srgbClr val="000000"/>
                </a:solidFill>
                <a:latin typeface="Calibri"/>
                <a:ea typeface="DejaVu Sans"/>
              </a:rPr>
              <a:t>Authentication</a:t>
            </a:r>
            <a:endParaRPr b="0" lang="en-US" sz="2800" spc="-1" strike="noStrike">
              <a:latin typeface="Arial"/>
            </a:endParaRPr>
          </a:p>
          <a:p>
            <a:pPr>
              <a:lnSpc>
                <a:spcPct val="90000"/>
              </a:lnSpc>
              <a:spcBef>
                <a:spcPts val="1001"/>
              </a:spcBef>
            </a:pPr>
            <a:endParaRPr b="0" lang="en-US" sz="2800" spc="-1" strike="noStrike">
              <a:latin typeface="Arial"/>
            </a:endParaRPr>
          </a:p>
          <a:p>
            <a:pPr lvl="1" marL="685800" indent="-227160">
              <a:lnSpc>
                <a:spcPct val="90000"/>
              </a:lnSpc>
              <a:spcBef>
                <a:spcPts val="499"/>
              </a:spcBef>
              <a:buClr>
                <a:srgbClr val="000000"/>
              </a:buClr>
              <a:buFont typeface="Arial"/>
              <a:buChar char="•"/>
            </a:pPr>
            <a:r>
              <a:rPr b="0" lang="en-US" sz="2400" spc="-1" strike="noStrike">
                <a:solidFill>
                  <a:srgbClr val="000000"/>
                </a:solidFill>
                <a:latin typeface="Calibri"/>
                <a:ea typeface="DejaVu Sans"/>
              </a:rPr>
              <a:t>Authentication occurs when a control provides proof that a user possesses the identity that he or she claims. </a:t>
            </a:r>
            <a:endParaRPr b="0" lang="en-US" sz="2400" spc="-1" strike="noStrike">
              <a:latin typeface="Arial"/>
            </a:endParaRPr>
          </a:p>
          <a:p>
            <a:pPr>
              <a:lnSpc>
                <a:spcPct val="100000"/>
              </a:lnSpc>
            </a:pPr>
            <a:endParaRPr b="0" lang="en-US" sz="2400" spc="-1" strike="noStrike">
              <a:latin typeface="Arial"/>
            </a:endParaRPr>
          </a:p>
          <a:p>
            <a:pPr lvl="1" marL="685800" indent="-227160">
              <a:lnSpc>
                <a:spcPct val="90000"/>
              </a:lnSpc>
              <a:spcBef>
                <a:spcPts val="499"/>
              </a:spcBef>
              <a:buClr>
                <a:srgbClr val="000000"/>
              </a:buClr>
              <a:buFont typeface="Arial"/>
              <a:buChar char="•"/>
            </a:pPr>
            <a:r>
              <a:rPr b="0" lang="en-US" sz="2400" spc="-1" strike="noStrike">
                <a:solidFill>
                  <a:srgbClr val="000000"/>
                </a:solidFill>
                <a:latin typeface="Calibri"/>
                <a:ea typeface="DejaVu Sans"/>
              </a:rPr>
              <a:t>Examples</a:t>
            </a:r>
            <a:endParaRPr b="0" lang="en-US" sz="2400" spc="-1" strike="noStrike">
              <a:latin typeface="Arial"/>
            </a:endParaRPr>
          </a:p>
          <a:p>
            <a:pPr lvl="2" marL="1143000" indent="-227160">
              <a:lnSpc>
                <a:spcPct val="90000"/>
              </a:lnSpc>
              <a:spcBef>
                <a:spcPts val="499"/>
              </a:spcBef>
              <a:buClr>
                <a:srgbClr val="000000"/>
              </a:buClr>
              <a:buFont typeface="Arial"/>
              <a:buChar char="•"/>
            </a:pPr>
            <a:r>
              <a:rPr b="0" lang="en-US" sz="2000" spc="-1" strike="noStrike">
                <a:solidFill>
                  <a:srgbClr val="000000"/>
                </a:solidFill>
                <a:latin typeface="Calibri"/>
                <a:ea typeface="DejaVu Sans"/>
              </a:rPr>
              <a:t>Verifying the identification information</a:t>
            </a:r>
            <a:endParaRPr b="0" lang="en-US" sz="2000" spc="-1" strike="noStrike">
              <a:latin typeface="Arial"/>
            </a:endParaRPr>
          </a:p>
          <a:p>
            <a:pPr lvl="2" marL="1143000" indent="-227160">
              <a:lnSpc>
                <a:spcPct val="90000"/>
              </a:lnSpc>
              <a:spcBef>
                <a:spcPts val="499"/>
              </a:spcBef>
              <a:buClr>
                <a:srgbClr val="000000"/>
              </a:buClr>
              <a:buFont typeface="Arial"/>
              <a:buChar char="•"/>
            </a:pPr>
            <a:r>
              <a:rPr b="0" lang="en-US" sz="2000" spc="-1" strike="noStrike">
                <a:solidFill>
                  <a:srgbClr val="000000"/>
                </a:solidFill>
                <a:latin typeface="Calibri"/>
                <a:ea typeface="DejaVu Sans"/>
              </a:rPr>
              <a:t>Passphrase, PIN value, biometric, one-time password, password</a:t>
            </a:r>
            <a:endParaRPr b="0" lang="en-US" sz="2000" spc="-1" strike="noStrike">
              <a:latin typeface="Arial"/>
            </a:endParaRPr>
          </a:p>
          <a:p>
            <a:pPr>
              <a:lnSpc>
                <a:spcPct val="100000"/>
              </a:lnSpc>
            </a:pPr>
            <a:endParaRPr b="0" lang="en-US" sz="2000" spc="-1" strike="noStrike">
              <a:latin typeface="Arial"/>
            </a:endParaRPr>
          </a:p>
          <a:p>
            <a:pPr lvl="1" marL="685800" indent="-227160">
              <a:lnSpc>
                <a:spcPct val="90000"/>
              </a:lnSpc>
              <a:spcBef>
                <a:spcPts val="499"/>
              </a:spcBef>
              <a:buClr>
                <a:srgbClr val="000000"/>
              </a:buClr>
              <a:buFont typeface="Arial"/>
              <a:buChar char="•"/>
            </a:pPr>
            <a:r>
              <a:rPr b="0" lang="en-US" sz="2400" spc="-1" strike="noStrike">
                <a:solidFill>
                  <a:srgbClr val="000000"/>
                </a:solidFill>
                <a:latin typeface="Calibri"/>
                <a:ea typeface="DejaVu Sans"/>
              </a:rPr>
              <a:t>Protocol Examples</a:t>
            </a:r>
            <a:endParaRPr b="0" lang="en-US" sz="2400" spc="-1" strike="noStrike">
              <a:latin typeface="Arial"/>
            </a:endParaRPr>
          </a:p>
          <a:p>
            <a:pPr lvl="2" marL="1143000" indent="-227160">
              <a:lnSpc>
                <a:spcPct val="90000"/>
              </a:lnSpc>
              <a:spcBef>
                <a:spcPts val="499"/>
              </a:spcBef>
              <a:buClr>
                <a:srgbClr val="000000"/>
              </a:buClr>
              <a:buFont typeface="Arial"/>
              <a:buChar char="•"/>
            </a:pPr>
            <a:r>
              <a:rPr b="0" lang="en-US" sz="2000" spc="-1" strike="noStrike">
                <a:solidFill>
                  <a:srgbClr val="000000"/>
                </a:solidFill>
                <a:latin typeface="Calibri"/>
                <a:ea typeface="DejaVu Sans"/>
              </a:rPr>
              <a:t>PAP, CHAP</a:t>
            </a:r>
            <a:endParaRPr b="0" lang="en-US" sz="2000" spc="-1" strike="noStrike">
              <a:latin typeface="Arial"/>
            </a:endParaRPr>
          </a:p>
          <a:p>
            <a:pPr>
              <a:lnSpc>
                <a:spcPct val="100000"/>
              </a:lnSpc>
            </a:pPr>
            <a:endParaRPr b="0" lang="en-US" sz="2000" spc="-1" strike="noStrike">
              <a:latin typeface="Arial"/>
            </a:endParaRPr>
          </a:p>
          <a:p>
            <a:pPr>
              <a:lnSpc>
                <a:spcPct val="100000"/>
              </a:lnSpc>
            </a:pPr>
            <a:endParaRPr b="0" lang="en-US" sz="2000" spc="-1" strike="noStrike">
              <a:latin typeface="Arial"/>
            </a:endParaRPr>
          </a:p>
        </p:txBody>
      </p:sp>
      <p:pic>
        <p:nvPicPr>
          <p:cNvPr id="150" name="Picture 3" descr=""/>
          <p:cNvPicPr/>
          <p:nvPr/>
        </p:nvPicPr>
        <p:blipFill>
          <a:blip r:embed="rId1"/>
          <a:srcRect l="-4856" t="17234" r="4856" b="21958"/>
          <a:stretch/>
        </p:blipFill>
        <p:spPr>
          <a:xfrm>
            <a:off x="10883880" y="0"/>
            <a:ext cx="1306800" cy="793800"/>
          </a:xfrm>
          <a:prstGeom prst="rect">
            <a:avLst/>
          </a:prstGeom>
          <a:ln>
            <a:noFill/>
          </a:ln>
        </p:spPr>
      </p:pic>
      <p:pic>
        <p:nvPicPr>
          <p:cNvPr id="151" name="Picture 4" descr=""/>
          <p:cNvPicPr/>
          <p:nvPr/>
        </p:nvPicPr>
        <p:blipFill>
          <a:blip r:embed="rId2"/>
          <a:stretch/>
        </p:blipFill>
        <p:spPr>
          <a:xfrm>
            <a:off x="7873920" y="80280"/>
            <a:ext cx="3008520" cy="633600"/>
          </a:xfrm>
          <a:prstGeom prst="rect">
            <a:avLst/>
          </a:prstGeom>
          <a:ln>
            <a:noFill/>
          </a:ln>
        </p:spPr>
      </p:pic>
    </p:spTree>
  </p:cSld>
  <p:timing>
    <p:tnLst>
      <p:par>
        <p:cTn id="109" dur="indefinite" restart="never" nodeType="tmRoot">
          <p:childTnLst>
            <p:seq>
              <p:cTn id="110" dur="indefinite" nodeType="mainSeq"/>
              <p:prevCondLst>
                <p:cond delay="0" evt="onPrev">
                  <p:tgtEl>
                    <p:sldTgt/>
                  </p:tgtEl>
                </p:cond>
              </p:prevCondLst>
              <p:nextCondLst>
                <p:cond delay="0" evt="onNext">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 name="CustomShape 1"/>
          <p:cNvSpPr/>
          <p:nvPr/>
        </p:nvSpPr>
        <p:spPr>
          <a:xfrm>
            <a:off x="838080" y="365040"/>
            <a:ext cx="10514160" cy="1324080"/>
          </a:xfrm>
          <a:prstGeom prst="rect">
            <a:avLst/>
          </a:prstGeom>
          <a:noFill/>
          <a:ln>
            <a:noFill/>
          </a:ln>
        </p:spPr>
        <p:style>
          <a:lnRef idx="0"/>
          <a:fillRef idx="0"/>
          <a:effectRef idx="0"/>
          <a:fontRef idx="minor"/>
        </p:style>
        <p:txBody>
          <a:bodyPr lIns="90000" rIns="90000" tIns="45000" bIns="45000" anchor="ctr"/>
          <a:p>
            <a:pPr>
              <a:lnSpc>
                <a:spcPct val="90000"/>
              </a:lnSpc>
            </a:pPr>
            <a:r>
              <a:rPr b="1" lang="en-US" sz="4400" spc="-1" strike="noStrike">
                <a:solidFill>
                  <a:srgbClr val="000000"/>
                </a:solidFill>
                <a:latin typeface="Calibri Light"/>
                <a:ea typeface="DejaVu Sans"/>
              </a:rPr>
              <a:t>AAA</a:t>
            </a:r>
            <a:endParaRPr b="0" lang="en-US" sz="4400" spc="-1" strike="noStrike">
              <a:latin typeface="Arial"/>
            </a:endParaRPr>
          </a:p>
        </p:txBody>
      </p:sp>
      <p:sp>
        <p:nvSpPr>
          <p:cNvPr id="153" name="CustomShape 2"/>
          <p:cNvSpPr/>
          <p:nvPr/>
        </p:nvSpPr>
        <p:spPr>
          <a:xfrm>
            <a:off x="993960" y="1580400"/>
            <a:ext cx="10683000" cy="5027760"/>
          </a:xfrm>
          <a:prstGeom prst="rect">
            <a:avLst/>
          </a:prstGeom>
          <a:noFill/>
          <a:ln>
            <a:noFill/>
          </a:ln>
        </p:spPr>
        <p:style>
          <a:lnRef idx="0"/>
          <a:fillRef idx="0"/>
          <a:effectRef idx="0"/>
          <a:fontRef idx="minor"/>
        </p:style>
        <p:txBody>
          <a:bodyPr lIns="90000" rIns="90000" tIns="45000" bIns="45000">
            <a:normAutofit/>
          </a:bodyPr>
          <a:p>
            <a:pPr marL="228600" indent="-227160">
              <a:lnSpc>
                <a:spcPct val="90000"/>
              </a:lnSpc>
              <a:spcBef>
                <a:spcPts val="1001"/>
              </a:spcBef>
              <a:buClr>
                <a:srgbClr val="000000"/>
              </a:buClr>
              <a:buFont typeface="Arial"/>
              <a:buChar char="•"/>
            </a:pPr>
            <a:r>
              <a:rPr b="0" lang="en-US" sz="2800" spc="-1" strike="noStrike">
                <a:solidFill>
                  <a:srgbClr val="000000"/>
                </a:solidFill>
                <a:latin typeface="Calibri"/>
                <a:ea typeface="DejaVu Sans"/>
              </a:rPr>
              <a:t>Authentication and Identification </a:t>
            </a:r>
            <a:endParaRPr b="0" lang="en-US" sz="2800" spc="-1" strike="noStrike">
              <a:latin typeface="Arial"/>
            </a:endParaRPr>
          </a:p>
          <a:p>
            <a:pPr>
              <a:lnSpc>
                <a:spcPct val="90000"/>
              </a:lnSpc>
              <a:spcBef>
                <a:spcPts val="1001"/>
              </a:spcBef>
            </a:pPr>
            <a:endParaRPr b="0" lang="en-US" sz="2800" spc="-1" strike="noStrike">
              <a:latin typeface="Arial"/>
            </a:endParaRPr>
          </a:p>
          <a:p>
            <a:pPr lvl="1" marL="685800" indent="-227160" algn="just">
              <a:lnSpc>
                <a:spcPct val="90000"/>
              </a:lnSpc>
              <a:spcBef>
                <a:spcPts val="499"/>
              </a:spcBef>
              <a:buClr>
                <a:srgbClr val="000000"/>
              </a:buClr>
              <a:buFont typeface="Arial"/>
              <a:buChar char="•"/>
            </a:pPr>
            <a:r>
              <a:rPr b="0" lang="en-US" sz="2400" spc="-1" strike="noStrike">
                <a:solidFill>
                  <a:srgbClr val="000000"/>
                </a:solidFill>
                <a:latin typeface="Calibri"/>
                <a:ea typeface="DejaVu Sans"/>
              </a:rPr>
              <a:t>Once a person has been identified through the user ID or a similar value, she must be authenticated, which means she must prove she is who she says she is. </a:t>
            </a:r>
            <a:endParaRPr b="0" lang="en-US" sz="2400" spc="-1" strike="noStrike">
              <a:latin typeface="Arial"/>
            </a:endParaRPr>
          </a:p>
          <a:p>
            <a:pPr>
              <a:lnSpc>
                <a:spcPct val="100000"/>
              </a:lnSpc>
            </a:pPr>
            <a:endParaRPr b="0" lang="en-US" sz="2400" spc="-1" strike="noStrike">
              <a:latin typeface="Arial"/>
            </a:endParaRPr>
          </a:p>
          <a:p>
            <a:pPr lvl="1" marL="685800" indent="-227160" algn="just">
              <a:lnSpc>
                <a:spcPct val="90000"/>
              </a:lnSpc>
              <a:spcBef>
                <a:spcPts val="499"/>
              </a:spcBef>
              <a:buClr>
                <a:srgbClr val="000000"/>
              </a:buClr>
              <a:buFont typeface="Arial"/>
              <a:buChar char="•"/>
            </a:pPr>
            <a:r>
              <a:rPr b="0" lang="en-US" sz="2400" spc="-1" strike="noStrike">
                <a:solidFill>
                  <a:srgbClr val="000000"/>
                </a:solidFill>
                <a:latin typeface="Calibri"/>
                <a:ea typeface="DejaVu Sans"/>
              </a:rPr>
              <a:t>Three general factors can be used for authentication: something a person knows, something a person has, and something a person is.</a:t>
            </a:r>
            <a:endParaRPr b="0" lang="en-US" sz="2400" spc="-1" strike="noStrike">
              <a:latin typeface="Arial"/>
            </a:endParaRPr>
          </a:p>
          <a:p>
            <a:pPr>
              <a:lnSpc>
                <a:spcPct val="100000"/>
              </a:lnSpc>
            </a:pPr>
            <a:endParaRPr b="0" lang="en-US" sz="2400" spc="-1" strike="noStrike">
              <a:latin typeface="Arial"/>
            </a:endParaRPr>
          </a:p>
          <a:p>
            <a:pPr>
              <a:lnSpc>
                <a:spcPct val="100000"/>
              </a:lnSpc>
            </a:pPr>
            <a:endParaRPr b="0" lang="en-US" sz="2400" spc="-1" strike="noStrike">
              <a:latin typeface="Arial"/>
            </a:endParaRPr>
          </a:p>
        </p:txBody>
      </p:sp>
      <p:pic>
        <p:nvPicPr>
          <p:cNvPr id="154" name="Picture 3" descr=""/>
          <p:cNvPicPr/>
          <p:nvPr/>
        </p:nvPicPr>
        <p:blipFill>
          <a:blip r:embed="rId1"/>
          <a:srcRect l="-4856" t="17234" r="4856" b="21958"/>
          <a:stretch/>
        </p:blipFill>
        <p:spPr>
          <a:xfrm>
            <a:off x="10883880" y="0"/>
            <a:ext cx="1306800" cy="793800"/>
          </a:xfrm>
          <a:prstGeom prst="rect">
            <a:avLst/>
          </a:prstGeom>
          <a:ln>
            <a:noFill/>
          </a:ln>
        </p:spPr>
      </p:pic>
      <p:pic>
        <p:nvPicPr>
          <p:cNvPr id="155" name="Picture 4" descr=""/>
          <p:cNvPicPr/>
          <p:nvPr/>
        </p:nvPicPr>
        <p:blipFill>
          <a:blip r:embed="rId2"/>
          <a:stretch/>
        </p:blipFill>
        <p:spPr>
          <a:xfrm>
            <a:off x="7873920" y="80280"/>
            <a:ext cx="3008520" cy="633600"/>
          </a:xfrm>
          <a:prstGeom prst="rect">
            <a:avLst/>
          </a:prstGeom>
          <a:ln>
            <a:noFill/>
          </a:ln>
        </p:spPr>
      </p:pic>
    </p:spTree>
  </p:cSld>
  <p:timing>
    <p:tnLst>
      <p:par>
        <p:cTn id="111" dur="indefinite" restart="never" nodeType="tmRoot">
          <p:childTnLst>
            <p:seq>
              <p:cTn id="112" dur="indefinite" nodeType="mainSeq"/>
              <p:prevCondLst>
                <p:cond delay="0" evt="onPrev">
                  <p:tgtEl>
                    <p:sldTgt/>
                  </p:tgtEl>
                </p:cond>
              </p:prevCondLst>
              <p:nextCondLst>
                <p:cond delay="0" evt="onNext">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 name="CustomShape 1"/>
          <p:cNvSpPr/>
          <p:nvPr/>
        </p:nvSpPr>
        <p:spPr>
          <a:xfrm>
            <a:off x="838080" y="365040"/>
            <a:ext cx="10514160" cy="1324080"/>
          </a:xfrm>
          <a:prstGeom prst="rect">
            <a:avLst/>
          </a:prstGeom>
          <a:noFill/>
          <a:ln>
            <a:noFill/>
          </a:ln>
        </p:spPr>
        <p:style>
          <a:lnRef idx="0"/>
          <a:fillRef idx="0"/>
          <a:effectRef idx="0"/>
          <a:fontRef idx="minor"/>
        </p:style>
        <p:txBody>
          <a:bodyPr lIns="90000" rIns="90000" tIns="45000" bIns="45000" anchor="ctr"/>
          <a:p>
            <a:pPr>
              <a:lnSpc>
                <a:spcPct val="90000"/>
              </a:lnSpc>
            </a:pPr>
            <a:r>
              <a:rPr b="1" lang="en-US" sz="4400" spc="-1" strike="noStrike">
                <a:solidFill>
                  <a:srgbClr val="000000"/>
                </a:solidFill>
                <a:latin typeface="Calibri Light"/>
                <a:ea typeface="DejaVu Sans"/>
              </a:rPr>
              <a:t>AAA</a:t>
            </a:r>
            <a:endParaRPr b="0" lang="en-US" sz="4400" spc="-1" strike="noStrike">
              <a:latin typeface="Arial"/>
            </a:endParaRPr>
          </a:p>
        </p:txBody>
      </p:sp>
      <p:sp>
        <p:nvSpPr>
          <p:cNvPr id="157" name="CustomShape 2"/>
          <p:cNvSpPr/>
          <p:nvPr/>
        </p:nvSpPr>
        <p:spPr>
          <a:xfrm>
            <a:off x="2022480" y="1414440"/>
            <a:ext cx="7554960" cy="4710240"/>
          </a:xfrm>
          <a:prstGeom prst="rect">
            <a:avLst/>
          </a:prstGeom>
          <a:noFill/>
          <a:ln>
            <a:noFill/>
          </a:ln>
        </p:spPr>
        <p:style>
          <a:lnRef idx="0"/>
          <a:fillRef idx="0"/>
          <a:effectRef idx="0"/>
          <a:fontRef idx="minor"/>
        </p:style>
        <p:txBody>
          <a:bodyPr lIns="90000" rIns="90000" tIns="45000" bIns="45000">
            <a:normAutofit/>
          </a:bodyPr>
          <a:p>
            <a:pPr marL="228600" indent="-227160">
              <a:lnSpc>
                <a:spcPct val="90000"/>
              </a:lnSpc>
              <a:spcBef>
                <a:spcPts val="1001"/>
              </a:spcBef>
              <a:buClr>
                <a:srgbClr val="000000"/>
              </a:buClr>
              <a:buFont typeface="Arial"/>
              <a:buChar char="•"/>
            </a:pPr>
            <a:r>
              <a:rPr b="0" lang="en-US" sz="2800" spc="-1" strike="noStrike">
                <a:solidFill>
                  <a:srgbClr val="000000"/>
                </a:solidFill>
                <a:latin typeface="Calibri"/>
                <a:ea typeface="DejaVu Sans"/>
              </a:rPr>
              <a:t>Authorizations </a:t>
            </a:r>
            <a:endParaRPr b="0" lang="en-US" sz="2800" spc="-1" strike="noStrike">
              <a:latin typeface="Arial"/>
            </a:endParaRPr>
          </a:p>
          <a:p>
            <a:pPr>
              <a:lnSpc>
                <a:spcPct val="90000"/>
              </a:lnSpc>
              <a:spcBef>
                <a:spcPts val="1001"/>
              </a:spcBef>
            </a:pPr>
            <a:endParaRPr b="0" lang="en-US" sz="2800" spc="-1" strike="noStrike">
              <a:latin typeface="Arial"/>
            </a:endParaRPr>
          </a:p>
          <a:p>
            <a:pPr lvl="1" marL="685800" indent="-227160" algn="just">
              <a:lnSpc>
                <a:spcPct val="90000"/>
              </a:lnSpc>
              <a:spcBef>
                <a:spcPts val="499"/>
              </a:spcBef>
              <a:buClr>
                <a:srgbClr val="000000"/>
              </a:buClr>
              <a:buFont typeface="Arial"/>
              <a:buChar char="•"/>
            </a:pPr>
            <a:r>
              <a:rPr b="0" lang="en-US" sz="2400" spc="-1" strike="noStrike">
                <a:solidFill>
                  <a:srgbClr val="000000"/>
                </a:solidFill>
                <a:latin typeface="Calibri"/>
                <a:ea typeface="DejaVu Sans"/>
              </a:rPr>
              <a:t>Now that I know who you are, let’s see if I will let you do what you want.</a:t>
            </a:r>
            <a:endParaRPr b="0" lang="en-US" sz="2400" spc="-1" strike="noStrike">
              <a:latin typeface="Arial"/>
            </a:endParaRPr>
          </a:p>
          <a:p>
            <a:pPr>
              <a:lnSpc>
                <a:spcPct val="100000"/>
              </a:lnSpc>
            </a:pPr>
            <a:endParaRPr b="0" lang="en-US" sz="2400" spc="-1" strike="noStrike">
              <a:latin typeface="Arial"/>
            </a:endParaRPr>
          </a:p>
          <a:p>
            <a:pPr lvl="1" marL="685800" indent="-227160" algn="just">
              <a:lnSpc>
                <a:spcPct val="90000"/>
              </a:lnSpc>
              <a:spcBef>
                <a:spcPts val="499"/>
              </a:spcBef>
              <a:buClr>
                <a:srgbClr val="000000"/>
              </a:buClr>
              <a:buFont typeface="Arial"/>
              <a:buChar char="•"/>
            </a:pPr>
            <a:r>
              <a:rPr b="0" lang="en-US" sz="2400" spc="-1" strike="noStrike">
                <a:solidFill>
                  <a:srgbClr val="000000"/>
                </a:solidFill>
                <a:latin typeface="Calibri"/>
                <a:ea typeface="DejaVu Sans"/>
              </a:rPr>
              <a:t>After the identity of a user is authenticated, a process called authorization provides assurance that the user (whether a person or a computer) has been specifically and explicitly authorized by the proper authority to access, update, or delete the contents of an information asset. </a:t>
            </a:r>
            <a:endParaRPr b="0" lang="en-US" sz="2400" spc="-1" strike="noStrike">
              <a:latin typeface="Arial"/>
            </a:endParaRPr>
          </a:p>
          <a:p>
            <a:pPr>
              <a:lnSpc>
                <a:spcPct val="100000"/>
              </a:lnSpc>
            </a:pPr>
            <a:endParaRPr b="0" lang="en-US" sz="2400" spc="-1" strike="noStrike">
              <a:latin typeface="Arial"/>
            </a:endParaRPr>
          </a:p>
        </p:txBody>
      </p:sp>
      <p:pic>
        <p:nvPicPr>
          <p:cNvPr id="158" name="Picture 3" descr=""/>
          <p:cNvPicPr/>
          <p:nvPr/>
        </p:nvPicPr>
        <p:blipFill>
          <a:blip r:embed="rId1"/>
          <a:srcRect l="-4856" t="17234" r="4856" b="21958"/>
          <a:stretch/>
        </p:blipFill>
        <p:spPr>
          <a:xfrm>
            <a:off x="10883880" y="0"/>
            <a:ext cx="1306800" cy="793800"/>
          </a:xfrm>
          <a:prstGeom prst="rect">
            <a:avLst/>
          </a:prstGeom>
          <a:ln>
            <a:noFill/>
          </a:ln>
        </p:spPr>
      </p:pic>
      <p:pic>
        <p:nvPicPr>
          <p:cNvPr id="159" name="Picture 4" descr=""/>
          <p:cNvPicPr/>
          <p:nvPr/>
        </p:nvPicPr>
        <p:blipFill>
          <a:blip r:embed="rId2"/>
          <a:stretch/>
        </p:blipFill>
        <p:spPr>
          <a:xfrm>
            <a:off x="7873920" y="80280"/>
            <a:ext cx="3008520" cy="633600"/>
          </a:xfrm>
          <a:prstGeom prst="rect">
            <a:avLst/>
          </a:prstGeom>
          <a:ln>
            <a:noFill/>
          </a:ln>
        </p:spPr>
      </p:pic>
    </p:spTree>
  </p:cSld>
  <p:timing>
    <p:tnLst>
      <p:par>
        <p:cTn id="113" dur="indefinite" restart="never" nodeType="tmRoot">
          <p:childTnLst>
            <p:seq>
              <p:cTn id="114" dur="indefinite" nodeType="mainSeq"/>
              <p:prevCondLst>
                <p:cond delay="0" evt="onPrev">
                  <p:tgtEl>
                    <p:sldTgt/>
                  </p:tgtEl>
                </p:cond>
              </p:prevCondLst>
              <p:nextCondLst>
                <p:cond delay="0" evt="onNext">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0" name="CustomShape 1"/>
          <p:cNvSpPr/>
          <p:nvPr/>
        </p:nvSpPr>
        <p:spPr>
          <a:xfrm>
            <a:off x="838080" y="365040"/>
            <a:ext cx="10514160" cy="1324080"/>
          </a:xfrm>
          <a:prstGeom prst="rect">
            <a:avLst/>
          </a:prstGeom>
          <a:noFill/>
          <a:ln>
            <a:noFill/>
          </a:ln>
        </p:spPr>
        <p:style>
          <a:lnRef idx="0"/>
          <a:fillRef idx="0"/>
          <a:effectRef idx="0"/>
          <a:fontRef idx="minor"/>
        </p:style>
        <p:txBody>
          <a:bodyPr lIns="90000" rIns="90000" tIns="45000" bIns="45000" anchor="ctr"/>
          <a:p>
            <a:pPr>
              <a:lnSpc>
                <a:spcPct val="90000"/>
              </a:lnSpc>
            </a:pPr>
            <a:r>
              <a:rPr b="1" lang="en-US" sz="4400" spc="-1" strike="noStrike">
                <a:solidFill>
                  <a:srgbClr val="000000"/>
                </a:solidFill>
                <a:latin typeface="Calibri Light"/>
                <a:ea typeface="DejaVu Sans"/>
              </a:rPr>
              <a:t>AAA</a:t>
            </a:r>
            <a:endParaRPr b="0" lang="en-US" sz="4400" spc="-1" strike="noStrike">
              <a:latin typeface="Arial"/>
            </a:endParaRPr>
          </a:p>
        </p:txBody>
      </p:sp>
      <p:sp>
        <p:nvSpPr>
          <p:cNvPr id="161" name="CustomShape 2"/>
          <p:cNvSpPr/>
          <p:nvPr/>
        </p:nvSpPr>
        <p:spPr>
          <a:xfrm>
            <a:off x="2022480" y="1414440"/>
            <a:ext cx="7554960" cy="4710240"/>
          </a:xfrm>
          <a:prstGeom prst="rect">
            <a:avLst/>
          </a:prstGeom>
          <a:noFill/>
          <a:ln>
            <a:noFill/>
          </a:ln>
        </p:spPr>
        <p:style>
          <a:lnRef idx="0"/>
          <a:fillRef idx="0"/>
          <a:effectRef idx="0"/>
          <a:fontRef idx="minor"/>
        </p:style>
        <p:txBody>
          <a:bodyPr lIns="90000" rIns="90000" tIns="45000" bIns="45000">
            <a:normAutofit/>
          </a:bodyPr>
          <a:p>
            <a:pPr marL="228600" indent="-227160">
              <a:lnSpc>
                <a:spcPct val="90000"/>
              </a:lnSpc>
              <a:spcBef>
                <a:spcPts val="1001"/>
              </a:spcBef>
              <a:buClr>
                <a:srgbClr val="000000"/>
              </a:buClr>
              <a:buFont typeface="Arial"/>
              <a:buChar char="•"/>
            </a:pPr>
            <a:r>
              <a:rPr b="0" lang="en-US" sz="2800" spc="-1" strike="noStrike">
                <a:solidFill>
                  <a:srgbClr val="000000"/>
                </a:solidFill>
                <a:latin typeface="Calibri"/>
                <a:ea typeface="DejaVu Sans"/>
              </a:rPr>
              <a:t>Accounting  </a:t>
            </a:r>
            <a:endParaRPr b="0" lang="en-US" sz="2800" spc="-1" strike="noStrike">
              <a:latin typeface="Arial"/>
            </a:endParaRPr>
          </a:p>
          <a:p>
            <a:pPr>
              <a:lnSpc>
                <a:spcPct val="90000"/>
              </a:lnSpc>
              <a:spcBef>
                <a:spcPts val="1001"/>
              </a:spcBef>
            </a:pPr>
            <a:endParaRPr b="0" lang="en-US" sz="2800" spc="-1" strike="noStrike">
              <a:latin typeface="Arial"/>
            </a:endParaRPr>
          </a:p>
          <a:p>
            <a:pPr lvl="1" marL="685800" indent="-227160">
              <a:lnSpc>
                <a:spcPct val="90000"/>
              </a:lnSpc>
              <a:spcBef>
                <a:spcPts val="499"/>
              </a:spcBef>
              <a:buClr>
                <a:srgbClr val="000000"/>
              </a:buClr>
              <a:buFont typeface="Arial"/>
              <a:buChar char="•"/>
            </a:pPr>
            <a:r>
              <a:rPr b="0" lang="en-US" sz="2400" spc="-1" strike="noStrike">
                <a:solidFill>
                  <a:srgbClr val="000000"/>
                </a:solidFill>
                <a:latin typeface="Calibri"/>
                <a:ea typeface="DejaVu Sans"/>
              </a:rPr>
              <a:t>The characteristic of accountability exists when a control provides assurance that every activity undertaken can be attributed to a named person or automated process. </a:t>
            </a:r>
            <a:endParaRPr b="0" lang="en-US" sz="2400" spc="-1" strike="noStrike">
              <a:latin typeface="Arial"/>
            </a:endParaRPr>
          </a:p>
          <a:p>
            <a:pPr>
              <a:lnSpc>
                <a:spcPct val="100000"/>
              </a:lnSpc>
            </a:pPr>
            <a:endParaRPr b="0" lang="en-US" sz="2400" spc="-1" strike="noStrike">
              <a:latin typeface="Arial"/>
            </a:endParaRPr>
          </a:p>
          <a:p>
            <a:pPr lvl="1" marL="685800" indent="-227160">
              <a:lnSpc>
                <a:spcPct val="90000"/>
              </a:lnSpc>
              <a:spcBef>
                <a:spcPts val="499"/>
              </a:spcBef>
              <a:buClr>
                <a:srgbClr val="000000"/>
              </a:buClr>
              <a:buFont typeface="Arial"/>
              <a:buChar char="•"/>
            </a:pPr>
            <a:r>
              <a:rPr b="0" lang="en-US" sz="2400" spc="-1" strike="noStrike">
                <a:solidFill>
                  <a:srgbClr val="000000"/>
                </a:solidFill>
                <a:latin typeface="Calibri"/>
                <a:ea typeface="DejaVu Sans"/>
              </a:rPr>
              <a:t>Examples </a:t>
            </a:r>
            <a:endParaRPr b="0" lang="en-US" sz="2400" spc="-1" strike="noStrike">
              <a:latin typeface="Arial"/>
            </a:endParaRPr>
          </a:p>
          <a:p>
            <a:pPr lvl="2" marL="1143000" indent="-227160">
              <a:lnSpc>
                <a:spcPct val="90000"/>
              </a:lnSpc>
              <a:spcBef>
                <a:spcPts val="499"/>
              </a:spcBef>
              <a:buClr>
                <a:srgbClr val="000000"/>
              </a:buClr>
              <a:buFont typeface="Arial"/>
              <a:buChar char="•"/>
            </a:pPr>
            <a:r>
              <a:rPr b="0" lang="en-US" sz="2000" spc="-1" strike="noStrike">
                <a:solidFill>
                  <a:srgbClr val="000000"/>
                </a:solidFill>
                <a:latin typeface="Calibri"/>
                <a:ea typeface="DejaVu Sans"/>
              </a:rPr>
              <a:t>TACACS+, RADIUS accounting </a:t>
            </a:r>
            <a:endParaRPr b="0" lang="en-US" sz="2000" spc="-1" strike="noStrike">
              <a:latin typeface="Arial"/>
            </a:endParaRPr>
          </a:p>
        </p:txBody>
      </p:sp>
      <p:pic>
        <p:nvPicPr>
          <p:cNvPr id="162" name="Picture 3" descr=""/>
          <p:cNvPicPr/>
          <p:nvPr/>
        </p:nvPicPr>
        <p:blipFill>
          <a:blip r:embed="rId1"/>
          <a:srcRect l="-4856" t="17234" r="4856" b="21958"/>
          <a:stretch/>
        </p:blipFill>
        <p:spPr>
          <a:xfrm>
            <a:off x="10883880" y="0"/>
            <a:ext cx="1306800" cy="793800"/>
          </a:xfrm>
          <a:prstGeom prst="rect">
            <a:avLst/>
          </a:prstGeom>
          <a:ln>
            <a:noFill/>
          </a:ln>
        </p:spPr>
      </p:pic>
      <p:pic>
        <p:nvPicPr>
          <p:cNvPr id="163" name="Picture 4" descr=""/>
          <p:cNvPicPr/>
          <p:nvPr/>
        </p:nvPicPr>
        <p:blipFill>
          <a:blip r:embed="rId2"/>
          <a:stretch/>
        </p:blipFill>
        <p:spPr>
          <a:xfrm>
            <a:off x="7873920" y="80280"/>
            <a:ext cx="3008520" cy="633600"/>
          </a:xfrm>
          <a:prstGeom prst="rect">
            <a:avLst/>
          </a:prstGeom>
          <a:ln>
            <a:noFill/>
          </a:ln>
        </p:spPr>
      </p:pic>
    </p:spTree>
  </p:cSld>
  <p:timing>
    <p:tnLst>
      <p:par>
        <p:cTn id="115" dur="indefinite" restart="never" nodeType="tmRoot">
          <p:childTnLst>
            <p:seq>
              <p:cTn id="116" dur="indefinite" nodeType="mainSeq"/>
              <p:prevCondLst>
                <p:cond delay="0" evt="onPrev">
                  <p:tgtEl>
                    <p:sldTgt/>
                  </p:tgtEl>
                </p:cond>
              </p:prevCondLst>
              <p:nextCondLst>
                <p:cond delay="0" evt="onNext">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4" name="CustomShape 1"/>
          <p:cNvSpPr/>
          <p:nvPr/>
        </p:nvSpPr>
        <p:spPr>
          <a:xfrm>
            <a:off x="838080" y="365040"/>
            <a:ext cx="10514160" cy="1324080"/>
          </a:xfrm>
          <a:prstGeom prst="rect">
            <a:avLst/>
          </a:prstGeom>
          <a:noFill/>
          <a:ln>
            <a:noFill/>
          </a:ln>
        </p:spPr>
        <p:style>
          <a:lnRef idx="0"/>
          <a:fillRef idx="0"/>
          <a:effectRef idx="0"/>
          <a:fontRef idx="minor"/>
        </p:style>
        <p:txBody>
          <a:bodyPr lIns="90000" rIns="90000" tIns="45000" bIns="45000" anchor="ctr"/>
          <a:p>
            <a:pPr>
              <a:lnSpc>
                <a:spcPct val="90000"/>
              </a:lnSpc>
            </a:pPr>
            <a:r>
              <a:rPr b="1" lang="en-US" sz="4400" spc="-1" strike="noStrike">
                <a:solidFill>
                  <a:srgbClr val="000000"/>
                </a:solidFill>
                <a:latin typeface="Calibri Light"/>
                <a:ea typeface="DejaVu Sans"/>
              </a:rPr>
              <a:t>CNSS Security Model</a:t>
            </a:r>
            <a:endParaRPr b="0" lang="en-US" sz="4400" spc="-1" strike="noStrike">
              <a:latin typeface="Arial"/>
            </a:endParaRPr>
          </a:p>
        </p:txBody>
      </p:sp>
      <p:sp>
        <p:nvSpPr>
          <p:cNvPr id="165" name="CustomShape 2"/>
          <p:cNvSpPr/>
          <p:nvPr/>
        </p:nvSpPr>
        <p:spPr>
          <a:xfrm>
            <a:off x="2022480" y="1414440"/>
            <a:ext cx="7554960" cy="4710240"/>
          </a:xfrm>
          <a:prstGeom prst="rect">
            <a:avLst/>
          </a:prstGeom>
          <a:noFill/>
          <a:ln>
            <a:noFill/>
          </a:ln>
        </p:spPr>
        <p:style>
          <a:lnRef idx="0"/>
          <a:fillRef idx="0"/>
          <a:effectRef idx="0"/>
          <a:fontRef idx="minor"/>
        </p:style>
        <p:txBody>
          <a:bodyPr lIns="90000" rIns="90000" tIns="45000" bIns="45000">
            <a:normAutofit/>
          </a:bodyPr>
          <a:p>
            <a:pPr>
              <a:lnSpc>
                <a:spcPct val="90000"/>
              </a:lnSpc>
              <a:spcBef>
                <a:spcPts val="1001"/>
              </a:spcBef>
            </a:pPr>
            <a:endParaRPr b="0" lang="en-US" sz="1800" spc="-1" strike="noStrike">
              <a:latin typeface="Arial"/>
            </a:endParaRPr>
          </a:p>
          <a:p>
            <a:pPr marL="228600" indent="-227160" algn="just">
              <a:lnSpc>
                <a:spcPct val="90000"/>
              </a:lnSpc>
              <a:spcBef>
                <a:spcPts val="1001"/>
              </a:spcBef>
              <a:buClr>
                <a:srgbClr val="000000"/>
              </a:buClr>
              <a:buFont typeface="Arial"/>
              <a:buChar char="•"/>
            </a:pPr>
            <a:r>
              <a:rPr b="0" lang="en-US" sz="2800" spc="-1" strike="noStrike">
                <a:solidFill>
                  <a:srgbClr val="000000"/>
                </a:solidFill>
                <a:latin typeface="Calibri"/>
                <a:ea typeface="DejaVu Sans"/>
              </a:rPr>
              <a:t>Previously called National Training Standard for Information Systems Security Professionals (NSTISSI)</a:t>
            </a:r>
            <a:endParaRPr b="0" lang="en-US" sz="2800" spc="-1" strike="noStrike">
              <a:latin typeface="Arial"/>
            </a:endParaRPr>
          </a:p>
          <a:p>
            <a:pPr marL="228600" indent="-227160" algn="just">
              <a:lnSpc>
                <a:spcPct val="90000"/>
              </a:lnSpc>
              <a:spcBef>
                <a:spcPts val="1001"/>
              </a:spcBef>
              <a:buClr>
                <a:srgbClr val="000000"/>
              </a:buClr>
              <a:buFont typeface="Arial"/>
              <a:buChar char="•"/>
            </a:pPr>
            <a:r>
              <a:rPr b="0" lang="en-US" sz="2800" spc="-1" strike="noStrike">
                <a:solidFill>
                  <a:srgbClr val="000000"/>
                </a:solidFill>
                <a:latin typeface="Calibri"/>
                <a:ea typeface="DejaVu Sans"/>
              </a:rPr>
              <a:t>The model, created by John McCumber in 1991</a:t>
            </a:r>
            <a:endParaRPr b="0" lang="en-US" sz="2800" spc="-1" strike="noStrike">
              <a:latin typeface="Arial"/>
            </a:endParaRPr>
          </a:p>
          <a:p>
            <a:pPr marL="228600" indent="-227160" algn="just">
              <a:lnSpc>
                <a:spcPct val="90000"/>
              </a:lnSpc>
              <a:spcBef>
                <a:spcPts val="1001"/>
              </a:spcBef>
              <a:buClr>
                <a:srgbClr val="000000"/>
              </a:buClr>
              <a:buFont typeface="Arial"/>
              <a:buChar char="•"/>
            </a:pPr>
            <a:r>
              <a:rPr b="0" lang="en-US" sz="2800" spc="-1" strike="noStrike">
                <a:solidFill>
                  <a:srgbClr val="000000"/>
                </a:solidFill>
                <a:latin typeface="Calibri"/>
                <a:ea typeface="DejaVu Sans"/>
              </a:rPr>
              <a:t>Also Known as </a:t>
            </a:r>
            <a:r>
              <a:rPr b="1" lang="en-US" sz="2800" spc="-1" strike="noStrike">
                <a:solidFill>
                  <a:srgbClr val="000000"/>
                </a:solidFill>
                <a:latin typeface="Calibri"/>
                <a:ea typeface="DejaVu Sans"/>
              </a:rPr>
              <a:t>McCumber Cube</a:t>
            </a:r>
            <a:r>
              <a:rPr b="0" lang="en-US" sz="2800" spc="-1" strike="noStrike">
                <a:solidFill>
                  <a:srgbClr val="000000"/>
                </a:solidFill>
                <a:latin typeface="Calibri"/>
                <a:ea typeface="DejaVu Sans"/>
              </a:rPr>
              <a:t>.</a:t>
            </a:r>
            <a:endParaRPr b="0" lang="en-US" sz="2800" spc="-1" strike="noStrike">
              <a:latin typeface="Arial"/>
            </a:endParaRPr>
          </a:p>
          <a:p>
            <a:pPr marL="228600" indent="-227160" algn="just">
              <a:lnSpc>
                <a:spcPct val="90000"/>
              </a:lnSpc>
              <a:spcBef>
                <a:spcPts val="1001"/>
              </a:spcBef>
              <a:buClr>
                <a:srgbClr val="000000"/>
              </a:buClr>
              <a:buFont typeface="Arial"/>
              <a:buChar char="•"/>
            </a:pPr>
            <a:r>
              <a:rPr b="0" lang="en-US" sz="2800" spc="-1" strike="noStrike">
                <a:solidFill>
                  <a:srgbClr val="000000"/>
                </a:solidFill>
                <a:latin typeface="Calibri"/>
                <a:ea typeface="DejaVu Sans"/>
              </a:rPr>
              <a:t>If extrapolated, the three dimensions of each axis become a 3 3 3 cube with 27 cells representing areas that must be addressed to secure today’s information systems.</a:t>
            </a:r>
            <a:endParaRPr b="0" lang="en-US" sz="2800" spc="-1" strike="noStrike">
              <a:latin typeface="Arial"/>
            </a:endParaRPr>
          </a:p>
        </p:txBody>
      </p:sp>
      <p:pic>
        <p:nvPicPr>
          <p:cNvPr id="166" name="Picture 3" descr=""/>
          <p:cNvPicPr/>
          <p:nvPr/>
        </p:nvPicPr>
        <p:blipFill>
          <a:blip r:embed="rId1"/>
          <a:srcRect l="-4856" t="17234" r="4856" b="21958"/>
          <a:stretch/>
        </p:blipFill>
        <p:spPr>
          <a:xfrm>
            <a:off x="10883880" y="0"/>
            <a:ext cx="1306800" cy="793800"/>
          </a:xfrm>
          <a:prstGeom prst="rect">
            <a:avLst/>
          </a:prstGeom>
          <a:ln>
            <a:noFill/>
          </a:ln>
        </p:spPr>
      </p:pic>
      <p:pic>
        <p:nvPicPr>
          <p:cNvPr id="167" name="Picture 4" descr=""/>
          <p:cNvPicPr/>
          <p:nvPr/>
        </p:nvPicPr>
        <p:blipFill>
          <a:blip r:embed="rId2"/>
          <a:stretch/>
        </p:blipFill>
        <p:spPr>
          <a:xfrm>
            <a:off x="7873920" y="80280"/>
            <a:ext cx="3008520" cy="633600"/>
          </a:xfrm>
          <a:prstGeom prst="rect">
            <a:avLst/>
          </a:prstGeom>
          <a:ln>
            <a:noFill/>
          </a:ln>
        </p:spPr>
      </p:pic>
    </p:spTree>
  </p:cSld>
  <p:timing>
    <p:tnLst>
      <p:par>
        <p:cTn id="117" dur="indefinite" restart="never" nodeType="tmRoot">
          <p:childTnLst>
            <p:seq>
              <p:cTn id="118" dur="indefinite" nodeType="mainSeq"/>
              <p:prevCondLst>
                <p:cond delay="0" evt="onPrev">
                  <p:tgtEl>
                    <p:sldTgt/>
                  </p:tgtEl>
                </p:cond>
              </p:prevCondLst>
              <p:nextCondLst>
                <p:cond delay="0" evt="onNext">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 name="CustomShape 1"/>
          <p:cNvSpPr/>
          <p:nvPr/>
        </p:nvSpPr>
        <p:spPr>
          <a:xfrm>
            <a:off x="838080" y="365040"/>
            <a:ext cx="10514160" cy="1324080"/>
          </a:xfrm>
          <a:prstGeom prst="rect">
            <a:avLst/>
          </a:prstGeom>
          <a:noFill/>
          <a:ln>
            <a:noFill/>
          </a:ln>
        </p:spPr>
        <p:style>
          <a:lnRef idx="0"/>
          <a:fillRef idx="0"/>
          <a:effectRef idx="0"/>
          <a:fontRef idx="minor"/>
        </p:style>
        <p:txBody>
          <a:bodyPr lIns="90000" rIns="90000" tIns="45000" bIns="45000" anchor="ctr"/>
          <a:p>
            <a:pPr>
              <a:lnSpc>
                <a:spcPct val="90000"/>
              </a:lnSpc>
            </a:pPr>
            <a:r>
              <a:rPr b="1" lang="en-US" sz="4400" spc="-1" strike="noStrike">
                <a:solidFill>
                  <a:srgbClr val="000000"/>
                </a:solidFill>
                <a:latin typeface="Calibri Light"/>
                <a:ea typeface="DejaVu Sans"/>
              </a:rPr>
              <a:t>The McCumber Cube</a:t>
            </a:r>
            <a:endParaRPr b="0" lang="en-US" sz="4400" spc="-1" strike="noStrike">
              <a:latin typeface="Arial"/>
            </a:endParaRPr>
          </a:p>
        </p:txBody>
      </p:sp>
      <p:pic>
        <p:nvPicPr>
          <p:cNvPr id="169" name="Picture 2" descr=""/>
          <p:cNvPicPr/>
          <p:nvPr/>
        </p:nvPicPr>
        <p:blipFill>
          <a:blip r:embed="rId1"/>
          <a:stretch/>
        </p:blipFill>
        <p:spPr>
          <a:xfrm>
            <a:off x="978480" y="1975680"/>
            <a:ext cx="10373760" cy="3903840"/>
          </a:xfrm>
          <a:prstGeom prst="rect">
            <a:avLst/>
          </a:prstGeom>
          <a:ln>
            <a:noFill/>
          </a:ln>
        </p:spPr>
      </p:pic>
      <p:pic>
        <p:nvPicPr>
          <p:cNvPr id="170" name="Picture 4" descr=""/>
          <p:cNvPicPr/>
          <p:nvPr/>
        </p:nvPicPr>
        <p:blipFill>
          <a:blip r:embed="rId2"/>
          <a:srcRect l="-4856" t="17234" r="4856" b="21958"/>
          <a:stretch/>
        </p:blipFill>
        <p:spPr>
          <a:xfrm>
            <a:off x="10883880" y="0"/>
            <a:ext cx="1306800" cy="793800"/>
          </a:xfrm>
          <a:prstGeom prst="rect">
            <a:avLst/>
          </a:prstGeom>
          <a:ln>
            <a:noFill/>
          </a:ln>
        </p:spPr>
      </p:pic>
      <p:pic>
        <p:nvPicPr>
          <p:cNvPr id="171" name="Picture 5" descr=""/>
          <p:cNvPicPr/>
          <p:nvPr/>
        </p:nvPicPr>
        <p:blipFill>
          <a:blip r:embed="rId3"/>
          <a:stretch/>
        </p:blipFill>
        <p:spPr>
          <a:xfrm>
            <a:off x="7873920" y="80280"/>
            <a:ext cx="3008520" cy="633600"/>
          </a:xfrm>
          <a:prstGeom prst="rect">
            <a:avLst/>
          </a:prstGeom>
          <a:ln>
            <a:noFill/>
          </a:ln>
        </p:spPr>
      </p:pic>
    </p:spTree>
  </p:cSld>
  <p:timing>
    <p:tnLst>
      <p:par>
        <p:cTn id="119" dur="indefinite" restart="never" nodeType="tmRoot">
          <p:childTnLst>
            <p:seq>
              <p:cTn id="120" dur="indefinite" nodeType="mainSeq"/>
              <p:prevCondLst>
                <p:cond delay="0" evt="onPrev">
                  <p:tgtEl>
                    <p:sldTgt/>
                  </p:tgtEl>
                </p:cond>
              </p:prevCondLst>
              <p:nextCondLst>
                <p:cond delay="0" evt="onNext">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2" name="CustomShape 1"/>
          <p:cNvSpPr/>
          <p:nvPr/>
        </p:nvSpPr>
        <p:spPr>
          <a:xfrm>
            <a:off x="838080" y="365040"/>
            <a:ext cx="10514160" cy="1324080"/>
          </a:xfrm>
          <a:prstGeom prst="rect">
            <a:avLst/>
          </a:prstGeom>
          <a:noFill/>
          <a:ln>
            <a:noFill/>
          </a:ln>
        </p:spPr>
        <p:style>
          <a:lnRef idx="0"/>
          <a:fillRef idx="0"/>
          <a:effectRef idx="0"/>
          <a:fontRef idx="minor"/>
        </p:style>
        <p:txBody>
          <a:bodyPr lIns="90000" rIns="90000" tIns="45000" bIns="45000" anchor="ctr"/>
          <a:p>
            <a:pPr>
              <a:lnSpc>
                <a:spcPct val="90000"/>
              </a:lnSpc>
            </a:pPr>
            <a:r>
              <a:rPr b="1" lang="en-US" sz="4400" spc="-1" strike="noStrike">
                <a:solidFill>
                  <a:srgbClr val="000000"/>
                </a:solidFill>
                <a:latin typeface="Calibri Light"/>
                <a:ea typeface="DejaVu Sans"/>
              </a:rPr>
              <a:t>The McCumber Cube</a:t>
            </a:r>
            <a:endParaRPr b="0" lang="en-US" sz="4400" spc="-1" strike="noStrike">
              <a:latin typeface="Arial"/>
            </a:endParaRPr>
          </a:p>
        </p:txBody>
      </p:sp>
      <p:sp>
        <p:nvSpPr>
          <p:cNvPr id="173" name="CustomShape 2"/>
          <p:cNvSpPr/>
          <p:nvPr/>
        </p:nvSpPr>
        <p:spPr>
          <a:xfrm>
            <a:off x="2022480" y="1414440"/>
            <a:ext cx="7554960" cy="4710240"/>
          </a:xfrm>
          <a:prstGeom prst="rect">
            <a:avLst/>
          </a:prstGeom>
          <a:noFill/>
          <a:ln>
            <a:noFill/>
          </a:ln>
        </p:spPr>
        <p:style>
          <a:lnRef idx="0"/>
          <a:fillRef idx="0"/>
          <a:effectRef idx="0"/>
          <a:fontRef idx="minor"/>
        </p:style>
        <p:txBody>
          <a:bodyPr lIns="90000" rIns="90000" tIns="45000" bIns="45000">
            <a:normAutofit/>
          </a:bodyPr>
          <a:p>
            <a:pPr>
              <a:lnSpc>
                <a:spcPct val="90000"/>
              </a:lnSpc>
              <a:spcBef>
                <a:spcPts val="1001"/>
              </a:spcBef>
            </a:pPr>
            <a:endParaRPr b="0" lang="en-US" sz="1800" spc="-1" strike="noStrike">
              <a:latin typeface="Arial"/>
            </a:endParaRPr>
          </a:p>
          <a:p>
            <a:pPr marL="228600" indent="-227160" algn="just">
              <a:lnSpc>
                <a:spcPct val="90000"/>
              </a:lnSpc>
              <a:spcBef>
                <a:spcPts val="1001"/>
              </a:spcBef>
              <a:buClr>
                <a:srgbClr val="000000"/>
              </a:buClr>
              <a:buFont typeface="Arial"/>
              <a:buChar char="•"/>
            </a:pPr>
            <a:r>
              <a:rPr b="0" lang="en-US" sz="2800" spc="-1" strike="noStrike">
                <a:solidFill>
                  <a:srgbClr val="000000"/>
                </a:solidFill>
                <a:latin typeface="Calibri"/>
                <a:ea typeface="DejaVu Sans"/>
              </a:rPr>
              <a:t>Desired goals</a:t>
            </a:r>
            <a:endParaRPr b="0" lang="en-US" sz="2800" spc="-1" strike="noStrike">
              <a:latin typeface="Arial"/>
            </a:endParaRPr>
          </a:p>
          <a:p>
            <a:pPr lvl="1" marL="685800" indent="-227160" algn="just">
              <a:lnSpc>
                <a:spcPct val="90000"/>
              </a:lnSpc>
              <a:spcBef>
                <a:spcPts val="499"/>
              </a:spcBef>
              <a:buClr>
                <a:srgbClr val="000000"/>
              </a:buClr>
              <a:buFont typeface="Arial"/>
              <a:buChar char="•"/>
            </a:pPr>
            <a:r>
              <a:rPr b="0" lang="en-US" sz="2400" spc="-1" strike="noStrike">
                <a:solidFill>
                  <a:srgbClr val="000000"/>
                </a:solidFill>
                <a:latin typeface="Calibri"/>
                <a:ea typeface="DejaVu Sans"/>
              </a:rPr>
              <a:t>Confidentiality: assurance that sensitive information is not intentionally or accidentally disclosed to unauthorized individuals.</a:t>
            </a:r>
            <a:endParaRPr b="0" lang="en-US" sz="2400" spc="-1" strike="noStrike">
              <a:latin typeface="Arial"/>
            </a:endParaRPr>
          </a:p>
          <a:p>
            <a:pPr>
              <a:lnSpc>
                <a:spcPct val="100000"/>
              </a:lnSpc>
            </a:pPr>
            <a:endParaRPr b="0" lang="en-US" sz="2400" spc="-1" strike="noStrike">
              <a:latin typeface="Arial"/>
            </a:endParaRPr>
          </a:p>
          <a:p>
            <a:pPr lvl="1" marL="685800" indent="-227160" algn="just">
              <a:lnSpc>
                <a:spcPct val="90000"/>
              </a:lnSpc>
              <a:spcBef>
                <a:spcPts val="499"/>
              </a:spcBef>
              <a:buClr>
                <a:srgbClr val="000000"/>
              </a:buClr>
              <a:buFont typeface="Arial"/>
              <a:buChar char="•"/>
            </a:pPr>
            <a:r>
              <a:rPr b="0" lang="en-US" sz="2400" spc="-1" strike="noStrike">
                <a:solidFill>
                  <a:srgbClr val="000000"/>
                </a:solidFill>
                <a:latin typeface="Calibri"/>
                <a:ea typeface="DejaVu Sans"/>
              </a:rPr>
              <a:t>Integrity: assurance that information is not intentionally or accidentally modified in such a way as to call into question its reliability.</a:t>
            </a:r>
            <a:endParaRPr b="0" lang="en-US" sz="2400" spc="-1" strike="noStrike">
              <a:latin typeface="Arial"/>
            </a:endParaRPr>
          </a:p>
          <a:p>
            <a:pPr>
              <a:lnSpc>
                <a:spcPct val="100000"/>
              </a:lnSpc>
            </a:pPr>
            <a:endParaRPr b="0" lang="en-US" sz="2400" spc="-1" strike="noStrike">
              <a:latin typeface="Arial"/>
            </a:endParaRPr>
          </a:p>
          <a:p>
            <a:pPr lvl="1" marL="685800" indent="-227160" algn="just">
              <a:lnSpc>
                <a:spcPct val="90000"/>
              </a:lnSpc>
              <a:spcBef>
                <a:spcPts val="499"/>
              </a:spcBef>
              <a:buClr>
                <a:srgbClr val="000000"/>
              </a:buClr>
              <a:buFont typeface="Arial"/>
              <a:buChar char="•"/>
            </a:pPr>
            <a:r>
              <a:rPr b="0" lang="en-US" sz="2400" spc="-1" strike="noStrike">
                <a:solidFill>
                  <a:srgbClr val="000000"/>
                </a:solidFill>
                <a:latin typeface="Calibri"/>
                <a:ea typeface="DejaVu Sans"/>
              </a:rPr>
              <a:t>Availability: ensuring that authorized individuals have both timely and reliable access to data and other resources when needed</a:t>
            </a:r>
            <a:endParaRPr b="0" lang="en-US" sz="2400" spc="-1" strike="noStrike">
              <a:latin typeface="Arial"/>
            </a:endParaRPr>
          </a:p>
        </p:txBody>
      </p:sp>
      <p:pic>
        <p:nvPicPr>
          <p:cNvPr id="174" name="Picture 3" descr=""/>
          <p:cNvPicPr/>
          <p:nvPr/>
        </p:nvPicPr>
        <p:blipFill>
          <a:blip r:embed="rId1"/>
          <a:srcRect l="-4856" t="17234" r="4856" b="21958"/>
          <a:stretch/>
        </p:blipFill>
        <p:spPr>
          <a:xfrm>
            <a:off x="10883880" y="0"/>
            <a:ext cx="1306800" cy="793800"/>
          </a:xfrm>
          <a:prstGeom prst="rect">
            <a:avLst/>
          </a:prstGeom>
          <a:ln>
            <a:noFill/>
          </a:ln>
        </p:spPr>
      </p:pic>
      <p:pic>
        <p:nvPicPr>
          <p:cNvPr id="175" name="Picture 4" descr=""/>
          <p:cNvPicPr/>
          <p:nvPr/>
        </p:nvPicPr>
        <p:blipFill>
          <a:blip r:embed="rId2"/>
          <a:stretch/>
        </p:blipFill>
        <p:spPr>
          <a:xfrm>
            <a:off x="7873920" y="80280"/>
            <a:ext cx="3008520" cy="633600"/>
          </a:xfrm>
          <a:prstGeom prst="rect">
            <a:avLst/>
          </a:prstGeom>
          <a:ln>
            <a:noFill/>
          </a:ln>
        </p:spPr>
      </p:pic>
    </p:spTree>
  </p:cSld>
  <p:timing>
    <p:tnLst>
      <p:par>
        <p:cTn id="121" dur="indefinite" restart="never" nodeType="tmRoot">
          <p:childTnLst>
            <p:seq>
              <p:cTn id="122" dur="indefinite" nodeType="mainSeq"/>
              <p:prevCondLst>
                <p:cond delay="0" evt="onPrev">
                  <p:tgtEl>
                    <p:sldTgt/>
                  </p:tgtEl>
                </p:cond>
              </p:prevCondLst>
              <p:nextCondLst>
                <p:cond delay="0" evt="onNext">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 name="CustomShape 1"/>
          <p:cNvSpPr/>
          <p:nvPr/>
        </p:nvSpPr>
        <p:spPr>
          <a:xfrm>
            <a:off x="838080" y="365040"/>
            <a:ext cx="10514160" cy="1324080"/>
          </a:xfrm>
          <a:prstGeom prst="rect">
            <a:avLst/>
          </a:prstGeom>
          <a:noFill/>
          <a:ln>
            <a:noFill/>
          </a:ln>
        </p:spPr>
        <p:style>
          <a:lnRef idx="0"/>
          <a:fillRef idx="0"/>
          <a:effectRef idx="0"/>
          <a:fontRef idx="minor"/>
        </p:style>
        <p:txBody>
          <a:bodyPr lIns="90000" rIns="90000" tIns="45000" bIns="45000" anchor="ctr"/>
          <a:p>
            <a:pPr>
              <a:lnSpc>
                <a:spcPct val="90000"/>
              </a:lnSpc>
            </a:pPr>
            <a:r>
              <a:rPr b="1" lang="en-US" sz="4400" spc="-1" strike="noStrike">
                <a:solidFill>
                  <a:srgbClr val="000000"/>
                </a:solidFill>
                <a:latin typeface="Calibri Light"/>
                <a:ea typeface="DejaVu Sans"/>
              </a:rPr>
              <a:t>The McCumber Cube</a:t>
            </a:r>
            <a:endParaRPr b="0" lang="en-US" sz="4400" spc="-1" strike="noStrike">
              <a:latin typeface="Arial"/>
            </a:endParaRPr>
          </a:p>
        </p:txBody>
      </p:sp>
      <p:sp>
        <p:nvSpPr>
          <p:cNvPr id="177" name="CustomShape 2"/>
          <p:cNvSpPr/>
          <p:nvPr/>
        </p:nvSpPr>
        <p:spPr>
          <a:xfrm>
            <a:off x="2022480" y="1414440"/>
            <a:ext cx="7554960" cy="4710240"/>
          </a:xfrm>
          <a:prstGeom prst="rect">
            <a:avLst/>
          </a:prstGeom>
          <a:noFill/>
          <a:ln>
            <a:noFill/>
          </a:ln>
        </p:spPr>
        <p:style>
          <a:lnRef idx="0"/>
          <a:fillRef idx="0"/>
          <a:effectRef idx="0"/>
          <a:fontRef idx="minor"/>
        </p:style>
        <p:txBody>
          <a:bodyPr lIns="90000" rIns="90000" tIns="45000" bIns="45000">
            <a:normAutofit/>
          </a:bodyPr>
          <a:p>
            <a:pPr>
              <a:lnSpc>
                <a:spcPct val="90000"/>
              </a:lnSpc>
              <a:spcBef>
                <a:spcPts val="1001"/>
              </a:spcBef>
            </a:pPr>
            <a:endParaRPr b="0" lang="en-US" sz="1800" spc="-1" strike="noStrike">
              <a:latin typeface="Arial"/>
            </a:endParaRPr>
          </a:p>
          <a:p>
            <a:pPr marL="228600" indent="-227160" algn="just">
              <a:lnSpc>
                <a:spcPct val="90000"/>
              </a:lnSpc>
              <a:spcBef>
                <a:spcPts val="1001"/>
              </a:spcBef>
              <a:buClr>
                <a:srgbClr val="000000"/>
              </a:buClr>
              <a:buFont typeface="Arial"/>
              <a:buChar char="•"/>
            </a:pPr>
            <a:r>
              <a:rPr b="0" lang="en-US" sz="2800" spc="-1" strike="noStrike">
                <a:solidFill>
                  <a:srgbClr val="000000"/>
                </a:solidFill>
                <a:latin typeface="Calibri"/>
                <a:ea typeface="DejaVu Sans"/>
              </a:rPr>
              <a:t>Information states</a:t>
            </a:r>
            <a:endParaRPr b="0" lang="en-US" sz="2800" spc="-1" strike="noStrike">
              <a:latin typeface="Arial"/>
            </a:endParaRPr>
          </a:p>
          <a:p>
            <a:pPr lvl="1" marL="685800" indent="-227160" algn="just">
              <a:lnSpc>
                <a:spcPct val="90000"/>
              </a:lnSpc>
              <a:spcBef>
                <a:spcPts val="499"/>
              </a:spcBef>
              <a:buClr>
                <a:srgbClr val="000000"/>
              </a:buClr>
              <a:buFont typeface="Arial"/>
              <a:buChar char="•"/>
            </a:pPr>
            <a:r>
              <a:rPr b="0" lang="en-US" sz="2400" spc="-1" strike="noStrike">
                <a:solidFill>
                  <a:srgbClr val="000000"/>
                </a:solidFill>
                <a:latin typeface="Calibri"/>
                <a:ea typeface="DejaVu Sans"/>
              </a:rPr>
              <a:t>Storage: Data at rest (DAR) in an information system, such as that stored in memory or on a magnetic tape or disk.</a:t>
            </a:r>
            <a:endParaRPr b="0" lang="en-US" sz="2400" spc="-1" strike="noStrike">
              <a:latin typeface="Arial"/>
            </a:endParaRPr>
          </a:p>
          <a:p>
            <a:pPr>
              <a:lnSpc>
                <a:spcPct val="100000"/>
              </a:lnSpc>
            </a:pPr>
            <a:endParaRPr b="0" lang="en-US" sz="2400" spc="-1" strike="noStrike">
              <a:latin typeface="Arial"/>
            </a:endParaRPr>
          </a:p>
          <a:p>
            <a:pPr lvl="1" marL="685800" indent="-227160" algn="just">
              <a:lnSpc>
                <a:spcPct val="90000"/>
              </a:lnSpc>
              <a:spcBef>
                <a:spcPts val="499"/>
              </a:spcBef>
              <a:buClr>
                <a:srgbClr val="000000"/>
              </a:buClr>
              <a:buFont typeface="Arial"/>
              <a:buChar char="•"/>
            </a:pPr>
            <a:r>
              <a:rPr b="0" lang="en-US" sz="2400" spc="-1" strike="noStrike">
                <a:solidFill>
                  <a:srgbClr val="000000"/>
                </a:solidFill>
                <a:latin typeface="Calibri"/>
                <a:ea typeface="DejaVu Sans"/>
              </a:rPr>
              <a:t>Transmission: transferring data between information systems - also known as data in transit (DIT).</a:t>
            </a:r>
            <a:endParaRPr b="0" lang="en-US" sz="2400" spc="-1" strike="noStrike">
              <a:latin typeface="Arial"/>
            </a:endParaRPr>
          </a:p>
          <a:p>
            <a:pPr>
              <a:lnSpc>
                <a:spcPct val="100000"/>
              </a:lnSpc>
            </a:pPr>
            <a:endParaRPr b="0" lang="en-US" sz="2400" spc="-1" strike="noStrike">
              <a:latin typeface="Arial"/>
            </a:endParaRPr>
          </a:p>
          <a:p>
            <a:pPr lvl="1" marL="685800" indent="-227160" algn="just">
              <a:lnSpc>
                <a:spcPct val="90000"/>
              </a:lnSpc>
              <a:spcBef>
                <a:spcPts val="499"/>
              </a:spcBef>
              <a:buClr>
                <a:srgbClr val="000000"/>
              </a:buClr>
              <a:buFont typeface="Arial"/>
              <a:buChar char="•"/>
            </a:pPr>
            <a:r>
              <a:rPr b="0" lang="en-US" sz="2400" spc="-1" strike="noStrike">
                <a:solidFill>
                  <a:srgbClr val="000000"/>
                </a:solidFill>
                <a:latin typeface="Calibri"/>
                <a:ea typeface="DejaVu Sans"/>
              </a:rPr>
              <a:t>Processing: performing operations on data in order to achieve a desired objective.</a:t>
            </a:r>
            <a:endParaRPr b="0" lang="en-US" sz="2400" spc="-1" strike="noStrike">
              <a:latin typeface="Arial"/>
            </a:endParaRPr>
          </a:p>
        </p:txBody>
      </p:sp>
      <p:pic>
        <p:nvPicPr>
          <p:cNvPr id="178" name="Picture 3" descr=""/>
          <p:cNvPicPr/>
          <p:nvPr/>
        </p:nvPicPr>
        <p:blipFill>
          <a:blip r:embed="rId1"/>
          <a:srcRect l="-4856" t="17234" r="4856" b="21958"/>
          <a:stretch/>
        </p:blipFill>
        <p:spPr>
          <a:xfrm>
            <a:off x="10883880" y="0"/>
            <a:ext cx="1306800" cy="793800"/>
          </a:xfrm>
          <a:prstGeom prst="rect">
            <a:avLst/>
          </a:prstGeom>
          <a:ln>
            <a:noFill/>
          </a:ln>
        </p:spPr>
      </p:pic>
      <p:pic>
        <p:nvPicPr>
          <p:cNvPr id="179" name="Picture 4" descr=""/>
          <p:cNvPicPr/>
          <p:nvPr/>
        </p:nvPicPr>
        <p:blipFill>
          <a:blip r:embed="rId2"/>
          <a:stretch/>
        </p:blipFill>
        <p:spPr>
          <a:xfrm>
            <a:off x="7873920" y="80280"/>
            <a:ext cx="3008520" cy="633600"/>
          </a:xfrm>
          <a:prstGeom prst="rect">
            <a:avLst/>
          </a:prstGeom>
          <a:ln>
            <a:noFill/>
          </a:ln>
        </p:spPr>
      </p:pic>
    </p:spTree>
  </p:cSld>
  <p:timing>
    <p:tnLst>
      <p:par>
        <p:cTn id="123" dur="indefinite" restart="never" nodeType="tmRoot">
          <p:childTnLst>
            <p:seq>
              <p:cTn id="124" dur="indefinite" nodeType="mainSeq"/>
              <p:prevCondLst>
                <p:cond delay="0" evt="onPrev">
                  <p:tgtEl>
                    <p:sldTgt/>
                  </p:tgtEl>
                </p:cond>
              </p:prevCondLst>
              <p:nextCondLst>
                <p:cond delay="0" evt="onNext">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0" name="CustomShape 1"/>
          <p:cNvSpPr/>
          <p:nvPr/>
        </p:nvSpPr>
        <p:spPr>
          <a:xfrm>
            <a:off x="838080" y="365040"/>
            <a:ext cx="10514160" cy="1324080"/>
          </a:xfrm>
          <a:prstGeom prst="rect">
            <a:avLst/>
          </a:prstGeom>
          <a:noFill/>
          <a:ln>
            <a:noFill/>
          </a:ln>
        </p:spPr>
        <p:style>
          <a:lnRef idx="0"/>
          <a:fillRef idx="0"/>
          <a:effectRef idx="0"/>
          <a:fontRef idx="minor"/>
        </p:style>
        <p:txBody>
          <a:bodyPr lIns="90000" rIns="90000" tIns="45000" bIns="45000" anchor="ctr"/>
          <a:p>
            <a:pPr>
              <a:lnSpc>
                <a:spcPct val="90000"/>
              </a:lnSpc>
            </a:pPr>
            <a:r>
              <a:rPr b="1" lang="en-US" sz="4400" spc="-1" strike="noStrike">
                <a:solidFill>
                  <a:srgbClr val="000000"/>
                </a:solidFill>
                <a:latin typeface="Calibri Light"/>
                <a:ea typeface="DejaVu Sans"/>
              </a:rPr>
              <a:t>The McCumber Cube</a:t>
            </a:r>
            <a:endParaRPr b="0" lang="en-US" sz="4400" spc="-1" strike="noStrike">
              <a:latin typeface="Arial"/>
            </a:endParaRPr>
          </a:p>
        </p:txBody>
      </p:sp>
      <p:sp>
        <p:nvSpPr>
          <p:cNvPr id="181" name="CustomShape 2"/>
          <p:cNvSpPr/>
          <p:nvPr/>
        </p:nvSpPr>
        <p:spPr>
          <a:xfrm>
            <a:off x="2022480" y="1414440"/>
            <a:ext cx="7554960" cy="4710240"/>
          </a:xfrm>
          <a:prstGeom prst="rect">
            <a:avLst/>
          </a:prstGeom>
          <a:noFill/>
          <a:ln>
            <a:noFill/>
          </a:ln>
        </p:spPr>
        <p:style>
          <a:lnRef idx="0"/>
          <a:fillRef idx="0"/>
          <a:effectRef idx="0"/>
          <a:fontRef idx="minor"/>
        </p:style>
        <p:txBody>
          <a:bodyPr lIns="90000" rIns="90000" tIns="45000" bIns="45000">
            <a:normAutofit/>
          </a:bodyPr>
          <a:p>
            <a:pPr>
              <a:lnSpc>
                <a:spcPct val="90000"/>
              </a:lnSpc>
              <a:spcBef>
                <a:spcPts val="1001"/>
              </a:spcBef>
            </a:pPr>
            <a:endParaRPr b="0" lang="en-US" sz="1800" spc="-1" strike="noStrike">
              <a:latin typeface="Arial"/>
            </a:endParaRPr>
          </a:p>
          <a:p>
            <a:pPr marL="228600" indent="-227160" algn="just">
              <a:lnSpc>
                <a:spcPct val="90000"/>
              </a:lnSpc>
              <a:spcBef>
                <a:spcPts val="1001"/>
              </a:spcBef>
              <a:buClr>
                <a:srgbClr val="000000"/>
              </a:buClr>
              <a:buFont typeface="Arial"/>
              <a:buChar char="•"/>
            </a:pPr>
            <a:r>
              <a:rPr b="0" lang="en-US" sz="2800" spc="-1" strike="noStrike">
                <a:solidFill>
                  <a:srgbClr val="000000"/>
                </a:solidFill>
                <a:latin typeface="Calibri"/>
                <a:ea typeface="DejaVu Sans"/>
              </a:rPr>
              <a:t>Safeguards</a:t>
            </a:r>
            <a:endParaRPr b="0" lang="en-US" sz="2800" spc="-1" strike="noStrike">
              <a:latin typeface="Arial"/>
            </a:endParaRPr>
          </a:p>
          <a:p>
            <a:pPr lvl="1" marL="685800" indent="-227160" algn="just">
              <a:lnSpc>
                <a:spcPct val="90000"/>
              </a:lnSpc>
              <a:spcBef>
                <a:spcPts val="499"/>
              </a:spcBef>
              <a:buClr>
                <a:srgbClr val="000000"/>
              </a:buClr>
              <a:buFont typeface="Arial"/>
              <a:buChar char="•"/>
            </a:pPr>
            <a:r>
              <a:rPr b="0" lang="en-US" sz="2400" spc="-1" strike="noStrike">
                <a:solidFill>
                  <a:srgbClr val="000000"/>
                </a:solidFill>
                <a:latin typeface="Calibri"/>
                <a:ea typeface="DejaVu Sans"/>
              </a:rPr>
              <a:t>Policy and practices: acceptable use policies or incident response procedures</a:t>
            </a:r>
            <a:endParaRPr b="0" lang="en-US" sz="2400" spc="-1" strike="noStrike">
              <a:latin typeface="Arial"/>
            </a:endParaRPr>
          </a:p>
          <a:p>
            <a:pPr>
              <a:lnSpc>
                <a:spcPct val="100000"/>
              </a:lnSpc>
            </a:pPr>
            <a:endParaRPr b="0" lang="en-US" sz="2400" spc="-1" strike="noStrike">
              <a:latin typeface="Arial"/>
            </a:endParaRPr>
          </a:p>
          <a:p>
            <a:pPr lvl="1" marL="685800" indent="-227160" algn="just">
              <a:lnSpc>
                <a:spcPct val="90000"/>
              </a:lnSpc>
              <a:spcBef>
                <a:spcPts val="499"/>
              </a:spcBef>
              <a:buClr>
                <a:srgbClr val="000000"/>
              </a:buClr>
              <a:buFont typeface="Arial"/>
              <a:buChar char="•"/>
            </a:pPr>
            <a:r>
              <a:rPr b="0" lang="en-US" sz="2400" spc="-1" strike="noStrike">
                <a:solidFill>
                  <a:srgbClr val="000000"/>
                </a:solidFill>
                <a:latin typeface="Calibri"/>
                <a:ea typeface="DejaVu Sans"/>
              </a:rPr>
              <a:t>Human factors: ensuring that the users of information systems are aware of their roles and responsibilities (end-user training on avoiding computer virus infections or recognizing social engineering tactics)</a:t>
            </a:r>
            <a:endParaRPr b="0" lang="en-US" sz="2400" spc="-1" strike="noStrike">
              <a:latin typeface="Arial"/>
            </a:endParaRPr>
          </a:p>
          <a:p>
            <a:pPr>
              <a:lnSpc>
                <a:spcPct val="100000"/>
              </a:lnSpc>
            </a:pPr>
            <a:endParaRPr b="0" lang="en-US" sz="2400" spc="-1" strike="noStrike">
              <a:latin typeface="Arial"/>
            </a:endParaRPr>
          </a:p>
          <a:p>
            <a:pPr lvl="1" marL="685800" indent="-227160" algn="just">
              <a:lnSpc>
                <a:spcPct val="90000"/>
              </a:lnSpc>
              <a:spcBef>
                <a:spcPts val="499"/>
              </a:spcBef>
              <a:buClr>
                <a:srgbClr val="000000"/>
              </a:buClr>
              <a:buFont typeface="Arial"/>
              <a:buChar char="•"/>
            </a:pPr>
            <a:r>
              <a:rPr b="0" lang="en-US" sz="2400" spc="-1" strike="noStrike">
                <a:solidFill>
                  <a:srgbClr val="000000"/>
                </a:solidFill>
                <a:latin typeface="Calibri"/>
                <a:ea typeface="DejaVu Sans"/>
              </a:rPr>
              <a:t>Technology: software and hardware-based solutions designed to protect information systems (examples: anti-virus, firewalls, intrusion detection systems, etc.)</a:t>
            </a:r>
            <a:endParaRPr b="0" lang="en-US" sz="2400" spc="-1" strike="noStrike">
              <a:latin typeface="Arial"/>
            </a:endParaRPr>
          </a:p>
        </p:txBody>
      </p:sp>
      <p:pic>
        <p:nvPicPr>
          <p:cNvPr id="182" name="Picture 3" descr=""/>
          <p:cNvPicPr/>
          <p:nvPr/>
        </p:nvPicPr>
        <p:blipFill>
          <a:blip r:embed="rId1"/>
          <a:srcRect l="-4856" t="17234" r="4856" b="21958"/>
          <a:stretch/>
        </p:blipFill>
        <p:spPr>
          <a:xfrm>
            <a:off x="10883880" y="0"/>
            <a:ext cx="1306800" cy="793800"/>
          </a:xfrm>
          <a:prstGeom prst="rect">
            <a:avLst/>
          </a:prstGeom>
          <a:ln>
            <a:noFill/>
          </a:ln>
        </p:spPr>
      </p:pic>
      <p:pic>
        <p:nvPicPr>
          <p:cNvPr id="183" name="Picture 4" descr=""/>
          <p:cNvPicPr/>
          <p:nvPr/>
        </p:nvPicPr>
        <p:blipFill>
          <a:blip r:embed="rId2"/>
          <a:stretch/>
        </p:blipFill>
        <p:spPr>
          <a:xfrm>
            <a:off x="7873920" y="80280"/>
            <a:ext cx="3008520" cy="633600"/>
          </a:xfrm>
          <a:prstGeom prst="rect">
            <a:avLst/>
          </a:prstGeom>
          <a:ln>
            <a:noFill/>
          </a:ln>
        </p:spPr>
      </p:pic>
    </p:spTree>
  </p:cSld>
  <p:timing>
    <p:tnLst>
      <p:par>
        <p:cTn id="125" dur="indefinite" restart="never" nodeType="tmRoot">
          <p:childTnLst>
            <p:seq>
              <p:cTn id="126" dur="indefinite" nodeType="mainSeq"/>
              <p:prevCondLst>
                <p:cond delay="0" evt="onPrev">
                  <p:tgtEl>
                    <p:sldTgt/>
                  </p:tgtEl>
                </p:cond>
              </p:prevCondLst>
              <p:nextCondLst>
                <p:cond delay="0" evt="onNext">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 name="CustomShape 1"/>
          <p:cNvSpPr/>
          <p:nvPr/>
        </p:nvSpPr>
        <p:spPr>
          <a:xfrm>
            <a:off x="838080" y="1825560"/>
            <a:ext cx="10704600" cy="4665960"/>
          </a:xfrm>
          <a:prstGeom prst="rect">
            <a:avLst/>
          </a:prstGeom>
          <a:noFill/>
          <a:ln>
            <a:noFill/>
          </a:ln>
        </p:spPr>
        <p:style>
          <a:lnRef idx="0"/>
          <a:fillRef idx="0"/>
          <a:effectRef idx="0"/>
          <a:fontRef idx="minor"/>
        </p:style>
        <p:txBody>
          <a:bodyPr lIns="90000" rIns="90000" tIns="45000" bIns="45000"/>
          <a:p>
            <a:pPr algn="ctr">
              <a:lnSpc>
                <a:spcPct val="90000"/>
              </a:lnSpc>
              <a:spcBef>
                <a:spcPts val="1001"/>
              </a:spcBef>
            </a:pPr>
            <a:r>
              <a:rPr b="0" lang="en-US" sz="13800" spc="-1" strike="noStrike">
                <a:solidFill>
                  <a:srgbClr val="000000"/>
                </a:solidFill>
                <a:latin typeface="Calibri"/>
                <a:ea typeface="DejaVu Sans"/>
              </a:rPr>
              <a:t>Thank you</a:t>
            </a:r>
            <a:endParaRPr b="0" lang="en-US" sz="13800" spc="-1" strike="noStrike">
              <a:latin typeface="Arial"/>
            </a:endParaRPr>
          </a:p>
        </p:txBody>
      </p:sp>
      <p:pic>
        <p:nvPicPr>
          <p:cNvPr id="185" name="Picture 3" descr=""/>
          <p:cNvPicPr/>
          <p:nvPr/>
        </p:nvPicPr>
        <p:blipFill>
          <a:blip r:embed="rId1"/>
          <a:srcRect l="-4856" t="17234" r="4856" b="21958"/>
          <a:stretch/>
        </p:blipFill>
        <p:spPr>
          <a:xfrm>
            <a:off x="10883880" y="0"/>
            <a:ext cx="1306800" cy="793800"/>
          </a:xfrm>
          <a:prstGeom prst="rect">
            <a:avLst/>
          </a:prstGeom>
          <a:ln>
            <a:noFill/>
          </a:ln>
        </p:spPr>
      </p:pic>
      <p:pic>
        <p:nvPicPr>
          <p:cNvPr id="186" name="Picture 4" descr=""/>
          <p:cNvPicPr/>
          <p:nvPr/>
        </p:nvPicPr>
        <p:blipFill>
          <a:blip r:embed="rId2"/>
          <a:stretch/>
        </p:blipFill>
        <p:spPr>
          <a:xfrm>
            <a:off x="7873920" y="80280"/>
            <a:ext cx="3008520" cy="633600"/>
          </a:xfrm>
          <a:prstGeom prst="rect">
            <a:avLst/>
          </a:prstGeom>
          <a:ln>
            <a:noFill/>
          </a:ln>
        </p:spPr>
      </p:pic>
    </p:spTree>
  </p:cSld>
  <p:timing>
    <p:tnLst>
      <p:par>
        <p:cTn id="127" dur="indefinite" restart="never" nodeType="tmRoot">
          <p:childTnLst>
            <p:seq>
              <p:cTn id="128" dur="indefinite" nodeType="mainSeq">
                <p:childTnLst>
                  <p:par>
                    <p:cTn id="129" fill="hold">
                      <p:stCondLst>
                        <p:cond delay="indefinite"/>
                      </p:stCondLst>
                      <p:childTnLst>
                        <p:par>
                          <p:cTn id="130" fill="hold">
                            <p:stCondLst>
                              <p:cond delay="0"/>
                            </p:stCondLst>
                            <p:childTnLst>
                              <p:par>
                                <p:cTn id="131" nodeType="clickEffect" fill="hold" presetClass="entr" presetID="1">
                                  <p:stCondLst>
                                    <p:cond delay="0"/>
                                  </p:stCondLst>
                                  <p:childTnLst>
                                    <p:set>
                                      <p:cBhvr>
                                        <p:cTn id="132" dur="1" fill="hold">
                                          <p:stCondLst>
                                            <p:cond delay="0"/>
                                          </p:stCondLst>
                                        </p:cTn>
                                        <p:tgtEl>
                                          <p:spTgt spid="184">
                                            <p:txEl>
                                              <p:pRg st="0" end="0"/>
                                            </p:txEl>
                                          </p:spTgt>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67</TotalTime>
  <Application>LibreOffice/6.0.7.3$Linux_X86_64 LibreOffice_project/00m0$Build-3</Application>
  <Words>827</Words>
  <Paragraphs>151</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2019-12-22T15:35:40Z</dcterms:created>
  <dc:creator>Krittika Tuladhar</dc:creator>
  <dc:description/>
  <dc:language>en-US</dc:language>
  <cp:lastModifiedBy/>
  <dcterms:modified xsi:type="dcterms:W3CDTF">2020-01-21T12:02:21Z</dcterms:modified>
  <cp:revision>21</cp:revision>
  <dc:subject/>
  <dc:title>Introductory Computer Networking and IT Security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HiddenSlides">
    <vt:i4>0</vt:i4>
  </property>
  <property fmtid="{D5CDD505-2E9C-101B-9397-08002B2CF9AE}" pid="4" name="HyperlinksChanged">
    <vt:bool>0</vt:bool>
  </property>
  <property fmtid="{D5CDD505-2E9C-101B-9397-08002B2CF9AE}" pid="5" name="LinksUpToDate">
    <vt:bool>0</vt:bool>
  </property>
  <property fmtid="{D5CDD505-2E9C-101B-9397-08002B2CF9AE}" pid="6" name="MMClips">
    <vt:i4>0</vt:i4>
  </property>
  <property fmtid="{D5CDD505-2E9C-101B-9397-08002B2CF9AE}" pid="7" name="Notes">
    <vt:i4>19</vt:i4>
  </property>
  <property fmtid="{D5CDD505-2E9C-101B-9397-08002B2CF9AE}" pid="8" name="PresentationFormat">
    <vt:lpwstr>Widescreen</vt:lpwstr>
  </property>
  <property fmtid="{D5CDD505-2E9C-101B-9397-08002B2CF9AE}" pid="9" name="ScaleCrop">
    <vt:bool>0</vt:bool>
  </property>
  <property fmtid="{D5CDD505-2E9C-101B-9397-08002B2CF9AE}" pid="10" name="ShareDoc">
    <vt:bool>0</vt:bool>
  </property>
  <property fmtid="{D5CDD505-2E9C-101B-9397-08002B2CF9AE}" pid="11" name="Slides">
    <vt:i4>21</vt:i4>
  </property>
</Properties>
</file>